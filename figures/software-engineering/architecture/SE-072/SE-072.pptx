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42eb2886541de" /><Relationship Type="http://schemas.openxmlformats.org/officeDocument/2006/relationships/extended-properties" Target="/docProps/app.xml" Id="R6a68974fc2e64fe9" /><Relationship Type="http://schemas.openxmlformats.org/officeDocument/2006/relationships/officeDocument" Target="/ppt/presentation.xml" Id="Ra229d7b2f158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235b0c8ac4454"/>
  </p:sldMasterIdLst>
  <p:notesMasterIdLst>
    <p:notesMasterId xmlns:r="http://schemas.openxmlformats.org/officeDocument/2006/relationships" r:id="Rda8332c6125e49fe"/>
  </p:notesMasterIdLst>
  <p:sldIdLst>
    <p:sldId xmlns:r="http://schemas.openxmlformats.org/officeDocument/2006/relationships" id="256" r:id="R63f37396ac2849b6"/>
  </p:sldIdLst>
  <p:sldSz cx="11287125" cy="5372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2cb9e006545bc" /><Relationship Type="http://schemas.openxmlformats.org/officeDocument/2006/relationships/slideMaster" Target="/ppt/slideMasters/slideMaster1.xml" Id="Re4f235b0c8ac4454" /><Relationship Type="http://schemas.openxmlformats.org/officeDocument/2006/relationships/notesMaster" Target="/ppt/notesMasters/notesMaster1.xml" Id="Rda8332c6125e49fe" /><Relationship Type="http://schemas.openxmlformats.org/officeDocument/2006/relationships/presProps" Target="/ppt/presProps.xml" Id="R95ba2c809edb4d56" /><Relationship Type="http://schemas.openxmlformats.org/officeDocument/2006/relationships/tableStyles" Target="/ppt/tableStyles.xml" Id="Rf73e36aa40c145d5" /><Relationship Type="http://schemas.openxmlformats.org/officeDocument/2006/relationships/slide" Target="/ppt/slides/slide1.xml" Id="R63f37396ac28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526442b4dc4a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7eb7b1cc7548bb" /><Relationship Type="http://schemas.openxmlformats.org/officeDocument/2006/relationships/notesMaster" Target="/ppt/notesMasters/notesMaster1.xml" Id="R63b26980f7e8490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素材ID：SE-072</ns1:t>
            </ns1:r>
          </ns1:p>
          <ns1:p>
            <ns1:r>
              <ns1:t>论文：COFFE: A Code Efficiency Benchmark for Code Generation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2，PDF第6页</ns1:t>
            </ns1:r>
          </ns1:p>
          <ns1:p>
            <ns1:r>
              <ns1:t>类型：系统架构</ns1:t>
            </ns1:r>
          </ns1:p>
          <ns1:p>
            <ns1:r>
              <ns1:t>借鉴点：上下两条生成流程分别产出契约与压力测试，执行验证后保留示例，右侧共享检查器区分契约错和测试错并反馈回相应分支。</ns1:t>
            </ns1:r>
          </ns1:p>
          <ns1:p>
            <ns1:r>
              <ns1:t>论文URL：https://arxiv.org/pdf/2502.02827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eade93a12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e4a015d1f4c05" /><Relationship Type="http://schemas.openxmlformats.org/officeDocument/2006/relationships/slideLayout" Target="/ppt/slideLayouts/slideLayout1.xml" Id="Ra5acd89a83e941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cd89a83e941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0f470f3244556" /><Relationship Type="http://schemas.openxmlformats.org/officeDocument/2006/relationships/image" Target="/ppt/media/image.png" Id="R98d51e00ed124339" /><Relationship Type="http://schemas.openxmlformats.org/officeDocument/2006/relationships/image" Target="/ppt/media/image2.png" Id="R912b179bba554f82" /><Relationship Type="http://schemas.openxmlformats.org/officeDocument/2006/relationships/image" Target="/ppt/media/image3.png" Id="R390fa56afef54227" /><Relationship Type="http://schemas.openxmlformats.org/officeDocument/2006/relationships/image" Target="/ppt/media/image4.png" Id="Rfbcd7519eb1a4c98" /><Relationship Type="http://schemas.openxmlformats.org/officeDocument/2006/relationships/image" Target="/ppt/media/image5.png" Id="Rb36dee6ecfc043d0" /><Relationship Type="http://schemas.openxmlformats.org/officeDocument/2006/relationships/image" Target="/ppt/media/image6.png" Id="R5ab478b6b46b4a3a" /><Relationship Type="http://schemas.openxmlformats.org/officeDocument/2006/relationships/image" Target="/ppt/media/image7.png" Id="R93b83b755789491e" /><Relationship Type="http://schemas.openxmlformats.org/officeDocument/2006/relationships/image" Target="/ppt/media/image8.png" Id="R9bf2c502a5c94140" /><Relationship Type="http://schemas.openxmlformats.org/officeDocument/2006/relationships/image" Target="/ppt/media/image9.png" Id="Rd8f24928309845a7" /><Relationship Type="http://schemas.openxmlformats.org/officeDocument/2006/relationships/image" Target="/ppt/media/image10.png" Id="R099787f044434160" /><Relationship Type="http://schemas.openxmlformats.org/officeDocument/2006/relationships/image" Target="/ppt/media/image11.png" Id="R5662771ec1674e17" /><Relationship Type="http://schemas.openxmlformats.org/officeDocument/2006/relationships/image" Target="/ppt/media/image12.png" Id="R56725e280584440b" /><Relationship Type="http://schemas.openxmlformats.org/officeDocument/2006/relationships/image" Target="/ppt/media/image13.png" Id="R9a9b4dbc1afe4a41" /><Relationship Type="http://schemas.openxmlformats.org/officeDocument/2006/relationships/image" Target="/ppt/media/image14.png" Id="Rf2b613fe8eee4848" /><Relationship Type="http://schemas.openxmlformats.org/officeDocument/2006/relationships/image" Target="/ppt/media/image15.png" Id="Rd1c1c4026cbb4998" /><Relationship Type="http://schemas.openxmlformats.org/officeDocument/2006/relationships/image" Target="/ppt/media/image16.png" Id="Ra89b30364ddf47aa" /><Relationship Type="http://schemas.openxmlformats.org/officeDocument/2006/relationships/image" Target="/ppt/media/image17.png" Id="R0d3ec871614a46fe" /><Relationship Type="http://schemas.openxmlformats.org/officeDocument/2006/relationships/image" Target="/ppt/media/image18.png" Id="R94ce3e9c8b0f43b1" /><Relationship Type="http://schemas.openxmlformats.org/officeDocument/2006/relationships/image" Target="/ppt/media/image19.png" Id="Rec0936f449a041db" /><Relationship Type="http://schemas.openxmlformats.org/officeDocument/2006/relationships/image" Target="/ppt/media/image20.png" Id="R7e432a017a9246c8" /><Relationship Type="http://schemas.openxmlformats.org/officeDocument/2006/relationships/image" Target="/ppt/media/image21.png" Id="R5df24b906f324539" /><Relationship Type="http://schemas.openxmlformats.org/officeDocument/2006/relationships/image" Target="/ppt/media/image22.png" Id="R086f9d762b55444a" /><Relationship Type="http://schemas.openxmlformats.org/officeDocument/2006/relationships/image" Target="/ppt/media/image23.png" Id="R6c0b21e854924582" /><Relationship Type="http://schemas.openxmlformats.org/officeDocument/2006/relationships/image" Target="/ppt/media/image24.png" Id="R5d338e0096dc4a60" /><Relationship Type="http://schemas.openxmlformats.org/officeDocument/2006/relationships/image" Target="/ppt/media/image25.png" Id="Rcfb14c822dd44706" /><Relationship Type="http://schemas.openxmlformats.org/officeDocument/2006/relationships/image" Target="/ppt/media/image26.png" Id="Rc28c565fc4544ab1" /><Relationship Type="http://schemas.openxmlformats.org/officeDocument/2006/relationships/image" Target="/ppt/media/image27.png" Id="R15c281590a56499e" /><Relationship Type="http://schemas.openxmlformats.org/officeDocument/2006/relationships/image" Target="/ppt/media/image28.png" Id="R84ea36ee2e2b4be7" /><Relationship Type="http://schemas.openxmlformats.org/officeDocument/2006/relationships/image" Target="/ppt/media/image29.png" Id="R05f4cb4937cf4641" /><Relationship Type="http://schemas.openxmlformats.org/officeDocument/2006/relationships/notesSlide" Target="/ppt/notesSlides/notesSlide1.xml" Id="R0f88552b285041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92574-4B4A-4F0C-96B9-8B36058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63177" cy="5353669"/>
          </a:xfrm>
          <a:custGeom xmlns:a="http://schemas.openxmlformats.org/drawingml/2006/main">
            <a:pathLst>
              <a:path w="11263177" h="5353669">
                <a:moveTo>
                  <a:pt x="11263177" y="5353669"/>
                </a:moveTo>
                <a:lnTo>
                  <a:pt x="11263177" y="0"/>
                </a:lnTo>
                <a:lnTo>
                  <a:pt x="0" y="0"/>
                </a:lnTo>
                <a:lnTo>
                  <a:pt x="0" y="5353669"/>
                </a:lnTo>
                <a:lnTo>
                  <a:pt x="11263177" y="53536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9332E-4002-468E-9122-C8A7755C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63177" cy="5353669"/>
          </a:xfrm>
          <a:custGeom xmlns:a="http://schemas.openxmlformats.org/drawingml/2006/main">
            <a:pathLst>
              <a:path w="11263177" h="5353669">
                <a:moveTo>
                  <a:pt x="0" y="5353669"/>
                </a:moveTo>
                <a:lnTo>
                  <a:pt x="11263177" y="5353669"/>
                </a:lnTo>
                <a:lnTo>
                  <a:pt x="11263177" y="0"/>
                </a:lnTo>
                <a:lnTo>
                  <a:pt x="0" y="0"/>
                </a:lnTo>
                <a:lnTo>
                  <a:pt x="0" y="53536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006C1-FB05-42BD-9EBE-D3299BAA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386" y="19906"/>
            <a:ext cx="2390220" cy="5291880"/>
          </a:xfrm>
          <a:custGeom xmlns:a="http://schemas.openxmlformats.org/drawingml/2006/main">
            <a:pathLst>
              <a:path w="2390220" h="5291880">
                <a:moveTo>
                  <a:pt x="0" y="109663"/>
                </a:moveTo>
                <a:cubicBezTo>
                  <a:pt x="0" y="49098"/>
                  <a:pt x="49093" y="0"/>
                  <a:pt x="109663" y="0"/>
                </a:cubicBezTo>
                <a:lnTo>
                  <a:pt x="2280557" y="0"/>
                </a:lnTo>
                <a:cubicBezTo>
                  <a:pt x="2341119" y="0"/>
                  <a:pt x="2390220" y="49098"/>
                  <a:pt x="2390220" y="109663"/>
                </a:cubicBezTo>
                <a:lnTo>
                  <a:pt x="2390220" y="5182217"/>
                </a:lnTo>
                <a:cubicBezTo>
                  <a:pt x="2390220" y="5242783"/>
                  <a:pt x="2341119" y="5291880"/>
                  <a:pt x="2280557" y="5291880"/>
                </a:cubicBezTo>
                <a:lnTo>
                  <a:pt x="109663" y="5291880"/>
                </a:lnTo>
                <a:cubicBezTo>
                  <a:pt x="49093" y="5291880"/>
                  <a:pt x="0" y="5242783"/>
                  <a:pt x="0" y="5182217"/>
                </a:cubicBezTo>
                <a:lnTo>
                  <a:pt x="0" y="109663"/>
                </a:lnTo>
                <a:close/>
              </a:path>
            </a:pathLst>
          </a:custGeom>
          <a:solidFill xmlns:a="http://schemas.openxmlformats.org/drawingml/2006/main">
            <a:srgbClr val="FFD966">
              <a:alpha val="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03293-8A5A-40A3-8204-39B9B0C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62" y="2348270"/>
            <a:ext cx="7443163" cy="2963518"/>
          </a:xfrm>
          <a:custGeom xmlns:a="http://schemas.openxmlformats.org/drawingml/2006/main">
            <a:pathLst>
              <a:path w="7443163" h="2963518">
                <a:moveTo>
                  <a:pt x="0" y="146218"/>
                </a:moveTo>
                <a:cubicBezTo>
                  <a:pt x="0" y="65464"/>
                  <a:pt x="65465" y="0"/>
                  <a:pt x="146218" y="0"/>
                </a:cubicBezTo>
                <a:lnTo>
                  <a:pt x="7296944" y="0"/>
                </a:lnTo>
                <a:cubicBezTo>
                  <a:pt x="7377695" y="0"/>
                  <a:pt x="7443163" y="65464"/>
                  <a:pt x="7443163" y="146218"/>
                </a:cubicBezTo>
                <a:lnTo>
                  <a:pt x="7443163" y="2817300"/>
                </a:lnTo>
                <a:cubicBezTo>
                  <a:pt x="7443163" y="2898054"/>
                  <a:pt x="7377695" y="2963518"/>
                  <a:pt x="7296944" y="2963518"/>
                </a:cubicBezTo>
                <a:lnTo>
                  <a:pt x="146218" y="2963518"/>
                </a:lnTo>
                <a:cubicBezTo>
                  <a:pt x="65465" y="2963518"/>
                  <a:pt x="0" y="2898054"/>
                  <a:pt x="0" y="2817300"/>
                </a:cubicBezTo>
                <a:lnTo>
                  <a:pt x="0" y="146218"/>
                </a:lnTo>
                <a:close/>
              </a:path>
            </a:pathLst>
          </a:custGeom>
          <a:solidFill xmlns:a="http://schemas.openxmlformats.org/drawingml/2006/main">
            <a:srgbClr val="00B4AD">
              <a:alpha val="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D9C7C-ADAF-4AE5-BDB4-1F7745F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17" y="19906"/>
            <a:ext cx="7276200" cy="2343770"/>
          </a:xfrm>
          <a:custGeom xmlns:a="http://schemas.openxmlformats.org/drawingml/2006/main">
            <a:pathLst>
              <a:path w="7276200" h="2343770">
                <a:moveTo>
                  <a:pt x="0" y="123777"/>
                </a:moveTo>
                <a:cubicBezTo>
                  <a:pt x="0" y="55416"/>
                  <a:pt x="55416" y="0"/>
                  <a:pt x="123776" y="0"/>
                </a:cubicBezTo>
                <a:lnTo>
                  <a:pt x="7152418" y="0"/>
                </a:lnTo>
                <a:cubicBezTo>
                  <a:pt x="7220779" y="0"/>
                  <a:pt x="7276200" y="55416"/>
                  <a:pt x="7276200" y="123777"/>
                </a:cubicBezTo>
                <a:lnTo>
                  <a:pt x="7276200" y="2219993"/>
                </a:lnTo>
                <a:cubicBezTo>
                  <a:pt x="7276200" y="2288353"/>
                  <a:pt x="7220779" y="2343770"/>
                  <a:pt x="7152418" y="2343770"/>
                </a:cubicBezTo>
                <a:lnTo>
                  <a:pt x="123776" y="2343770"/>
                </a:lnTo>
                <a:cubicBezTo>
                  <a:pt x="55416" y="2343770"/>
                  <a:pt x="0" y="2288353"/>
                  <a:pt x="0" y="2219993"/>
                </a:cubicBezTo>
                <a:lnTo>
                  <a:pt x="0" y="123777"/>
                </a:lnTo>
                <a:close/>
              </a:path>
            </a:pathLst>
          </a:custGeom>
          <a:solidFill xmlns:a="http://schemas.openxmlformats.org/drawingml/2006/main">
            <a:srgbClr val="00CC00">
              <a:alpha val="784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51e00ed124339"/>
          <a:stretch xmlns:a="http://schemas.openxmlformats.org/drawingml/2006/main"/>
        </p:blipFill>
        <p:spPr>
          <a:xfrm xmlns:a="http://schemas.openxmlformats.org/drawingml/2006/main">
            <a:off x="56560" y="225597"/>
            <a:ext cx="1503334" cy="1066882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0AD57-0599-4B83-8E4C-3586D5A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1" y="249935"/>
            <a:ext cx="1420665" cy="984498"/>
          </a:xfrm>
          <a:custGeom xmlns:a="http://schemas.openxmlformats.org/drawingml/2006/main">
            <a:pathLst>
              <a:path w="1420665" h="984498">
                <a:moveTo>
                  <a:pt x="0" y="0"/>
                </a:moveTo>
                <a:lnTo>
                  <a:pt x="1420665" y="0"/>
                </a:lnTo>
                <a:lnTo>
                  <a:pt x="1420665" y="984498"/>
                </a:lnTo>
                <a:lnTo>
                  <a:pt x="0" y="9844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15106-BF75-4148-8295-C648B21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1" y="249934"/>
            <a:ext cx="1420665" cy="984499"/>
          </a:xfrm>
          <a:custGeom xmlns:a="http://schemas.openxmlformats.org/drawingml/2006/main">
            <a:pathLst>
              <a:path w="1420665" h="984499" fill="none">
                <a:moveTo>
                  <a:pt x="0" y="0"/>
                </a:moveTo>
                <a:lnTo>
                  <a:pt x="1420665" y="0"/>
                </a:lnTo>
                <a:lnTo>
                  <a:pt x="1420665" y="984499"/>
                </a:lnTo>
                <a:lnTo>
                  <a:pt x="0" y="9844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CA7BF-CF04-4BF9-881B-98E5FAC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9" y="476761"/>
            <a:ext cx="1378931" cy="744317"/>
          </a:xfrm>
          <a:custGeom xmlns:a="http://schemas.openxmlformats.org/drawingml/2006/main">
            <a:pathLst>
              <a:path w="1378931" h="744317">
                <a:moveTo>
                  <a:pt x="0" y="0"/>
                </a:moveTo>
                <a:lnTo>
                  <a:pt x="1378931" y="0"/>
                </a:lnTo>
                <a:lnTo>
                  <a:pt x="1378931" y="744317"/>
                </a:lnTo>
                <a:lnTo>
                  <a:pt x="0" y="744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Import">
            <a:extLst xmlns:a="http://schemas.openxmlformats.org/drawingml/2006/main">
              <a:ext uri="{FF2B5EF4-FFF2-40B4-BE49-F238E27FC236}">
                <a16:creationId xmlns:a16="http://schemas.microsoft.com/office/drawing/2014/main" id="{B44F9B86-6A9F-4709-940D-8B74D61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47" y="526030"/>
            <a:ext cx="385203" cy="113707"/>
          </a:xfrm>
          <a:custGeom xmlns:a="http://schemas.openxmlformats.org/drawingml/2006/main">
            <a:pathLst>
              <a:path w="385203" h="113707">
                <a:moveTo>
                  <a:pt x="18233" y="0"/>
                </a:moveTo>
                <a:lnTo>
                  <a:pt x="18233" y="85584"/>
                </a:lnTo>
                <a:lnTo>
                  <a:pt x="0" y="85584"/>
                </a:lnTo>
                <a:lnTo>
                  <a:pt x="0" y="0"/>
                </a:lnTo>
                <a:lnTo>
                  <a:pt x="18233" y="0"/>
                </a:lnTo>
                <a:close/>
                <a:moveTo>
                  <a:pt x="132541" y="85584"/>
                </a:moveTo>
                <a:lnTo>
                  <a:pt x="114750" y="85584"/>
                </a:lnTo>
                <a:lnTo>
                  <a:pt x="114750" y="50720"/>
                </a:lnTo>
                <a:cubicBezTo>
                  <a:pt x="114750" y="41365"/>
                  <a:pt x="111343" y="36687"/>
                  <a:pt x="104529" y="36687"/>
                </a:cubicBezTo>
                <a:cubicBezTo>
                  <a:pt x="101361" y="36687"/>
                  <a:pt x="98727" y="38105"/>
                  <a:pt x="96628" y="40941"/>
                </a:cubicBezTo>
                <a:cubicBezTo>
                  <a:pt x="94528" y="43777"/>
                  <a:pt x="93478" y="47240"/>
                  <a:pt x="93478" y="51328"/>
                </a:cubicBezTo>
                <a:lnTo>
                  <a:pt x="93478" y="85584"/>
                </a:lnTo>
                <a:lnTo>
                  <a:pt x="75688" y="85584"/>
                </a:lnTo>
                <a:lnTo>
                  <a:pt x="75688" y="50278"/>
                </a:lnTo>
                <a:cubicBezTo>
                  <a:pt x="75688" y="41217"/>
                  <a:pt x="72317" y="36687"/>
                  <a:pt x="65577" y="36687"/>
                </a:cubicBezTo>
                <a:cubicBezTo>
                  <a:pt x="62225" y="36687"/>
                  <a:pt x="59545" y="38040"/>
                  <a:pt x="57538" y="40748"/>
                </a:cubicBezTo>
                <a:cubicBezTo>
                  <a:pt x="55530" y="43455"/>
                  <a:pt x="54527" y="47037"/>
                  <a:pt x="54527" y="51494"/>
                </a:cubicBezTo>
                <a:lnTo>
                  <a:pt x="54527" y="85584"/>
                </a:lnTo>
                <a:lnTo>
                  <a:pt x="36680" y="85584"/>
                </a:lnTo>
                <a:lnTo>
                  <a:pt x="36680" y="24476"/>
                </a:lnTo>
                <a:lnTo>
                  <a:pt x="54527" y="24476"/>
                </a:lnTo>
                <a:lnTo>
                  <a:pt x="54527" y="34035"/>
                </a:lnTo>
                <a:lnTo>
                  <a:pt x="54748" y="34035"/>
                </a:lnTo>
                <a:cubicBezTo>
                  <a:pt x="56884" y="30535"/>
                  <a:pt x="59720" y="27819"/>
                  <a:pt x="63256" y="25885"/>
                </a:cubicBezTo>
                <a:cubicBezTo>
                  <a:pt x="66792" y="23951"/>
                  <a:pt x="70512" y="22984"/>
                  <a:pt x="74417" y="22984"/>
                </a:cubicBezTo>
                <a:cubicBezTo>
                  <a:pt x="82999" y="22984"/>
                  <a:pt x="88874" y="26834"/>
                  <a:pt x="92042" y="34532"/>
                </a:cubicBezTo>
                <a:cubicBezTo>
                  <a:pt x="96757" y="26834"/>
                  <a:pt x="103608" y="22984"/>
                  <a:pt x="112595" y="22984"/>
                </a:cubicBezTo>
                <a:cubicBezTo>
                  <a:pt x="125892" y="22984"/>
                  <a:pt x="132541" y="31198"/>
                  <a:pt x="132541" y="47626"/>
                </a:cubicBezTo>
                <a:lnTo>
                  <a:pt x="132541" y="85584"/>
                </a:lnTo>
                <a:close/>
                <a:moveTo>
                  <a:pt x="165678" y="78235"/>
                </a:moveTo>
                <a:lnTo>
                  <a:pt x="165678" y="113707"/>
                </a:lnTo>
                <a:lnTo>
                  <a:pt x="147832" y="113707"/>
                </a:lnTo>
                <a:lnTo>
                  <a:pt x="147832" y="24476"/>
                </a:lnTo>
                <a:lnTo>
                  <a:pt x="165678" y="24476"/>
                </a:lnTo>
                <a:lnTo>
                  <a:pt x="165678" y="33814"/>
                </a:lnTo>
                <a:lnTo>
                  <a:pt x="165899" y="33814"/>
                </a:lnTo>
                <a:cubicBezTo>
                  <a:pt x="170577" y="26594"/>
                  <a:pt x="177188" y="22984"/>
                  <a:pt x="185734" y="22984"/>
                </a:cubicBezTo>
                <a:cubicBezTo>
                  <a:pt x="193506" y="22984"/>
                  <a:pt x="199584" y="25701"/>
                  <a:pt x="203967" y="31134"/>
                </a:cubicBezTo>
                <a:cubicBezTo>
                  <a:pt x="208350" y="36567"/>
                  <a:pt x="210542" y="43961"/>
                  <a:pt x="210542" y="53317"/>
                </a:cubicBezTo>
                <a:cubicBezTo>
                  <a:pt x="210542" y="63520"/>
                  <a:pt x="208000" y="71697"/>
                  <a:pt x="202917" y="77849"/>
                </a:cubicBezTo>
                <a:cubicBezTo>
                  <a:pt x="197834" y="84000"/>
                  <a:pt x="191167" y="87076"/>
                  <a:pt x="182916" y="87076"/>
                </a:cubicBezTo>
                <a:cubicBezTo>
                  <a:pt x="175439" y="87076"/>
                  <a:pt x="169766" y="84129"/>
                  <a:pt x="165899" y="78235"/>
                </a:cubicBezTo>
                <a:lnTo>
                  <a:pt x="165678" y="78235"/>
                </a:lnTo>
                <a:moveTo>
                  <a:pt x="165402" y="58566"/>
                </a:moveTo>
                <a:cubicBezTo>
                  <a:pt x="165402" y="62913"/>
                  <a:pt x="166580" y="66467"/>
                  <a:pt x="168938" y="69230"/>
                </a:cubicBezTo>
                <a:cubicBezTo>
                  <a:pt x="171295" y="71992"/>
                  <a:pt x="174352" y="73373"/>
                  <a:pt x="178109" y="73373"/>
                </a:cubicBezTo>
                <a:cubicBezTo>
                  <a:pt x="182566" y="73373"/>
                  <a:pt x="186038" y="71642"/>
                  <a:pt x="188524" y="68180"/>
                </a:cubicBezTo>
                <a:cubicBezTo>
                  <a:pt x="191010" y="64717"/>
                  <a:pt x="192254" y="59818"/>
                  <a:pt x="192254" y="53483"/>
                </a:cubicBezTo>
                <a:cubicBezTo>
                  <a:pt x="192254" y="42285"/>
                  <a:pt x="187889" y="36687"/>
                  <a:pt x="179159" y="36687"/>
                </a:cubicBezTo>
                <a:cubicBezTo>
                  <a:pt x="175107" y="36687"/>
                  <a:pt x="171801" y="38234"/>
                  <a:pt x="169242" y="41328"/>
                </a:cubicBezTo>
                <a:cubicBezTo>
                  <a:pt x="166682" y="44422"/>
                  <a:pt x="165402" y="48400"/>
                  <a:pt x="165402" y="53262"/>
                </a:cubicBezTo>
                <a:lnTo>
                  <a:pt x="165402" y="58566"/>
                </a:lnTo>
                <a:close/>
                <a:moveTo>
                  <a:pt x="219919" y="55306"/>
                </a:moveTo>
                <a:cubicBezTo>
                  <a:pt x="219919" y="45251"/>
                  <a:pt x="222930" y="37350"/>
                  <a:pt x="228953" y="31604"/>
                </a:cubicBezTo>
                <a:cubicBezTo>
                  <a:pt x="234975" y="25857"/>
                  <a:pt x="243069" y="22984"/>
                  <a:pt x="253236" y="22984"/>
                </a:cubicBezTo>
                <a:cubicBezTo>
                  <a:pt x="263070" y="22984"/>
                  <a:pt x="270879" y="25811"/>
                  <a:pt x="276662" y="31465"/>
                </a:cubicBezTo>
                <a:cubicBezTo>
                  <a:pt x="282445" y="37119"/>
                  <a:pt x="285336" y="44717"/>
                  <a:pt x="285336" y="54257"/>
                </a:cubicBezTo>
                <a:cubicBezTo>
                  <a:pt x="285336" y="64275"/>
                  <a:pt x="282371" y="72250"/>
                  <a:pt x="276441" y="78180"/>
                </a:cubicBezTo>
                <a:cubicBezTo>
                  <a:pt x="270511" y="84111"/>
                  <a:pt x="262481" y="87076"/>
                  <a:pt x="252352" y="87076"/>
                </a:cubicBezTo>
                <a:cubicBezTo>
                  <a:pt x="242406" y="87076"/>
                  <a:pt x="234515" y="84230"/>
                  <a:pt x="228677" y="78539"/>
                </a:cubicBezTo>
                <a:cubicBezTo>
                  <a:pt x="222838" y="72849"/>
                  <a:pt x="219919" y="65104"/>
                  <a:pt x="219919" y="55306"/>
                </a:cubicBezTo>
                <a:moveTo>
                  <a:pt x="237986" y="55085"/>
                </a:moveTo>
                <a:cubicBezTo>
                  <a:pt x="237986" y="67277"/>
                  <a:pt x="242959" y="73373"/>
                  <a:pt x="252904" y="73373"/>
                </a:cubicBezTo>
                <a:cubicBezTo>
                  <a:pt x="262444" y="73373"/>
                  <a:pt x="267214" y="67112"/>
                  <a:pt x="267214" y="54588"/>
                </a:cubicBezTo>
                <a:cubicBezTo>
                  <a:pt x="267214" y="42654"/>
                  <a:pt x="262407" y="36687"/>
                  <a:pt x="252794" y="36687"/>
                </a:cubicBezTo>
                <a:cubicBezTo>
                  <a:pt x="248116" y="36687"/>
                  <a:pt x="244478" y="38289"/>
                  <a:pt x="241882" y="41494"/>
                </a:cubicBezTo>
                <a:cubicBezTo>
                  <a:pt x="239285" y="44698"/>
                  <a:pt x="237986" y="49229"/>
                  <a:pt x="237986" y="55085"/>
                </a:cubicBezTo>
                <a:close/>
                <a:moveTo>
                  <a:pt x="337233" y="40665"/>
                </a:moveTo>
                <a:cubicBezTo>
                  <a:pt x="335060" y="39412"/>
                  <a:pt x="332427" y="38786"/>
                  <a:pt x="329333" y="38786"/>
                </a:cubicBezTo>
                <a:cubicBezTo>
                  <a:pt x="325281" y="38786"/>
                  <a:pt x="322067" y="40333"/>
                  <a:pt x="319691" y="43427"/>
                </a:cubicBezTo>
                <a:cubicBezTo>
                  <a:pt x="317315" y="46521"/>
                  <a:pt x="316128" y="50776"/>
                  <a:pt x="316128" y="56190"/>
                </a:cubicBezTo>
                <a:lnTo>
                  <a:pt x="316128" y="85584"/>
                </a:lnTo>
                <a:lnTo>
                  <a:pt x="298281" y="85584"/>
                </a:lnTo>
                <a:lnTo>
                  <a:pt x="298281" y="24476"/>
                </a:lnTo>
                <a:lnTo>
                  <a:pt x="316128" y="24476"/>
                </a:lnTo>
                <a:lnTo>
                  <a:pt x="316128" y="35968"/>
                </a:lnTo>
                <a:lnTo>
                  <a:pt x="316349" y="35968"/>
                </a:lnTo>
                <a:cubicBezTo>
                  <a:pt x="319295" y="27607"/>
                  <a:pt x="324655" y="23426"/>
                  <a:pt x="332427" y="23426"/>
                </a:cubicBezTo>
                <a:cubicBezTo>
                  <a:pt x="334526" y="23426"/>
                  <a:pt x="336128" y="23666"/>
                  <a:pt x="337233" y="24145"/>
                </a:cubicBezTo>
                <a:lnTo>
                  <a:pt x="337233" y="40665"/>
                </a:lnTo>
                <a:close/>
                <a:moveTo>
                  <a:pt x="385203" y="84866"/>
                </a:moveTo>
                <a:cubicBezTo>
                  <a:pt x="382514" y="86339"/>
                  <a:pt x="378444" y="87076"/>
                  <a:pt x="372993" y="87076"/>
                </a:cubicBezTo>
                <a:cubicBezTo>
                  <a:pt x="360027" y="87076"/>
                  <a:pt x="353544" y="80261"/>
                  <a:pt x="353544" y="66633"/>
                </a:cubicBezTo>
                <a:lnTo>
                  <a:pt x="353544" y="37792"/>
                </a:lnTo>
                <a:lnTo>
                  <a:pt x="343489" y="37792"/>
                </a:lnTo>
                <a:lnTo>
                  <a:pt x="343489" y="24476"/>
                </a:lnTo>
                <a:lnTo>
                  <a:pt x="353544" y="24476"/>
                </a:lnTo>
                <a:lnTo>
                  <a:pt x="353544" y="11050"/>
                </a:lnTo>
                <a:lnTo>
                  <a:pt x="371280" y="5967"/>
                </a:lnTo>
                <a:lnTo>
                  <a:pt x="371280" y="24476"/>
                </a:lnTo>
                <a:lnTo>
                  <a:pt x="385203" y="24476"/>
                </a:lnTo>
                <a:lnTo>
                  <a:pt x="385203" y="37792"/>
                </a:lnTo>
                <a:lnTo>
                  <a:pt x="371280" y="37792"/>
                </a:lnTo>
                <a:lnTo>
                  <a:pt x="371280" y="63539"/>
                </a:lnTo>
                <a:cubicBezTo>
                  <a:pt x="371280" y="70058"/>
                  <a:pt x="373858" y="73318"/>
                  <a:pt x="379015" y="73318"/>
                </a:cubicBezTo>
                <a:cubicBezTo>
                  <a:pt x="381004" y="73318"/>
                  <a:pt x="383067" y="72729"/>
                  <a:pt x="385203" y="71550"/>
                </a:cubicBezTo>
                <a:lnTo>
                  <a:pt x="385203" y="84866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sys">
            <a:extLst xmlns:a="http://schemas.openxmlformats.org/drawingml/2006/main">
              <a:ext uri="{FF2B5EF4-FFF2-40B4-BE49-F238E27FC236}">
                <a16:creationId xmlns:a16="http://schemas.microsoft.com/office/drawing/2014/main" id="{8CCBEDC1-FF2C-46B8-A6F3-EB46F0D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91" y="549070"/>
            <a:ext cx="153363" cy="91330"/>
          </a:xfrm>
          <a:custGeom xmlns:a="http://schemas.openxmlformats.org/drawingml/2006/main">
            <a:pathLst>
              <a:path w="153363" h="91330">
                <a:moveTo>
                  <a:pt x="0" y="49339"/>
                </a:moveTo>
                <a:cubicBezTo>
                  <a:pt x="5451" y="53280"/>
                  <a:pt x="11326" y="55251"/>
                  <a:pt x="17625" y="55251"/>
                </a:cubicBezTo>
                <a:cubicBezTo>
                  <a:pt x="26060" y="55251"/>
                  <a:pt x="30278" y="52488"/>
                  <a:pt x="30278" y="46963"/>
                </a:cubicBezTo>
                <a:cubicBezTo>
                  <a:pt x="30278" y="44606"/>
                  <a:pt x="29357" y="42663"/>
                  <a:pt x="27515" y="41134"/>
                </a:cubicBezTo>
                <a:cubicBezTo>
                  <a:pt x="25673" y="39606"/>
                  <a:pt x="21935" y="37792"/>
                  <a:pt x="16299" y="35692"/>
                </a:cubicBezTo>
                <a:cubicBezTo>
                  <a:pt x="9522" y="32966"/>
                  <a:pt x="5120" y="30268"/>
                  <a:pt x="3094" y="27598"/>
                </a:cubicBezTo>
                <a:cubicBezTo>
                  <a:pt x="1068" y="24927"/>
                  <a:pt x="55" y="21695"/>
                  <a:pt x="55" y="17901"/>
                </a:cubicBezTo>
                <a:cubicBezTo>
                  <a:pt x="55" y="12487"/>
                  <a:pt x="2348" y="8150"/>
                  <a:pt x="6934" y="4890"/>
                </a:cubicBezTo>
                <a:cubicBezTo>
                  <a:pt x="11520" y="1630"/>
                  <a:pt x="17165" y="0"/>
                  <a:pt x="23868" y="0"/>
                </a:cubicBezTo>
                <a:cubicBezTo>
                  <a:pt x="29062" y="0"/>
                  <a:pt x="33887" y="902"/>
                  <a:pt x="38344" y="2707"/>
                </a:cubicBezTo>
                <a:lnTo>
                  <a:pt x="38344" y="13150"/>
                </a:lnTo>
                <a:cubicBezTo>
                  <a:pt x="33777" y="10203"/>
                  <a:pt x="28602" y="8730"/>
                  <a:pt x="22819" y="8730"/>
                </a:cubicBezTo>
                <a:cubicBezTo>
                  <a:pt x="19356" y="8730"/>
                  <a:pt x="16538" y="9485"/>
                  <a:pt x="14365" y="10995"/>
                </a:cubicBezTo>
                <a:cubicBezTo>
                  <a:pt x="12192" y="12505"/>
                  <a:pt x="11105" y="14494"/>
                  <a:pt x="11105" y="16962"/>
                </a:cubicBezTo>
                <a:cubicBezTo>
                  <a:pt x="11105" y="19393"/>
                  <a:pt x="11888" y="21290"/>
                  <a:pt x="13454" y="22653"/>
                </a:cubicBezTo>
                <a:cubicBezTo>
                  <a:pt x="15019" y="24016"/>
                  <a:pt x="18491" y="25765"/>
                  <a:pt x="23868" y="27902"/>
                </a:cubicBezTo>
                <a:cubicBezTo>
                  <a:pt x="30683" y="30443"/>
                  <a:pt x="35287" y="33077"/>
                  <a:pt x="37681" y="35803"/>
                </a:cubicBezTo>
                <a:cubicBezTo>
                  <a:pt x="40075" y="38528"/>
                  <a:pt x="41273" y="41899"/>
                  <a:pt x="41273" y="45914"/>
                </a:cubicBezTo>
                <a:cubicBezTo>
                  <a:pt x="41273" y="51512"/>
                  <a:pt x="38980" y="55923"/>
                  <a:pt x="34394" y="59146"/>
                </a:cubicBezTo>
                <a:cubicBezTo>
                  <a:pt x="29808" y="62369"/>
                  <a:pt x="23868" y="63981"/>
                  <a:pt x="16575" y="63981"/>
                </a:cubicBezTo>
                <a:cubicBezTo>
                  <a:pt x="10240" y="63981"/>
                  <a:pt x="4715" y="62784"/>
                  <a:pt x="0" y="60389"/>
                </a:cubicBezTo>
                <a:lnTo>
                  <a:pt x="0" y="49339"/>
                </a:lnTo>
                <a:close/>
                <a:moveTo>
                  <a:pt x="105689" y="1437"/>
                </a:moveTo>
                <a:lnTo>
                  <a:pt x="77953" y="71771"/>
                </a:lnTo>
                <a:cubicBezTo>
                  <a:pt x="72796" y="84810"/>
                  <a:pt x="65521" y="91330"/>
                  <a:pt x="56129" y="91330"/>
                </a:cubicBezTo>
                <a:cubicBezTo>
                  <a:pt x="53440" y="91330"/>
                  <a:pt x="51138" y="91035"/>
                  <a:pt x="49222" y="90446"/>
                </a:cubicBezTo>
                <a:lnTo>
                  <a:pt x="49222" y="80943"/>
                </a:lnTo>
                <a:cubicBezTo>
                  <a:pt x="51322" y="81753"/>
                  <a:pt x="53348" y="82158"/>
                  <a:pt x="55300" y="82158"/>
                </a:cubicBezTo>
                <a:cubicBezTo>
                  <a:pt x="60199" y="82158"/>
                  <a:pt x="63864" y="79285"/>
                  <a:pt x="66295" y="73539"/>
                </a:cubicBezTo>
                <a:lnTo>
                  <a:pt x="70991" y="62434"/>
                </a:lnTo>
                <a:lnTo>
                  <a:pt x="47012" y="1437"/>
                </a:lnTo>
                <a:lnTo>
                  <a:pt x="59002" y="1437"/>
                </a:lnTo>
                <a:lnTo>
                  <a:pt x="74969" y="47350"/>
                </a:lnTo>
                <a:lnTo>
                  <a:pt x="76295" y="52378"/>
                </a:lnTo>
                <a:lnTo>
                  <a:pt x="76572" y="52378"/>
                </a:lnTo>
                <a:cubicBezTo>
                  <a:pt x="76793" y="51236"/>
                  <a:pt x="77235" y="49597"/>
                  <a:pt x="77898" y="47461"/>
                </a:cubicBezTo>
                <a:lnTo>
                  <a:pt x="94583" y="1437"/>
                </a:lnTo>
                <a:lnTo>
                  <a:pt x="105689" y="1437"/>
                </a:lnTo>
                <a:close/>
                <a:moveTo>
                  <a:pt x="112090" y="49339"/>
                </a:moveTo>
                <a:cubicBezTo>
                  <a:pt x="117542" y="53280"/>
                  <a:pt x="123417" y="55251"/>
                  <a:pt x="129716" y="55251"/>
                </a:cubicBezTo>
                <a:cubicBezTo>
                  <a:pt x="138151" y="55251"/>
                  <a:pt x="142368" y="52488"/>
                  <a:pt x="142368" y="46963"/>
                </a:cubicBezTo>
                <a:cubicBezTo>
                  <a:pt x="142368" y="44606"/>
                  <a:pt x="141447" y="42663"/>
                  <a:pt x="139605" y="41134"/>
                </a:cubicBezTo>
                <a:cubicBezTo>
                  <a:pt x="137764" y="39606"/>
                  <a:pt x="134025" y="37792"/>
                  <a:pt x="128390" y="35692"/>
                </a:cubicBezTo>
                <a:cubicBezTo>
                  <a:pt x="121612" y="32966"/>
                  <a:pt x="117210" y="30268"/>
                  <a:pt x="115185" y="27598"/>
                </a:cubicBezTo>
                <a:cubicBezTo>
                  <a:pt x="113159" y="24927"/>
                  <a:pt x="112146" y="21695"/>
                  <a:pt x="112146" y="17901"/>
                </a:cubicBezTo>
                <a:cubicBezTo>
                  <a:pt x="112146" y="12487"/>
                  <a:pt x="114439" y="8150"/>
                  <a:pt x="119024" y="4890"/>
                </a:cubicBezTo>
                <a:cubicBezTo>
                  <a:pt x="123610" y="1630"/>
                  <a:pt x="129255" y="0"/>
                  <a:pt x="135959" y="0"/>
                </a:cubicBezTo>
                <a:cubicBezTo>
                  <a:pt x="141153" y="0"/>
                  <a:pt x="145978" y="902"/>
                  <a:pt x="150435" y="2707"/>
                </a:cubicBezTo>
                <a:lnTo>
                  <a:pt x="150435" y="13150"/>
                </a:lnTo>
                <a:cubicBezTo>
                  <a:pt x="145867" y="10203"/>
                  <a:pt x="140692" y="8730"/>
                  <a:pt x="134909" y="8730"/>
                </a:cubicBezTo>
                <a:cubicBezTo>
                  <a:pt x="131447" y="8730"/>
                  <a:pt x="128629" y="9485"/>
                  <a:pt x="126456" y="10995"/>
                </a:cubicBezTo>
                <a:cubicBezTo>
                  <a:pt x="124283" y="12505"/>
                  <a:pt x="123196" y="14494"/>
                  <a:pt x="123196" y="16962"/>
                </a:cubicBezTo>
                <a:cubicBezTo>
                  <a:pt x="123196" y="19393"/>
                  <a:pt x="123979" y="21290"/>
                  <a:pt x="125544" y="22653"/>
                </a:cubicBezTo>
                <a:cubicBezTo>
                  <a:pt x="127110" y="24016"/>
                  <a:pt x="130581" y="25765"/>
                  <a:pt x="135959" y="27902"/>
                </a:cubicBezTo>
                <a:cubicBezTo>
                  <a:pt x="142773" y="30443"/>
                  <a:pt x="147377" y="33077"/>
                  <a:pt x="149772" y="35803"/>
                </a:cubicBezTo>
                <a:cubicBezTo>
                  <a:pt x="152166" y="38528"/>
                  <a:pt x="153363" y="41899"/>
                  <a:pt x="153363" y="45914"/>
                </a:cubicBezTo>
                <a:cubicBezTo>
                  <a:pt x="153363" y="51512"/>
                  <a:pt x="151070" y="55923"/>
                  <a:pt x="146484" y="59146"/>
                </a:cubicBezTo>
                <a:cubicBezTo>
                  <a:pt x="141898" y="62369"/>
                  <a:pt x="135959" y="63981"/>
                  <a:pt x="128666" y="63981"/>
                </a:cubicBezTo>
                <a:cubicBezTo>
                  <a:pt x="122330" y="63981"/>
                  <a:pt x="116805" y="62784"/>
                  <a:pt x="112090" y="60389"/>
                </a:cubicBezTo>
                <a:lnTo>
                  <a:pt x="112090" y="493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np=sys.stdin.readline">
            <a:extLst xmlns:a="http://schemas.openxmlformats.org/drawingml/2006/main">
              <a:ext uri="{FF2B5EF4-FFF2-40B4-BE49-F238E27FC236}">
                <a16:creationId xmlns:a16="http://schemas.microsoft.com/office/drawing/2014/main" id="{87C48733-167D-42EC-B3FE-563CC33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3" y="656953"/>
            <a:ext cx="1232448" cy="119232"/>
          </a:xfrm>
          <a:custGeom xmlns:a="http://schemas.openxmlformats.org/drawingml/2006/main">
            <a:pathLst>
              <a:path w="1232448" h="119232">
                <a:moveTo>
                  <a:pt x="11050" y="4862"/>
                </a:moveTo>
                <a:lnTo>
                  <a:pt x="11050" y="90446"/>
                </a:lnTo>
                <a:lnTo>
                  <a:pt x="0" y="90446"/>
                </a:lnTo>
                <a:lnTo>
                  <a:pt x="0" y="4862"/>
                </a:lnTo>
                <a:lnTo>
                  <a:pt x="11050" y="4862"/>
                </a:lnTo>
                <a:close/>
                <a:moveTo>
                  <a:pt x="83614" y="90446"/>
                </a:moveTo>
                <a:lnTo>
                  <a:pt x="72840" y="90446"/>
                </a:lnTo>
                <a:lnTo>
                  <a:pt x="72840" y="55693"/>
                </a:lnTo>
                <a:cubicBezTo>
                  <a:pt x="72840" y="43133"/>
                  <a:pt x="68254" y="36852"/>
                  <a:pt x="59082" y="36852"/>
                </a:cubicBezTo>
                <a:cubicBezTo>
                  <a:pt x="54331" y="36852"/>
                  <a:pt x="50426" y="38620"/>
                  <a:pt x="47369" y="42157"/>
                </a:cubicBezTo>
                <a:cubicBezTo>
                  <a:pt x="44312" y="45693"/>
                  <a:pt x="42783" y="50168"/>
                  <a:pt x="42783" y="55583"/>
                </a:cubicBezTo>
                <a:lnTo>
                  <a:pt x="42783" y="90446"/>
                </a:lnTo>
                <a:lnTo>
                  <a:pt x="31954" y="90446"/>
                </a:lnTo>
                <a:lnTo>
                  <a:pt x="31954" y="29338"/>
                </a:lnTo>
                <a:lnTo>
                  <a:pt x="42783" y="29338"/>
                </a:lnTo>
                <a:lnTo>
                  <a:pt x="42783" y="39449"/>
                </a:lnTo>
                <a:lnTo>
                  <a:pt x="43004" y="39449"/>
                </a:lnTo>
                <a:cubicBezTo>
                  <a:pt x="47608" y="31751"/>
                  <a:pt x="54294" y="27902"/>
                  <a:pt x="63060" y="27902"/>
                </a:cubicBezTo>
                <a:cubicBezTo>
                  <a:pt x="69764" y="27902"/>
                  <a:pt x="74866" y="30047"/>
                  <a:pt x="78365" y="34339"/>
                </a:cubicBezTo>
                <a:cubicBezTo>
                  <a:pt x="81864" y="38630"/>
                  <a:pt x="83614" y="44882"/>
                  <a:pt x="83614" y="53096"/>
                </a:cubicBezTo>
                <a:lnTo>
                  <a:pt x="83614" y="90446"/>
                </a:lnTo>
                <a:close/>
                <a:moveTo>
                  <a:pt x="112441" y="81827"/>
                </a:moveTo>
                <a:lnTo>
                  <a:pt x="112441" y="118569"/>
                </a:lnTo>
                <a:lnTo>
                  <a:pt x="101612" y="118569"/>
                </a:lnTo>
                <a:lnTo>
                  <a:pt x="101612" y="29338"/>
                </a:lnTo>
                <a:lnTo>
                  <a:pt x="112441" y="29338"/>
                </a:lnTo>
                <a:lnTo>
                  <a:pt x="112441" y="39891"/>
                </a:lnTo>
                <a:lnTo>
                  <a:pt x="112662" y="39891"/>
                </a:lnTo>
                <a:cubicBezTo>
                  <a:pt x="117450" y="31898"/>
                  <a:pt x="124449" y="27902"/>
                  <a:pt x="133657" y="27902"/>
                </a:cubicBezTo>
                <a:cubicBezTo>
                  <a:pt x="141466" y="27902"/>
                  <a:pt x="147590" y="30637"/>
                  <a:pt x="152028" y="36107"/>
                </a:cubicBezTo>
                <a:cubicBezTo>
                  <a:pt x="156467" y="41576"/>
                  <a:pt x="158686" y="48916"/>
                  <a:pt x="158686" y="58124"/>
                </a:cubicBezTo>
                <a:cubicBezTo>
                  <a:pt x="158686" y="68290"/>
                  <a:pt x="156172" y="76458"/>
                  <a:pt x="151144" y="82628"/>
                </a:cubicBezTo>
                <a:cubicBezTo>
                  <a:pt x="146116" y="88798"/>
                  <a:pt x="139348" y="91882"/>
                  <a:pt x="130839" y="91882"/>
                </a:cubicBezTo>
                <a:cubicBezTo>
                  <a:pt x="122994" y="91882"/>
                  <a:pt x="116935" y="88531"/>
                  <a:pt x="112662" y="81827"/>
                </a:cubicBezTo>
                <a:lnTo>
                  <a:pt x="112441" y="81827"/>
                </a:lnTo>
                <a:moveTo>
                  <a:pt x="112386" y="65251"/>
                </a:moveTo>
                <a:cubicBezTo>
                  <a:pt x="112386" y="70224"/>
                  <a:pt x="113988" y="74414"/>
                  <a:pt x="117192" y="77821"/>
                </a:cubicBezTo>
                <a:cubicBezTo>
                  <a:pt x="120397" y="81228"/>
                  <a:pt x="124412" y="82932"/>
                  <a:pt x="129237" y="82932"/>
                </a:cubicBezTo>
                <a:cubicBezTo>
                  <a:pt x="134983" y="82932"/>
                  <a:pt x="139477" y="80722"/>
                  <a:pt x="142718" y="76302"/>
                </a:cubicBezTo>
                <a:cubicBezTo>
                  <a:pt x="145960" y="71882"/>
                  <a:pt x="147580" y="65767"/>
                  <a:pt x="147580" y="57958"/>
                </a:cubicBezTo>
                <a:cubicBezTo>
                  <a:pt x="147580" y="51365"/>
                  <a:pt x="146070" y="46199"/>
                  <a:pt x="143050" y="42460"/>
                </a:cubicBezTo>
                <a:cubicBezTo>
                  <a:pt x="140030" y="38722"/>
                  <a:pt x="135904" y="36852"/>
                  <a:pt x="130674" y="36852"/>
                </a:cubicBezTo>
                <a:cubicBezTo>
                  <a:pt x="125333" y="36852"/>
                  <a:pt x="120949" y="38749"/>
                  <a:pt x="117524" y="42543"/>
                </a:cubicBezTo>
                <a:cubicBezTo>
                  <a:pt x="114098" y="46337"/>
                  <a:pt x="112386" y="51199"/>
                  <a:pt x="112386" y="57130"/>
                </a:cubicBezTo>
                <a:lnTo>
                  <a:pt x="112386" y="65251"/>
                </a:lnTo>
                <a:close/>
                <a:moveTo>
                  <a:pt x="268307" y="46300"/>
                </a:moveTo>
                <a:lnTo>
                  <a:pt x="212006" y="46300"/>
                </a:lnTo>
                <a:lnTo>
                  <a:pt x="212006" y="37957"/>
                </a:lnTo>
                <a:lnTo>
                  <a:pt x="268307" y="37957"/>
                </a:lnTo>
                <a:lnTo>
                  <a:pt x="268307" y="46300"/>
                </a:lnTo>
                <a:moveTo>
                  <a:pt x="268307" y="71826"/>
                </a:moveTo>
                <a:lnTo>
                  <a:pt x="212006" y="71826"/>
                </a:lnTo>
                <a:lnTo>
                  <a:pt x="212006" y="63483"/>
                </a:lnTo>
                <a:lnTo>
                  <a:pt x="268307" y="63483"/>
                </a:lnTo>
                <a:lnTo>
                  <a:pt x="268307" y="71826"/>
                </a:lnTo>
                <a:close/>
                <a:moveTo>
                  <a:pt x="321522" y="77241"/>
                </a:moveTo>
                <a:cubicBezTo>
                  <a:pt x="326973" y="81182"/>
                  <a:pt x="332848" y="83153"/>
                  <a:pt x="339147" y="83153"/>
                </a:cubicBezTo>
                <a:cubicBezTo>
                  <a:pt x="347582" y="83153"/>
                  <a:pt x="351799" y="80390"/>
                  <a:pt x="351799" y="74865"/>
                </a:cubicBezTo>
                <a:cubicBezTo>
                  <a:pt x="351799" y="72508"/>
                  <a:pt x="350878" y="70565"/>
                  <a:pt x="349037" y="69036"/>
                </a:cubicBezTo>
                <a:cubicBezTo>
                  <a:pt x="347195" y="67508"/>
                  <a:pt x="343456" y="65693"/>
                  <a:pt x="337821" y="63594"/>
                </a:cubicBezTo>
                <a:cubicBezTo>
                  <a:pt x="331043" y="60868"/>
                  <a:pt x="326642" y="58170"/>
                  <a:pt x="324616" y="55500"/>
                </a:cubicBezTo>
                <a:cubicBezTo>
                  <a:pt x="322590" y="52829"/>
                  <a:pt x="321577" y="49597"/>
                  <a:pt x="321577" y="45803"/>
                </a:cubicBezTo>
                <a:cubicBezTo>
                  <a:pt x="321577" y="40389"/>
                  <a:pt x="323870" y="36051"/>
                  <a:pt x="328456" y="32791"/>
                </a:cubicBezTo>
                <a:cubicBezTo>
                  <a:pt x="333041" y="29532"/>
                  <a:pt x="338686" y="27902"/>
                  <a:pt x="345390" y="27902"/>
                </a:cubicBezTo>
                <a:cubicBezTo>
                  <a:pt x="350584" y="27902"/>
                  <a:pt x="355409" y="28804"/>
                  <a:pt x="359866" y="30609"/>
                </a:cubicBezTo>
                <a:lnTo>
                  <a:pt x="359866" y="41052"/>
                </a:lnTo>
                <a:cubicBezTo>
                  <a:pt x="355298" y="38105"/>
                  <a:pt x="350123" y="36631"/>
                  <a:pt x="344340" y="36631"/>
                </a:cubicBezTo>
                <a:cubicBezTo>
                  <a:pt x="340878" y="36631"/>
                  <a:pt x="338060" y="37387"/>
                  <a:pt x="335887" y="38897"/>
                </a:cubicBezTo>
                <a:cubicBezTo>
                  <a:pt x="333714" y="40407"/>
                  <a:pt x="332627" y="42396"/>
                  <a:pt x="332627" y="44864"/>
                </a:cubicBezTo>
                <a:cubicBezTo>
                  <a:pt x="332627" y="47295"/>
                  <a:pt x="333410" y="49192"/>
                  <a:pt x="334975" y="50555"/>
                </a:cubicBezTo>
                <a:cubicBezTo>
                  <a:pt x="336541" y="51918"/>
                  <a:pt x="340012" y="53667"/>
                  <a:pt x="345390" y="55804"/>
                </a:cubicBezTo>
                <a:cubicBezTo>
                  <a:pt x="352204" y="58345"/>
                  <a:pt x="356809" y="60979"/>
                  <a:pt x="359203" y="63704"/>
                </a:cubicBezTo>
                <a:cubicBezTo>
                  <a:pt x="361597" y="66430"/>
                  <a:pt x="362794" y="69800"/>
                  <a:pt x="362794" y="73815"/>
                </a:cubicBezTo>
                <a:cubicBezTo>
                  <a:pt x="362794" y="79414"/>
                  <a:pt x="360501" y="83825"/>
                  <a:pt x="355915" y="87048"/>
                </a:cubicBezTo>
                <a:cubicBezTo>
                  <a:pt x="351330" y="90271"/>
                  <a:pt x="345390" y="91882"/>
                  <a:pt x="338097" y="91882"/>
                </a:cubicBezTo>
                <a:cubicBezTo>
                  <a:pt x="331761" y="91882"/>
                  <a:pt x="326236" y="90685"/>
                  <a:pt x="321522" y="88291"/>
                </a:cubicBezTo>
                <a:lnTo>
                  <a:pt x="321522" y="77241"/>
                </a:lnTo>
                <a:close/>
                <a:moveTo>
                  <a:pt x="427211" y="29338"/>
                </a:moveTo>
                <a:lnTo>
                  <a:pt x="399475" y="99673"/>
                </a:lnTo>
                <a:cubicBezTo>
                  <a:pt x="394318" y="112712"/>
                  <a:pt x="387043" y="119232"/>
                  <a:pt x="377650" y="119232"/>
                </a:cubicBezTo>
                <a:cubicBezTo>
                  <a:pt x="374962" y="119232"/>
                  <a:pt x="372659" y="118937"/>
                  <a:pt x="370744" y="118348"/>
                </a:cubicBezTo>
                <a:lnTo>
                  <a:pt x="370744" y="108845"/>
                </a:lnTo>
                <a:cubicBezTo>
                  <a:pt x="372844" y="109655"/>
                  <a:pt x="374869" y="110060"/>
                  <a:pt x="376822" y="110060"/>
                </a:cubicBezTo>
                <a:cubicBezTo>
                  <a:pt x="381721" y="110060"/>
                  <a:pt x="385386" y="107187"/>
                  <a:pt x="387817" y="101441"/>
                </a:cubicBezTo>
                <a:lnTo>
                  <a:pt x="392513" y="90335"/>
                </a:lnTo>
                <a:lnTo>
                  <a:pt x="368534" y="29338"/>
                </a:lnTo>
                <a:lnTo>
                  <a:pt x="380523" y="29338"/>
                </a:lnTo>
                <a:lnTo>
                  <a:pt x="396491" y="75252"/>
                </a:lnTo>
                <a:lnTo>
                  <a:pt x="397817" y="80280"/>
                </a:lnTo>
                <a:lnTo>
                  <a:pt x="398093" y="80280"/>
                </a:lnTo>
                <a:cubicBezTo>
                  <a:pt x="398314" y="79138"/>
                  <a:pt x="398756" y="77499"/>
                  <a:pt x="399419" y="75362"/>
                </a:cubicBezTo>
                <a:lnTo>
                  <a:pt x="416105" y="29338"/>
                </a:lnTo>
                <a:lnTo>
                  <a:pt x="427211" y="29338"/>
                </a:lnTo>
                <a:close/>
                <a:moveTo>
                  <a:pt x="433612" y="77241"/>
                </a:moveTo>
                <a:cubicBezTo>
                  <a:pt x="439063" y="81182"/>
                  <a:pt x="444939" y="83153"/>
                  <a:pt x="451237" y="83153"/>
                </a:cubicBezTo>
                <a:cubicBezTo>
                  <a:pt x="459672" y="83153"/>
                  <a:pt x="463890" y="80390"/>
                  <a:pt x="463890" y="74865"/>
                </a:cubicBezTo>
                <a:cubicBezTo>
                  <a:pt x="463890" y="72508"/>
                  <a:pt x="462969" y="70565"/>
                  <a:pt x="461127" y="69036"/>
                </a:cubicBezTo>
                <a:cubicBezTo>
                  <a:pt x="459285" y="67508"/>
                  <a:pt x="455547" y="65693"/>
                  <a:pt x="449911" y="63594"/>
                </a:cubicBezTo>
                <a:cubicBezTo>
                  <a:pt x="443134" y="60868"/>
                  <a:pt x="438732" y="58170"/>
                  <a:pt x="436706" y="55500"/>
                </a:cubicBezTo>
                <a:cubicBezTo>
                  <a:pt x="434680" y="52829"/>
                  <a:pt x="433667" y="49597"/>
                  <a:pt x="433667" y="45803"/>
                </a:cubicBezTo>
                <a:cubicBezTo>
                  <a:pt x="433667" y="40389"/>
                  <a:pt x="435960" y="36051"/>
                  <a:pt x="440546" y="32791"/>
                </a:cubicBezTo>
                <a:cubicBezTo>
                  <a:pt x="445132" y="29532"/>
                  <a:pt x="450777" y="27902"/>
                  <a:pt x="457481" y="27902"/>
                </a:cubicBezTo>
                <a:cubicBezTo>
                  <a:pt x="462674" y="27902"/>
                  <a:pt x="467499" y="28804"/>
                  <a:pt x="471956" y="30609"/>
                </a:cubicBezTo>
                <a:lnTo>
                  <a:pt x="471956" y="41052"/>
                </a:lnTo>
                <a:cubicBezTo>
                  <a:pt x="467389" y="38105"/>
                  <a:pt x="462214" y="36631"/>
                  <a:pt x="456431" y="36631"/>
                </a:cubicBezTo>
                <a:cubicBezTo>
                  <a:pt x="452968" y="36631"/>
                  <a:pt x="450151" y="37387"/>
                  <a:pt x="447977" y="38897"/>
                </a:cubicBezTo>
                <a:cubicBezTo>
                  <a:pt x="445804" y="40407"/>
                  <a:pt x="444718" y="42396"/>
                  <a:pt x="444718" y="44864"/>
                </a:cubicBezTo>
                <a:cubicBezTo>
                  <a:pt x="444718" y="47295"/>
                  <a:pt x="445500" y="49192"/>
                  <a:pt x="447066" y="50555"/>
                </a:cubicBezTo>
                <a:cubicBezTo>
                  <a:pt x="448631" y="51918"/>
                  <a:pt x="452103" y="53667"/>
                  <a:pt x="457481" y="55804"/>
                </a:cubicBezTo>
                <a:cubicBezTo>
                  <a:pt x="464295" y="58345"/>
                  <a:pt x="468899" y="60979"/>
                  <a:pt x="471293" y="63704"/>
                </a:cubicBezTo>
                <a:cubicBezTo>
                  <a:pt x="473687" y="66430"/>
                  <a:pt x="474885" y="69800"/>
                  <a:pt x="474885" y="73815"/>
                </a:cubicBezTo>
                <a:cubicBezTo>
                  <a:pt x="474885" y="79414"/>
                  <a:pt x="472592" y="83825"/>
                  <a:pt x="468006" y="87048"/>
                </a:cubicBezTo>
                <a:cubicBezTo>
                  <a:pt x="463420" y="90271"/>
                  <a:pt x="457481" y="91882"/>
                  <a:pt x="450187" y="91882"/>
                </a:cubicBezTo>
                <a:cubicBezTo>
                  <a:pt x="443852" y="91882"/>
                  <a:pt x="438327" y="90685"/>
                  <a:pt x="433612" y="88291"/>
                </a:cubicBezTo>
                <a:lnTo>
                  <a:pt x="433612" y="77241"/>
                </a:lnTo>
                <a:close/>
                <a:moveTo>
                  <a:pt x="486481" y="84755"/>
                </a:moveTo>
                <a:cubicBezTo>
                  <a:pt x="486481" y="82766"/>
                  <a:pt x="487162" y="81090"/>
                  <a:pt x="488525" y="79727"/>
                </a:cubicBezTo>
                <a:cubicBezTo>
                  <a:pt x="489888" y="78364"/>
                  <a:pt x="491583" y="77683"/>
                  <a:pt x="493608" y="77683"/>
                </a:cubicBezTo>
                <a:cubicBezTo>
                  <a:pt x="495671" y="77683"/>
                  <a:pt x="497384" y="78374"/>
                  <a:pt x="498747" y="79755"/>
                </a:cubicBezTo>
                <a:cubicBezTo>
                  <a:pt x="500110" y="81136"/>
                  <a:pt x="500791" y="82803"/>
                  <a:pt x="500791" y="84755"/>
                </a:cubicBezTo>
                <a:cubicBezTo>
                  <a:pt x="500791" y="86670"/>
                  <a:pt x="500110" y="88319"/>
                  <a:pt x="498747" y="89700"/>
                </a:cubicBezTo>
                <a:cubicBezTo>
                  <a:pt x="497384" y="91081"/>
                  <a:pt x="495653" y="91772"/>
                  <a:pt x="493553" y="91772"/>
                </a:cubicBezTo>
                <a:cubicBezTo>
                  <a:pt x="491527" y="91772"/>
                  <a:pt x="489842" y="91081"/>
                  <a:pt x="488498" y="89700"/>
                </a:cubicBezTo>
                <a:cubicBezTo>
                  <a:pt x="487153" y="88319"/>
                  <a:pt x="486481" y="86670"/>
                  <a:pt x="486481" y="84755"/>
                </a:cubicBezTo>
                <a:close/>
                <a:moveTo>
                  <a:pt x="513454" y="77241"/>
                </a:moveTo>
                <a:cubicBezTo>
                  <a:pt x="518905" y="81182"/>
                  <a:pt x="524780" y="83153"/>
                  <a:pt x="531079" y="83153"/>
                </a:cubicBezTo>
                <a:cubicBezTo>
                  <a:pt x="539514" y="83153"/>
                  <a:pt x="543731" y="80390"/>
                  <a:pt x="543731" y="74865"/>
                </a:cubicBezTo>
                <a:cubicBezTo>
                  <a:pt x="543731" y="72508"/>
                  <a:pt x="542810" y="70565"/>
                  <a:pt x="540969" y="69036"/>
                </a:cubicBezTo>
                <a:cubicBezTo>
                  <a:pt x="539127" y="67508"/>
                  <a:pt x="535388" y="65693"/>
                  <a:pt x="529753" y="63594"/>
                </a:cubicBezTo>
                <a:cubicBezTo>
                  <a:pt x="522975" y="60868"/>
                  <a:pt x="518574" y="58170"/>
                  <a:pt x="516548" y="55500"/>
                </a:cubicBezTo>
                <a:cubicBezTo>
                  <a:pt x="514522" y="52829"/>
                  <a:pt x="513509" y="49597"/>
                  <a:pt x="513509" y="45803"/>
                </a:cubicBezTo>
                <a:cubicBezTo>
                  <a:pt x="513509" y="40389"/>
                  <a:pt x="515802" y="36051"/>
                  <a:pt x="520388" y="32791"/>
                </a:cubicBezTo>
                <a:cubicBezTo>
                  <a:pt x="524973" y="29532"/>
                  <a:pt x="530618" y="27902"/>
                  <a:pt x="537322" y="27902"/>
                </a:cubicBezTo>
                <a:cubicBezTo>
                  <a:pt x="542516" y="27902"/>
                  <a:pt x="547341" y="28804"/>
                  <a:pt x="551798" y="30609"/>
                </a:cubicBezTo>
                <a:lnTo>
                  <a:pt x="551798" y="41052"/>
                </a:lnTo>
                <a:cubicBezTo>
                  <a:pt x="547230" y="38105"/>
                  <a:pt x="542055" y="36631"/>
                  <a:pt x="536272" y="36631"/>
                </a:cubicBezTo>
                <a:cubicBezTo>
                  <a:pt x="532810" y="36631"/>
                  <a:pt x="529992" y="37387"/>
                  <a:pt x="527819" y="38897"/>
                </a:cubicBezTo>
                <a:cubicBezTo>
                  <a:pt x="525646" y="40407"/>
                  <a:pt x="524559" y="42396"/>
                  <a:pt x="524559" y="44864"/>
                </a:cubicBezTo>
                <a:cubicBezTo>
                  <a:pt x="524559" y="47295"/>
                  <a:pt x="525342" y="49192"/>
                  <a:pt x="526907" y="50555"/>
                </a:cubicBezTo>
                <a:cubicBezTo>
                  <a:pt x="528473" y="51918"/>
                  <a:pt x="531944" y="53667"/>
                  <a:pt x="537322" y="55804"/>
                </a:cubicBezTo>
                <a:cubicBezTo>
                  <a:pt x="544136" y="58345"/>
                  <a:pt x="548741" y="60979"/>
                  <a:pt x="551135" y="63704"/>
                </a:cubicBezTo>
                <a:cubicBezTo>
                  <a:pt x="553529" y="66430"/>
                  <a:pt x="554726" y="69800"/>
                  <a:pt x="554726" y="73815"/>
                </a:cubicBezTo>
                <a:cubicBezTo>
                  <a:pt x="554726" y="79414"/>
                  <a:pt x="552433" y="83825"/>
                  <a:pt x="547847" y="87048"/>
                </a:cubicBezTo>
                <a:cubicBezTo>
                  <a:pt x="543262" y="90271"/>
                  <a:pt x="537322" y="91882"/>
                  <a:pt x="530029" y="91882"/>
                </a:cubicBezTo>
                <a:cubicBezTo>
                  <a:pt x="523693" y="91882"/>
                  <a:pt x="518168" y="90685"/>
                  <a:pt x="513454" y="88291"/>
                </a:cubicBezTo>
                <a:lnTo>
                  <a:pt x="513454" y="77241"/>
                </a:lnTo>
                <a:close/>
                <a:moveTo>
                  <a:pt x="598755" y="89838"/>
                </a:moveTo>
                <a:cubicBezTo>
                  <a:pt x="596398" y="91127"/>
                  <a:pt x="593211" y="91772"/>
                  <a:pt x="589197" y="91772"/>
                </a:cubicBezTo>
                <a:cubicBezTo>
                  <a:pt x="578257" y="91772"/>
                  <a:pt x="572787" y="85713"/>
                  <a:pt x="572787" y="73594"/>
                </a:cubicBezTo>
                <a:lnTo>
                  <a:pt x="572787" y="38289"/>
                </a:lnTo>
                <a:lnTo>
                  <a:pt x="562289" y="38289"/>
                </a:lnTo>
                <a:lnTo>
                  <a:pt x="562289" y="29338"/>
                </a:lnTo>
                <a:lnTo>
                  <a:pt x="572787" y="29338"/>
                </a:lnTo>
                <a:lnTo>
                  <a:pt x="572787" y="14642"/>
                </a:lnTo>
                <a:lnTo>
                  <a:pt x="583561" y="11216"/>
                </a:lnTo>
                <a:lnTo>
                  <a:pt x="583561" y="29338"/>
                </a:lnTo>
                <a:lnTo>
                  <a:pt x="598755" y="29338"/>
                </a:lnTo>
                <a:lnTo>
                  <a:pt x="598755" y="38289"/>
                </a:lnTo>
                <a:lnTo>
                  <a:pt x="583561" y="38289"/>
                </a:lnTo>
                <a:lnTo>
                  <a:pt x="583561" y="71661"/>
                </a:lnTo>
                <a:cubicBezTo>
                  <a:pt x="583561" y="75676"/>
                  <a:pt x="584242" y="78549"/>
                  <a:pt x="585605" y="80280"/>
                </a:cubicBezTo>
                <a:cubicBezTo>
                  <a:pt x="586968" y="82011"/>
                  <a:pt x="589233" y="82877"/>
                  <a:pt x="592401" y="82877"/>
                </a:cubicBezTo>
                <a:cubicBezTo>
                  <a:pt x="594832" y="82877"/>
                  <a:pt x="596950" y="82195"/>
                  <a:pt x="598755" y="80832"/>
                </a:cubicBezTo>
                <a:lnTo>
                  <a:pt x="598755" y="89838"/>
                </a:lnTo>
                <a:close/>
                <a:moveTo>
                  <a:pt x="663227" y="90446"/>
                </a:moveTo>
                <a:lnTo>
                  <a:pt x="652398" y="90446"/>
                </a:lnTo>
                <a:lnTo>
                  <a:pt x="652398" y="80280"/>
                </a:lnTo>
                <a:lnTo>
                  <a:pt x="652177" y="80280"/>
                </a:lnTo>
                <a:cubicBezTo>
                  <a:pt x="647720" y="88015"/>
                  <a:pt x="640795" y="91882"/>
                  <a:pt x="631403" y="91882"/>
                </a:cubicBezTo>
                <a:cubicBezTo>
                  <a:pt x="623667" y="91882"/>
                  <a:pt x="617516" y="89129"/>
                  <a:pt x="612949" y="83622"/>
                </a:cubicBezTo>
                <a:cubicBezTo>
                  <a:pt x="608381" y="78116"/>
                  <a:pt x="606098" y="70684"/>
                  <a:pt x="606098" y="61329"/>
                </a:cubicBezTo>
                <a:cubicBezTo>
                  <a:pt x="606098" y="51236"/>
                  <a:pt x="608676" y="43142"/>
                  <a:pt x="613833" y="37046"/>
                </a:cubicBezTo>
                <a:cubicBezTo>
                  <a:pt x="618989" y="30950"/>
                  <a:pt x="625730" y="27902"/>
                  <a:pt x="634055" y="27902"/>
                </a:cubicBezTo>
                <a:cubicBezTo>
                  <a:pt x="642379" y="27902"/>
                  <a:pt x="648420" y="31143"/>
                  <a:pt x="652177" y="37626"/>
                </a:cubicBezTo>
                <a:lnTo>
                  <a:pt x="652398" y="37626"/>
                </a:lnTo>
                <a:lnTo>
                  <a:pt x="652398" y="0"/>
                </a:lnTo>
                <a:lnTo>
                  <a:pt x="663227" y="0"/>
                </a:lnTo>
                <a:lnTo>
                  <a:pt x="663227" y="90446"/>
                </a:lnTo>
                <a:moveTo>
                  <a:pt x="652453" y="54091"/>
                </a:moveTo>
                <a:cubicBezTo>
                  <a:pt x="652453" y="49192"/>
                  <a:pt x="650842" y="45094"/>
                  <a:pt x="647619" y="41797"/>
                </a:cubicBezTo>
                <a:cubicBezTo>
                  <a:pt x="644396" y="38501"/>
                  <a:pt x="640427" y="36852"/>
                  <a:pt x="635712" y="36852"/>
                </a:cubicBezTo>
                <a:cubicBezTo>
                  <a:pt x="629966" y="36852"/>
                  <a:pt x="625435" y="38998"/>
                  <a:pt x="622120" y="43289"/>
                </a:cubicBezTo>
                <a:cubicBezTo>
                  <a:pt x="618805" y="47580"/>
                  <a:pt x="617148" y="53428"/>
                  <a:pt x="617148" y="60831"/>
                </a:cubicBezTo>
                <a:cubicBezTo>
                  <a:pt x="617148" y="67646"/>
                  <a:pt x="618741" y="73033"/>
                  <a:pt x="621927" y="76992"/>
                </a:cubicBezTo>
                <a:cubicBezTo>
                  <a:pt x="625113" y="80952"/>
                  <a:pt x="629358" y="82932"/>
                  <a:pt x="634662" y="82932"/>
                </a:cubicBezTo>
                <a:cubicBezTo>
                  <a:pt x="639893" y="82932"/>
                  <a:pt x="644166" y="80989"/>
                  <a:pt x="647481" y="77103"/>
                </a:cubicBezTo>
                <a:cubicBezTo>
                  <a:pt x="650796" y="73217"/>
                  <a:pt x="652453" y="68382"/>
                  <a:pt x="652453" y="62599"/>
                </a:cubicBezTo>
                <a:lnTo>
                  <a:pt x="652453" y="54091"/>
                </a:lnTo>
                <a:close/>
                <a:moveTo>
                  <a:pt x="681652" y="7790"/>
                </a:moveTo>
                <a:cubicBezTo>
                  <a:pt x="681652" y="5875"/>
                  <a:pt x="682306" y="4264"/>
                  <a:pt x="683614" y="2956"/>
                </a:cubicBezTo>
                <a:cubicBezTo>
                  <a:pt x="684921" y="1648"/>
                  <a:pt x="686533" y="995"/>
                  <a:pt x="688448" y="995"/>
                </a:cubicBezTo>
                <a:cubicBezTo>
                  <a:pt x="690400" y="995"/>
                  <a:pt x="692049" y="1639"/>
                  <a:pt x="693393" y="2928"/>
                </a:cubicBezTo>
                <a:cubicBezTo>
                  <a:pt x="694737" y="4217"/>
                  <a:pt x="695410" y="5838"/>
                  <a:pt x="695410" y="7790"/>
                </a:cubicBezTo>
                <a:cubicBezTo>
                  <a:pt x="695410" y="9706"/>
                  <a:pt x="694737" y="11299"/>
                  <a:pt x="693393" y="12570"/>
                </a:cubicBezTo>
                <a:cubicBezTo>
                  <a:pt x="692049" y="13840"/>
                  <a:pt x="690400" y="14476"/>
                  <a:pt x="688448" y="14476"/>
                </a:cubicBezTo>
                <a:cubicBezTo>
                  <a:pt x="686496" y="14476"/>
                  <a:pt x="684875" y="13840"/>
                  <a:pt x="683586" y="12570"/>
                </a:cubicBezTo>
                <a:cubicBezTo>
                  <a:pt x="682297" y="11299"/>
                  <a:pt x="681652" y="9706"/>
                  <a:pt x="681652" y="7790"/>
                </a:cubicBezTo>
                <a:moveTo>
                  <a:pt x="682923" y="90446"/>
                </a:moveTo>
                <a:lnTo>
                  <a:pt x="682923" y="29338"/>
                </a:lnTo>
                <a:lnTo>
                  <a:pt x="693752" y="29338"/>
                </a:lnTo>
                <a:lnTo>
                  <a:pt x="693752" y="90446"/>
                </a:lnTo>
                <a:lnTo>
                  <a:pt x="682923" y="90446"/>
                </a:lnTo>
                <a:close/>
                <a:moveTo>
                  <a:pt x="764997" y="90446"/>
                </a:moveTo>
                <a:lnTo>
                  <a:pt x="754223" y="90446"/>
                </a:lnTo>
                <a:lnTo>
                  <a:pt x="754223" y="55693"/>
                </a:lnTo>
                <a:cubicBezTo>
                  <a:pt x="754223" y="43133"/>
                  <a:pt x="749637" y="36852"/>
                  <a:pt x="740466" y="36852"/>
                </a:cubicBezTo>
                <a:cubicBezTo>
                  <a:pt x="735714" y="36852"/>
                  <a:pt x="731810" y="38620"/>
                  <a:pt x="728752" y="42157"/>
                </a:cubicBezTo>
                <a:cubicBezTo>
                  <a:pt x="725695" y="45693"/>
                  <a:pt x="724167" y="50168"/>
                  <a:pt x="724167" y="55583"/>
                </a:cubicBezTo>
                <a:lnTo>
                  <a:pt x="724167" y="90446"/>
                </a:lnTo>
                <a:lnTo>
                  <a:pt x="713337" y="90446"/>
                </a:lnTo>
                <a:lnTo>
                  <a:pt x="713337" y="29338"/>
                </a:lnTo>
                <a:lnTo>
                  <a:pt x="724167" y="29338"/>
                </a:lnTo>
                <a:lnTo>
                  <a:pt x="724167" y="39449"/>
                </a:lnTo>
                <a:lnTo>
                  <a:pt x="724388" y="39449"/>
                </a:lnTo>
                <a:cubicBezTo>
                  <a:pt x="728992" y="31751"/>
                  <a:pt x="735677" y="27902"/>
                  <a:pt x="744444" y="27902"/>
                </a:cubicBezTo>
                <a:cubicBezTo>
                  <a:pt x="751148" y="27902"/>
                  <a:pt x="756249" y="30047"/>
                  <a:pt x="759748" y="34339"/>
                </a:cubicBezTo>
                <a:cubicBezTo>
                  <a:pt x="763248" y="38630"/>
                  <a:pt x="764997" y="44882"/>
                  <a:pt x="764997" y="53096"/>
                </a:cubicBezTo>
                <a:lnTo>
                  <a:pt x="764997" y="90446"/>
                </a:lnTo>
                <a:close/>
                <a:moveTo>
                  <a:pt x="779980" y="84755"/>
                </a:moveTo>
                <a:cubicBezTo>
                  <a:pt x="779980" y="82766"/>
                  <a:pt x="780662" y="81090"/>
                  <a:pt x="782025" y="79727"/>
                </a:cubicBezTo>
                <a:cubicBezTo>
                  <a:pt x="783387" y="78364"/>
                  <a:pt x="785082" y="77683"/>
                  <a:pt x="787108" y="77683"/>
                </a:cubicBezTo>
                <a:cubicBezTo>
                  <a:pt x="789170" y="77683"/>
                  <a:pt x="790883" y="78374"/>
                  <a:pt x="792246" y="79755"/>
                </a:cubicBezTo>
                <a:cubicBezTo>
                  <a:pt x="793609" y="81136"/>
                  <a:pt x="794290" y="82803"/>
                  <a:pt x="794290" y="84755"/>
                </a:cubicBezTo>
                <a:cubicBezTo>
                  <a:pt x="794290" y="86670"/>
                  <a:pt x="793609" y="88319"/>
                  <a:pt x="792246" y="89700"/>
                </a:cubicBezTo>
                <a:cubicBezTo>
                  <a:pt x="790883" y="91081"/>
                  <a:pt x="789152" y="91772"/>
                  <a:pt x="787052" y="91772"/>
                </a:cubicBezTo>
                <a:cubicBezTo>
                  <a:pt x="785027" y="91772"/>
                  <a:pt x="783341" y="91081"/>
                  <a:pt x="781997" y="89700"/>
                </a:cubicBezTo>
                <a:cubicBezTo>
                  <a:pt x="780653" y="88319"/>
                  <a:pt x="779980" y="86670"/>
                  <a:pt x="779980" y="84755"/>
                </a:cubicBezTo>
                <a:close/>
                <a:moveTo>
                  <a:pt x="843142" y="40057"/>
                </a:moveTo>
                <a:cubicBezTo>
                  <a:pt x="841337" y="38768"/>
                  <a:pt x="838851" y="38123"/>
                  <a:pt x="835683" y="38123"/>
                </a:cubicBezTo>
                <a:cubicBezTo>
                  <a:pt x="831484" y="38123"/>
                  <a:pt x="828022" y="40085"/>
                  <a:pt x="825296" y="44007"/>
                </a:cubicBezTo>
                <a:cubicBezTo>
                  <a:pt x="822570" y="47930"/>
                  <a:pt x="821208" y="53096"/>
                  <a:pt x="821208" y="59505"/>
                </a:cubicBezTo>
                <a:lnTo>
                  <a:pt x="821208" y="90446"/>
                </a:lnTo>
                <a:lnTo>
                  <a:pt x="810378" y="90446"/>
                </a:lnTo>
                <a:lnTo>
                  <a:pt x="810378" y="29338"/>
                </a:lnTo>
                <a:lnTo>
                  <a:pt x="821208" y="29338"/>
                </a:lnTo>
                <a:lnTo>
                  <a:pt x="821208" y="41770"/>
                </a:lnTo>
                <a:lnTo>
                  <a:pt x="821429" y="41770"/>
                </a:lnTo>
                <a:cubicBezTo>
                  <a:pt x="824523" y="32782"/>
                  <a:pt x="829864" y="28289"/>
                  <a:pt x="837451" y="28289"/>
                </a:cubicBezTo>
                <a:cubicBezTo>
                  <a:pt x="839919" y="28289"/>
                  <a:pt x="841816" y="28565"/>
                  <a:pt x="843142" y="29117"/>
                </a:cubicBezTo>
                <a:lnTo>
                  <a:pt x="843142" y="40057"/>
                </a:lnTo>
                <a:close/>
                <a:moveTo>
                  <a:pt x="901947" y="62655"/>
                </a:moveTo>
                <a:lnTo>
                  <a:pt x="859183" y="62655"/>
                </a:lnTo>
                <a:cubicBezTo>
                  <a:pt x="859367" y="69174"/>
                  <a:pt x="861154" y="74211"/>
                  <a:pt x="864542" y="77766"/>
                </a:cubicBezTo>
                <a:cubicBezTo>
                  <a:pt x="867931" y="81320"/>
                  <a:pt x="872664" y="83098"/>
                  <a:pt x="878742" y="83098"/>
                </a:cubicBezTo>
                <a:cubicBezTo>
                  <a:pt x="885593" y="83098"/>
                  <a:pt x="891873" y="80906"/>
                  <a:pt x="897583" y="76523"/>
                </a:cubicBezTo>
                <a:lnTo>
                  <a:pt x="897583" y="86192"/>
                </a:lnTo>
                <a:cubicBezTo>
                  <a:pt x="892205" y="89986"/>
                  <a:pt x="885077" y="91882"/>
                  <a:pt x="876200" y="91882"/>
                </a:cubicBezTo>
                <a:cubicBezTo>
                  <a:pt x="867360" y="91882"/>
                  <a:pt x="860463" y="89083"/>
                  <a:pt x="855509" y="83484"/>
                </a:cubicBezTo>
                <a:cubicBezTo>
                  <a:pt x="850555" y="77886"/>
                  <a:pt x="848078" y="70114"/>
                  <a:pt x="848078" y="60168"/>
                </a:cubicBezTo>
                <a:cubicBezTo>
                  <a:pt x="848078" y="50813"/>
                  <a:pt x="850794" y="43096"/>
                  <a:pt x="856227" y="37018"/>
                </a:cubicBezTo>
                <a:cubicBezTo>
                  <a:pt x="861660" y="30941"/>
                  <a:pt x="868410" y="27902"/>
                  <a:pt x="876477" y="27902"/>
                </a:cubicBezTo>
                <a:cubicBezTo>
                  <a:pt x="884470" y="27902"/>
                  <a:pt x="890713" y="30471"/>
                  <a:pt x="895207" y="35609"/>
                </a:cubicBezTo>
                <a:cubicBezTo>
                  <a:pt x="899701" y="40748"/>
                  <a:pt x="901947" y="47939"/>
                  <a:pt x="901947" y="57185"/>
                </a:cubicBezTo>
                <a:lnTo>
                  <a:pt x="901947" y="62655"/>
                </a:lnTo>
                <a:moveTo>
                  <a:pt x="891118" y="53980"/>
                </a:moveTo>
                <a:cubicBezTo>
                  <a:pt x="891081" y="48455"/>
                  <a:pt x="889774" y="44182"/>
                  <a:pt x="887195" y="41162"/>
                </a:cubicBezTo>
                <a:cubicBezTo>
                  <a:pt x="884617" y="38142"/>
                  <a:pt x="880989" y="36631"/>
                  <a:pt x="876311" y="36631"/>
                </a:cubicBezTo>
                <a:cubicBezTo>
                  <a:pt x="872001" y="36631"/>
                  <a:pt x="868272" y="38234"/>
                  <a:pt x="865123" y="41438"/>
                </a:cubicBezTo>
                <a:cubicBezTo>
                  <a:pt x="861973" y="44643"/>
                  <a:pt x="859993" y="48824"/>
                  <a:pt x="859183" y="53980"/>
                </a:cubicBezTo>
                <a:lnTo>
                  <a:pt x="891118" y="53980"/>
                </a:lnTo>
                <a:close/>
                <a:moveTo>
                  <a:pt x="918248" y="33593"/>
                </a:moveTo>
                <a:cubicBezTo>
                  <a:pt x="924325" y="29799"/>
                  <a:pt x="931342" y="27902"/>
                  <a:pt x="939298" y="27902"/>
                </a:cubicBezTo>
                <a:cubicBezTo>
                  <a:pt x="954032" y="27902"/>
                  <a:pt x="961399" y="35637"/>
                  <a:pt x="961399" y="51107"/>
                </a:cubicBezTo>
                <a:lnTo>
                  <a:pt x="961399" y="90446"/>
                </a:lnTo>
                <a:lnTo>
                  <a:pt x="950680" y="90446"/>
                </a:lnTo>
                <a:lnTo>
                  <a:pt x="950680" y="80998"/>
                </a:lnTo>
                <a:lnTo>
                  <a:pt x="950404" y="80998"/>
                </a:lnTo>
                <a:cubicBezTo>
                  <a:pt x="946168" y="88254"/>
                  <a:pt x="939924" y="91882"/>
                  <a:pt x="931674" y="91882"/>
                </a:cubicBezTo>
                <a:cubicBezTo>
                  <a:pt x="925743" y="91882"/>
                  <a:pt x="921029" y="90280"/>
                  <a:pt x="917529" y="87076"/>
                </a:cubicBezTo>
                <a:cubicBezTo>
                  <a:pt x="914030" y="83871"/>
                  <a:pt x="912280" y="79543"/>
                  <a:pt x="912280" y="74092"/>
                </a:cubicBezTo>
                <a:cubicBezTo>
                  <a:pt x="912280" y="62673"/>
                  <a:pt x="919039" y="56025"/>
                  <a:pt x="932558" y="54146"/>
                </a:cubicBezTo>
                <a:lnTo>
                  <a:pt x="950680" y="51604"/>
                </a:lnTo>
                <a:cubicBezTo>
                  <a:pt x="950680" y="41622"/>
                  <a:pt x="946554" y="36631"/>
                  <a:pt x="938304" y="36631"/>
                </a:cubicBezTo>
                <a:cubicBezTo>
                  <a:pt x="930974" y="36631"/>
                  <a:pt x="924288" y="39099"/>
                  <a:pt x="918248" y="44035"/>
                </a:cubicBezTo>
                <a:lnTo>
                  <a:pt x="918248" y="33593"/>
                </a:lnTo>
                <a:moveTo>
                  <a:pt x="936370" y="61715"/>
                </a:moveTo>
                <a:cubicBezTo>
                  <a:pt x="931360" y="62378"/>
                  <a:pt x="927907" y="63631"/>
                  <a:pt x="926010" y="65472"/>
                </a:cubicBezTo>
                <a:cubicBezTo>
                  <a:pt x="924113" y="67314"/>
                  <a:pt x="923165" y="69893"/>
                  <a:pt x="923165" y="73208"/>
                </a:cubicBezTo>
                <a:cubicBezTo>
                  <a:pt x="923165" y="76118"/>
                  <a:pt x="924196" y="78493"/>
                  <a:pt x="926259" y="80335"/>
                </a:cubicBezTo>
                <a:cubicBezTo>
                  <a:pt x="928322" y="82177"/>
                  <a:pt x="931047" y="83098"/>
                  <a:pt x="934436" y="83098"/>
                </a:cubicBezTo>
                <a:cubicBezTo>
                  <a:pt x="939151" y="83098"/>
                  <a:pt x="943037" y="81440"/>
                  <a:pt x="946094" y="78125"/>
                </a:cubicBezTo>
                <a:cubicBezTo>
                  <a:pt x="949151" y="74810"/>
                  <a:pt x="950680" y="70648"/>
                  <a:pt x="950680" y="65638"/>
                </a:cubicBezTo>
                <a:lnTo>
                  <a:pt x="950680" y="59782"/>
                </a:lnTo>
                <a:lnTo>
                  <a:pt x="936370" y="61715"/>
                </a:lnTo>
                <a:close/>
                <a:moveTo>
                  <a:pt x="1032460" y="90446"/>
                </a:moveTo>
                <a:lnTo>
                  <a:pt x="1021631" y="90446"/>
                </a:lnTo>
                <a:lnTo>
                  <a:pt x="1021631" y="80280"/>
                </a:lnTo>
                <a:lnTo>
                  <a:pt x="1021410" y="80280"/>
                </a:lnTo>
                <a:cubicBezTo>
                  <a:pt x="1016953" y="88015"/>
                  <a:pt x="1010028" y="91882"/>
                  <a:pt x="1000636" y="91882"/>
                </a:cubicBezTo>
                <a:cubicBezTo>
                  <a:pt x="992901" y="91882"/>
                  <a:pt x="986749" y="89129"/>
                  <a:pt x="982182" y="83622"/>
                </a:cubicBezTo>
                <a:cubicBezTo>
                  <a:pt x="977615" y="78116"/>
                  <a:pt x="975331" y="70684"/>
                  <a:pt x="975331" y="61329"/>
                </a:cubicBezTo>
                <a:cubicBezTo>
                  <a:pt x="975331" y="51236"/>
                  <a:pt x="977909" y="43142"/>
                  <a:pt x="983066" y="37046"/>
                </a:cubicBezTo>
                <a:cubicBezTo>
                  <a:pt x="988223" y="30950"/>
                  <a:pt x="994963" y="27902"/>
                  <a:pt x="1003288" y="27902"/>
                </a:cubicBezTo>
                <a:cubicBezTo>
                  <a:pt x="1011612" y="27902"/>
                  <a:pt x="1017653" y="31143"/>
                  <a:pt x="1021410" y="37626"/>
                </a:cubicBezTo>
                <a:lnTo>
                  <a:pt x="1021631" y="37626"/>
                </a:lnTo>
                <a:lnTo>
                  <a:pt x="1021631" y="0"/>
                </a:lnTo>
                <a:lnTo>
                  <a:pt x="1032460" y="0"/>
                </a:lnTo>
                <a:lnTo>
                  <a:pt x="1032460" y="90446"/>
                </a:lnTo>
                <a:moveTo>
                  <a:pt x="1021686" y="54091"/>
                </a:moveTo>
                <a:cubicBezTo>
                  <a:pt x="1021686" y="49192"/>
                  <a:pt x="1020075" y="45094"/>
                  <a:pt x="1016852" y="41797"/>
                </a:cubicBezTo>
                <a:cubicBezTo>
                  <a:pt x="1013629" y="38501"/>
                  <a:pt x="1009660" y="36852"/>
                  <a:pt x="1004945" y="36852"/>
                </a:cubicBezTo>
                <a:cubicBezTo>
                  <a:pt x="999199" y="36852"/>
                  <a:pt x="994669" y="38998"/>
                  <a:pt x="991354" y="43289"/>
                </a:cubicBezTo>
                <a:cubicBezTo>
                  <a:pt x="988039" y="47580"/>
                  <a:pt x="986381" y="53428"/>
                  <a:pt x="986381" y="60831"/>
                </a:cubicBezTo>
                <a:cubicBezTo>
                  <a:pt x="986381" y="67646"/>
                  <a:pt x="987974" y="73033"/>
                  <a:pt x="991160" y="76992"/>
                </a:cubicBezTo>
                <a:cubicBezTo>
                  <a:pt x="994346" y="80952"/>
                  <a:pt x="998591" y="82932"/>
                  <a:pt x="1003896" y="82932"/>
                </a:cubicBezTo>
                <a:cubicBezTo>
                  <a:pt x="1009126" y="82932"/>
                  <a:pt x="1013399" y="80989"/>
                  <a:pt x="1016714" y="77103"/>
                </a:cubicBezTo>
                <a:cubicBezTo>
                  <a:pt x="1020029" y="73217"/>
                  <a:pt x="1021686" y="68382"/>
                  <a:pt x="1021686" y="62599"/>
                </a:cubicBezTo>
                <a:lnTo>
                  <a:pt x="1021686" y="54091"/>
                </a:lnTo>
                <a:close/>
                <a:moveTo>
                  <a:pt x="1052156" y="90446"/>
                </a:moveTo>
                <a:lnTo>
                  <a:pt x="1052156" y="0"/>
                </a:lnTo>
                <a:lnTo>
                  <a:pt x="1062985" y="0"/>
                </a:lnTo>
                <a:lnTo>
                  <a:pt x="1062985" y="90446"/>
                </a:lnTo>
                <a:lnTo>
                  <a:pt x="1052156" y="90446"/>
                </a:lnTo>
                <a:close/>
                <a:moveTo>
                  <a:pt x="1081245" y="7790"/>
                </a:moveTo>
                <a:cubicBezTo>
                  <a:pt x="1081245" y="5875"/>
                  <a:pt x="1081898" y="4264"/>
                  <a:pt x="1083206" y="2956"/>
                </a:cubicBezTo>
                <a:cubicBezTo>
                  <a:pt x="1084514" y="1648"/>
                  <a:pt x="1086125" y="995"/>
                  <a:pt x="1088040" y="995"/>
                </a:cubicBezTo>
                <a:cubicBezTo>
                  <a:pt x="1089993" y="995"/>
                  <a:pt x="1091641" y="1639"/>
                  <a:pt x="1092985" y="2928"/>
                </a:cubicBezTo>
                <a:cubicBezTo>
                  <a:pt x="1094330" y="4217"/>
                  <a:pt x="1095002" y="5838"/>
                  <a:pt x="1095002" y="7790"/>
                </a:cubicBezTo>
                <a:cubicBezTo>
                  <a:pt x="1095002" y="9706"/>
                  <a:pt x="1094330" y="11299"/>
                  <a:pt x="1092985" y="12570"/>
                </a:cubicBezTo>
                <a:cubicBezTo>
                  <a:pt x="1091641" y="13840"/>
                  <a:pt x="1089993" y="14476"/>
                  <a:pt x="1088040" y="14476"/>
                </a:cubicBezTo>
                <a:cubicBezTo>
                  <a:pt x="1086088" y="14476"/>
                  <a:pt x="1084468" y="13840"/>
                  <a:pt x="1083178" y="12570"/>
                </a:cubicBezTo>
                <a:cubicBezTo>
                  <a:pt x="1081889" y="11299"/>
                  <a:pt x="1081245" y="9706"/>
                  <a:pt x="1081245" y="7790"/>
                </a:cubicBezTo>
                <a:moveTo>
                  <a:pt x="1082515" y="90446"/>
                </a:moveTo>
                <a:lnTo>
                  <a:pt x="1082515" y="29338"/>
                </a:lnTo>
                <a:lnTo>
                  <a:pt x="1093345" y="29338"/>
                </a:lnTo>
                <a:lnTo>
                  <a:pt x="1093345" y="90446"/>
                </a:lnTo>
                <a:lnTo>
                  <a:pt x="1082515" y="90446"/>
                </a:lnTo>
                <a:close/>
                <a:moveTo>
                  <a:pt x="1164589" y="90446"/>
                </a:moveTo>
                <a:lnTo>
                  <a:pt x="1153816" y="90446"/>
                </a:lnTo>
                <a:lnTo>
                  <a:pt x="1153816" y="55693"/>
                </a:lnTo>
                <a:cubicBezTo>
                  <a:pt x="1153816" y="43133"/>
                  <a:pt x="1149230" y="36852"/>
                  <a:pt x="1140058" y="36852"/>
                </a:cubicBezTo>
                <a:cubicBezTo>
                  <a:pt x="1135306" y="36852"/>
                  <a:pt x="1131402" y="38620"/>
                  <a:pt x="1128345" y="42157"/>
                </a:cubicBezTo>
                <a:cubicBezTo>
                  <a:pt x="1125288" y="45693"/>
                  <a:pt x="1123759" y="50168"/>
                  <a:pt x="1123759" y="55583"/>
                </a:cubicBezTo>
                <a:lnTo>
                  <a:pt x="1123759" y="90446"/>
                </a:lnTo>
                <a:lnTo>
                  <a:pt x="1112930" y="90446"/>
                </a:lnTo>
                <a:lnTo>
                  <a:pt x="1112930" y="29338"/>
                </a:lnTo>
                <a:lnTo>
                  <a:pt x="1123759" y="29338"/>
                </a:lnTo>
                <a:lnTo>
                  <a:pt x="1123759" y="39449"/>
                </a:lnTo>
                <a:lnTo>
                  <a:pt x="1123980" y="39449"/>
                </a:lnTo>
                <a:cubicBezTo>
                  <a:pt x="1128584" y="31751"/>
                  <a:pt x="1135270" y="27902"/>
                  <a:pt x="1144036" y="27902"/>
                </a:cubicBezTo>
                <a:cubicBezTo>
                  <a:pt x="1150740" y="27902"/>
                  <a:pt x="1155841" y="30047"/>
                  <a:pt x="1159341" y="34339"/>
                </a:cubicBezTo>
                <a:cubicBezTo>
                  <a:pt x="1162840" y="38630"/>
                  <a:pt x="1164589" y="44882"/>
                  <a:pt x="1164589" y="53096"/>
                </a:cubicBezTo>
                <a:lnTo>
                  <a:pt x="1164589" y="90446"/>
                </a:lnTo>
                <a:close/>
                <a:moveTo>
                  <a:pt x="1232448" y="62655"/>
                </a:moveTo>
                <a:lnTo>
                  <a:pt x="1189684" y="62655"/>
                </a:lnTo>
                <a:cubicBezTo>
                  <a:pt x="1189868" y="69174"/>
                  <a:pt x="1191654" y="74211"/>
                  <a:pt x="1195043" y="77766"/>
                </a:cubicBezTo>
                <a:cubicBezTo>
                  <a:pt x="1198432" y="81320"/>
                  <a:pt x="1203165" y="83098"/>
                  <a:pt x="1209243" y="83098"/>
                </a:cubicBezTo>
                <a:cubicBezTo>
                  <a:pt x="1216094" y="83098"/>
                  <a:pt x="1222374" y="80906"/>
                  <a:pt x="1228083" y="76523"/>
                </a:cubicBezTo>
                <a:lnTo>
                  <a:pt x="1228083" y="86192"/>
                </a:lnTo>
                <a:cubicBezTo>
                  <a:pt x="1222705" y="89986"/>
                  <a:pt x="1215578" y="91882"/>
                  <a:pt x="1206701" y="91882"/>
                </a:cubicBezTo>
                <a:cubicBezTo>
                  <a:pt x="1197861" y="91882"/>
                  <a:pt x="1190964" y="89083"/>
                  <a:pt x="1186009" y="83484"/>
                </a:cubicBezTo>
                <a:cubicBezTo>
                  <a:pt x="1181055" y="77886"/>
                  <a:pt x="1178578" y="70114"/>
                  <a:pt x="1178578" y="60168"/>
                </a:cubicBezTo>
                <a:cubicBezTo>
                  <a:pt x="1178578" y="50813"/>
                  <a:pt x="1181295" y="43096"/>
                  <a:pt x="1186728" y="37018"/>
                </a:cubicBezTo>
                <a:cubicBezTo>
                  <a:pt x="1192161" y="30941"/>
                  <a:pt x="1198911" y="27902"/>
                  <a:pt x="1206977" y="27902"/>
                </a:cubicBezTo>
                <a:cubicBezTo>
                  <a:pt x="1214970" y="27902"/>
                  <a:pt x="1221214" y="30471"/>
                  <a:pt x="1225707" y="35609"/>
                </a:cubicBezTo>
                <a:cubicBezTo>
                  <a:pt x="1230201" y="40748"/>
                  <a:pt x="1232448" y="47939"/>
                  <a:pt x="1232448" y="57185"/>
                </a:cubicBezTo>
                <a:lnTo>
                  <a:pt x="1232448" y="62655"/>
                </a:lnTo>
                <a:moveTo>
                  <a:pt x="1221619" y="53980"/>
                </a:moveTo>
                <a:cubicBezTo>
                  <a:pt x="1221582" y="48455"/>
                  <a:pt x="1220274" y="44182"/>
                  <a:pt x="1217696" y="41162"/>
                </a:cubicBezTo>
                <a:cubicBezTo>
                  <a:pt x="1215118" y="38142"/>
                  <a:pt x="1211489" y="36631"/>
                  <a:pt x="1206811" y="36631"/>
                </a:cubicBezTo>
                <a:cubicBezTo>
                  <a:pt x="1202502" y="36631"/>
                  <a:pt x="1198772" y="38234"/>
                  <a:pt x="1195623" y="41438"/>
                </a:cubicBezTo>
                <a:cubicBezTo>
                  <a:pt x="1192474" y="44643"/>
                  <a:pt x="1190494" y="48824"/>
                  <a:pt x="1189684" y="53980"/>
                </a:cubicBezTo>
                <a:lnTo>
                  <a:pt x="1221619" y="53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def">
            <a:extLst xmlns:a="http://schemas.openxmlformats.org/drawingml/2006/main">
              <a:ext uri="{FF2B5EF4-FFF2-40B4-BE49-F238E27FC236}">
                <a16:creationId xmlns:a16="http://schemas.microsoft.com/office/drawing/2014/main" id="{7E590C2F-6158-48E8-8260-6FC4C7E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88" y="793241"/>
            <a:ext cx="182902" cy="93374"/>
          </a:xfrm>
          <a:custGeom xmlns:a="http://schemas.openxmlformats.org/drawingml/2006/main">
            <a:pathLst>
              <a:path w="182902" h="93374">
                <a:moveTo>
                  <a:pt x="62599" y="91882"/>
                </a:moveTo>
                <a:lnTo>
                  <a:pt x="44809" y="91882"/>
                </a:lnTo>
                <a:lnTo>
                  <a:pt x="44809" y="83263"/>
                </a:lnTo>
                <a:lnTo>
                  <a:pt x="44532" y="83263"/>
                </a:lnTo>
                <a:cubicBezTo>
                  <a:pt x="40223" y="90004"/>
                  <a:pt x="33850" y="93374"/>
                  <a:pt x="25415" y="93374"/>
                </a:cubicBezTo>
                <a:cubicBezTo>
                  <a:pt x="17644" y="93374"/>
                  <a:pt x="11465" y="90630"/>
                  <a:pt x="6879" y="85142"/>
                </a:cubicBezTo>
                <a:cubicBezTo>
                  <a:pt x="2293" y="79654"/>
                  <a:pt x="0" y="72176"/>
                  <a:pt x="0" y="62710"/>
                </a:cubicBezTo>
                <a:cubicBezTo>
                  <a:pt x="0" y="52691"/>
                  <a:pt x="2569" y="44615"/>
                  <a:pt x="7708" y="38482"/>
                </a:cubicBezTo>
                <a:cubicBezTo>
                  <a:pt x="12846" y="32349"/>
                  <a:pt x="19559" y="29283"/>
                  <a:pt x="27847" y="29283"/>
                </a:cubicBezTo>
                <a:cubicBezTo>
                  <a:pt x="35803" y="29283"/>
                  <a:pt x="41365" y="32156"/>
                  <a:pt x="44532" y="37902"/>
                </a:cubicBezTo>
                <a:lnTo>
                  <a:pt x="44809" y="37902"/>
                </a:lnTo>
                <a:lnTo>
                  <a:pt x="44809" y="1437"/>
                </a:lnTo>
                <a:lnTo>
                  <a:pt x="62599" y="1437"/>
                </a:lnTo>
                <a:lnTo>
                  <a:pt x="62599" y="91882"/>
                </a:lnTo>
                <a:moveTo>
                  <a:pt x="45085" y="57295"/>
                </a:moveTo>
                <a:cubicBezTo>
                  <a:pt x="45085" y="53170"/>
                  <a:pt x="43842" y="49754"/>
                  <a:pt x="41355" y="47046"/>
                </a:cubicBezTo>
                <a:cubicBezTo>
                  <a:pt x="38869" y="44339"/>
                  <a:pt x="35766" y="42985"/>
                  <a:pt x="32046" y="42985"/>
                </a:cubicBezTo>
                <a:cubicBezTo>
                  <a:pt x="27699" y="42985"/>
                  <a:pt x="24283" y="44707"/>
                  <a:pt x="21797" y="48151"/>
                </a:cubicBezTo>
                <a:cubicBezTo>
                  <a:pt x="19310" y="51595"/>
                  <a:pt x="18067" y="56264"/>
                  <a:pt x="18067" y="62157"/>
                </a:cubicBezTo>
                <a:cubicBezTo>
                  <a:pt x="18067" y="67756"/>
                  <a:pt x="19264" y="72075"/>
                  <a:pt x="21658" y="75114"/>
                </a:cubicBezTo>
                <a:cubicBezTo>
                  <a:pt x="24053" y="78153"/>
                  <a:pt x="27349" y="79672"/>
                  <a:pt x="31548" y="79672"/>
                </a:cubicBezTo>
                <a:cubicBezTo>
                  <a:pt x="35490" y="79672"/>
                  <a:pt x="38731" y="78070"/>
                  <a:pt x="41273" y="74865"/>
                </a:cubicBezTo>
                <a:cubicBezTo>
                  <a:pt x="43814" y="71661"/>
                  <a:pt x="45085" y="67498"/>
                  <a:pt x="45085" y="62378"/>
                </a:cubicBezTo>
                <a:lnTo>
                  <a:pt x="45085" y="57295"/>
                </a:lnTo>
                <a:close/>
                <a:moveTo>
                  <a:pt x="132664" y="66356"/>
                </a:moveTo>
                <a:lnTo>
                  <a:pt x="92441" y="66356"/>
                </a:lnTo>
                <a:cubicBezTo>
                  <a:pt x="93067" y="75823"/>
                  <a:pt x="98777" y="80556"/>
                  <a:pt x="109569" y="80556"/>
                </a:cubicBezTo>
                <a:cubicBezTo>
                  <a:pt x="116310" y="80556"/>
                  <a:pt x="122258" y="78898"/>
                  <a:pt x="127415" y="75583"/>
                </a:cubicBezTo>
                <a:lnTo>
                  <a:pt x="127415" y="88678"/>
                </a:lnTo>
                <a:cubicBezTo>
                  <a:pt x="121853" y="91809"/>
                  <a:pt x="114560" y="93374"/>
                  <a:pt x="105536" y="93374"/>
                </a:cubicBezTo>
                <a:cubicBezTo>
                  <a:pt x="95812" y="93374"/>
                  <a:pt x="88251" y="90630"/>
                  <a:pt x="82855" y="85142"/>
                </a:cubicBezTo>
                <a:cubicBezTo>
                  <a:pt x="77459" y="79654"/>
                  <a:pt x="74761" y="72011"/>
                  <a:pt x="74761" y="62213"/>
                </a:cubicBezTo>
                <a:cubicBezTo>
                  <a:pt x="74761" y="52452"/>
                  <a:pt x="77634" y="44523"/>
                  <a:pt x="83380" y="38427"/>
                </a:cubicBezTo>
                <a:cubicBezTo>
                  <a:pt x="89126" y="32331"/>
                  <a:pt x="96346" y="29283"/>
                  <a:pt x="105039" y="29283"/>
                </a:cubicBezTo>
                <a:cubicBezTo>
                  <a:pt x="113694" y="29283"/>
                  <a:pt x="120463" y="31907"/>
                  <a:pt x="125343" y="37156"/>
                </a:cubicBezTo>
                <a:cubicBezTo>
                  <a:pt x="130224" y="42405"/>
                  <a:pt x="132664" y="49615"/>
                  <a:pt x="132664" y="58787"/>
                </a:cubicBezTo>
                <a:lnTo>
                  <a:pt x="132664" y="66356"/>
                </a:lnTo>
                <a:moveTo>
                  <a:pt x="116033" y="55196"/>
                </a:moveTo>
                <a:cubicBezTo>
                  <a:pt x="116033" y="46061"/>
                  <a:pt x="112332" y="41494"/>
                  <a:pt x="104928" y="41494"/>
                </a:cubicBezTo>
                <a:cubicBezTo>
                  <a:pt x="101871" y="41494"/>
                  <a:pt x="99163" y="42746"/>
                  <a:pt x="96806" y="45251"/>
                </a:cubicBezTo>
                <a:cubicBezTo>
                  <a:pt x="94449" y="47755"/>
                  <a:pt x="92975" y="51070"/>
                  <a:pt x="92386" y="55196"/>
                </a:cubicBezTo>
                <a:lnTo>
                  <a:pt x="116033" y="55196"/>
                </a:lnTo>
                <a:close/>
                <a:moveTo>
                  <a:pt x="182902" y="15194"/>
                </a:moveTo>
                <a:cubicBezTo>
                  <a:pt x="180471" y="14236"/>
                  <a:pt x="178169" y="13758"/>
                  <a:pt x="175996" y="13758"/>
                </a:cubicBezTo>
                <a:cubicBezTo>
                  <a:pt x="169882" y="13758"/>
                  <a:pt x="166824" y="17146"/>
                  <a:pt x="166824" y="23924"/>
                </a:cubicBezTo>
                <a:lnTo>
                  <a:pt x="166824" y="30775"/>
                </a:lnTo>
                <a:lnTo>
                  <a:pt x="180748" y="30775"/>
                </a:lnTo>
                <a:lnTo>
                  <a:pt x="180748" y="44090"/>
                </a:lnTo>
                <a:lnTo>
                  <a:pt x="166824" y="44090"/>
                </a:lnTo>
                <a:lnTo>
                  <a:pt x="166824" y="91882"/>
                </a:lnTo>
                <a:lnTo>
                  <a:pt x="148978" y="91882"/>
                </a:lnTo>
                <a:lnTo>
                  <a:pt x="148978" y="44090"/>
                </a:lnTo>
                <a:lnTo>
                  <a:pt x="138757" y="44090"/>
                </a:lnTo>
                <a:lnTo>
                  <a:pt x="138757" y="30775"/>
                </a:lnTo>
                <a:lnTo>
                  <a:pt x="148978" y="30775"/>
                </a:lnTo>
                <a:lnTo>
                  <a:pt x="148978" y="22929"/>
                </a:lnTo>
                <a:cubicBezTo>
                  <a:pt x="148978" y="15968"/>
                  <a:pt x="151243" y="10406"/>
                  <a:pt x="155774" y="6243"/>
                </a:cubicBezTo>
                <a:cubicBezTo>
                  <a:pt x="160305" y="2081"/>
                  <a:pt x="166253" y="0"/>
                  <a:pt x="173620" y="0"/>
                </a:cubicBezTo>
                <a:cubicBezTo>
                  <a:pt x="177377" y="0"/>
                  <a:pt x="180471" y="387"/>
                  <a:pt x="182902" y="1160"/>
                </a:cubicBezTo>
                <a:lnTo>
                  <a:pt x="182902" y="15194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olve():">
            <a:extLst xmlns:a="http://schemas.openxmlformats.org/drawingml/2006/main">
              <a:ext uri="{FF2B5EF4-FFF2-40B4-BE49-F238E27FC236}">
                <a16:creationId xmlns:a16="http://schemas.microsoft.com/office/drawing/2014/main" id="{B3BCF90F-1E89-46A1-B9B7-9804CA8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92" y="794678"/>
            <a:ext cx="367581" cy="109894"/>
          </a:xfrm>
          <a:custGeom xmlns:a="http://schemas.openxmlformats.org/drawingml/2006/main">
            <a:pathLst>
              <a:path w="367581" h="109894">
                <a:moveTo>
                  <a:pt x="0" y="77241"/>
                </a:moveTo>
                <a:cubicBezTo>
                  <a:pt x="5451" y="81182"/>
                  <a:pt x="11326" y="83153"/>
                  <a:pt x="17625" y="83153"/>
                </a:cubicBezTo>
                <a:cubicBezTo>
                  <a:pt x="26060" y="83153"/>
                  <a:pt x="30278" y="80390"/>
                  <a:pt x="30278" y="74865"/>
                </a:cubicBezTo>
                <a:cubicBezTo>
                  <a:pt x="30278" y="72508"/>
                  <a:pt x="29357" y="70565"/>
                  <a:pt x="27515" y="69036"/>
                </a:cubicBezTo>
                <a:cubicBezTo>
                  <a:pt x="25673" y="67508"/>
                  <a:pt x="21935" y="65693"/>
                  <a:pt x="16299" y="63594"/>
                </a:cubicBezTo>
                <a:cubicBezTo>
                  <a:pt x="9522" y="60868"/>
                  <a:pt x="5120" y="58170"/>
                  <a:pt x="3094" y="55500"/>
                </a:cubicBezTo>
                <a:cubicBezTo>
                  <a:pt x="1068" y="52829"/>
                  <a:pt x="55" y="49597"/>
                  <a:pt x="55" y="45803"/>
                </a:cubicBezTo>
                <a:cubicBezTo>
                  <a:pt x="55" y="40389"/>
                  <a:pt x="2348" y="36051"/>
                  <a:pt x="6934" y="32791"/>
                </a:cubicBezTo>
                <a:cubicBezTo>
                  <a:pt x="11520" y="29532"/>
                  <a:pt x="17165" y="27902"/>
                  <a:pt x="23868" y="27902"/>
                </a:cubicBezTo>
                <a:cubicBezTo>
                  <a:pt x="29062" y="27902"/>
                  <a:pt x="33887" y="28804"/>
                  <a:pt x="38344" y="30609"/>
                </a:cubicBezTo>
                <a:lnTo>
                  <a:pt x="38344" y="41052"/>
                </a:lnTo>
                <a:cubicBezTo>
                  <a:pt x="33777" y="38105"/>
                  <a:pt x="28602" y="36631"/>
                  <a:pt x="22819" y="36631"/>
                </a:cubicBezTo>
                <a:cubicBezTo>
                  <a:pt x="19356" y="36631"/>
                  <a:pt x="16538" y="37387"/>
                  <a:pt x="14365" y="38897"/>
                </a:cubicBezTo>
                <a:cubicBezTo>
                  <a:pt x="12192" y="40407"/>
                  <a:pt x="11105" y="42396"/>
                  <a:pt x="11105" y="44864"/>
                </a:cubicBezTo>
                <a:cubicBezTo>
                  <a:pt x="11105" y="47295"/>
                  <a:pt x="11888" y="49192"/>
                  <a:pt x="13454" y="50555"/>
                </a:cubicBezTo>
                <a:cubicBezTo>
                  <a:pt x="15019" y="51918"/>
                  <a:pt x="18491" y="53667"/>
                  <a:pt x="23868" y="55804"/>
                </a:cubicBezTo>
                <a:cubicBezTo>
                  <a:pt x="30683" y="58345"/>
                  <a:pt x="35287" y="60979"/>
                  <a:pt x="37681" y="63704"/>
                </a:cubicBezTo>
                <a:cubicBezTo>
                  <a:pt x="40075" y="66430"/>
                  <a:pt x="41273" y="69800"/>
                  <a:pt x="41273" y="73815"/>
                </a:cubicBezTo>
                <a:cubicBezTo>
                  <a:pt x="41273" y="79414"/>
                  <a:pt x="38980" y="83825"/>
                  <a:pt x="34394" y="87048"/>
                </a:cubicBezTo>
                <a:cubicBezTo>
                  <a:pt x="29808" y="90271"/>
                  <a:pt x="23868" y="91882"/>
                  <a:pt x="16575" y="91882"/>
                </a:cubicBezTo>
                <a:cubicBezTo>
                  <a:pt x="10240" y="91882"/>
                  <a:pt x="4715" y="90685"/>
                  <a:pt x="0" y="88291"/>
                </a:cubicBezTo>
                <a:lnTo>
                  <a:pt x="0" y="77241"/>
                </a:lnTo>
                <a:close/>
                <a:moveTo>
                  <a:pt x="51874" y="60555"/>
                </a:moveTo>
                <a:cubicBezTo>
                  <a:pt x="51874" y="50463"/>
                  <a:pt x="54692" y="42497"/>
                  <a:pt x="60328" y="36659"/>
                </a:cubicBezTo>
                <a:cubicBezTo>
                  <a:pt x="65963" y="30821"/>
                  <a:pt x="73607" y="27902"/>
                  <a:pt x="83257" y="27902"/>
                </a:cubicBezTo>
                <a:cubicBezTo>
                  <a:pt x="92429" y="27902"/>
                  <a:pt x="99621" y="30710"/>
                  <a:pt x="104833" y="36328"/>
                </a:cubicBezTo>
                <a:cubicBezTo>
                  <a:pt x="110045" y="41945"/>
                  <a:pt x="112651" y="49708"/>
                  <a:pt x="112651" y="59616"/>
                </a:cubicBezTo>
                <a:cubicBezTo>
                  <a:pt x="112651" y="69266"/>
                  <a:pt x="109870" y="77057"/>
                  <a:pt x="104308" y="82987"/>
                </a:cubicBezTo>
                <a:cubicBezTo>
                  <a:pt x="98746" y="88917"/>
                  <a:pt x="91287" y="91882"/>
                  <a:pt x="81931" y="91882"/>
                </a:cubicBezTo>
                <a:cubicBezTo>
                  <a:pt x="72796" y="91882"/>
                  <a:pt x="65503" y="89009"/>
                  <a:pt x="60052" y="83263"/>
                </a:cubicBezTo>
                <a:cubicBezTo>
                  <a:pt x="54600" y="77517"/>
                  <a:pt x="51874" y="69948"/>
                  <a:pt x="51874" y="60555"/>
                </a:cubicBezTo>
                <a:moveTo>
                  <a:pt x="62925" y="60224"/>
                </a:moveTo>
                <a:cubicBezTo>
                  <a:pt x="62925" y="67259"/>
                  <a:pt x="64702" y="72802"/>
                  <a:pt x="68256" y="76854"/>
                </a:cubicBezTo>
                <a:cubicBezTo>
                  <a:pt x="71811" y="80906"/>
                  <a:pt x="76590" y="82932"/>
                  <a:pt x="82594" y="82932"/>
                </a:cubicBezTo>
                <a:cubicBezTo>
                  <a:pt x="88782" y="82932"/>
                  <a:pt x="93497" y="80952"/>
                  <a:pt x="96738" y="76992"/>
                </a:cubicBezTo>
                <a:cubicBezTo>
                  <a:pt x="99980" y="73033"/>
                  <a:pt x="101600" y="67351"/>
                  <a:pt x="101600" y="59947"/>
                </a:cubicBezTo>
                <a:cubicBezTo>
                  <a:pt x="101600" y="52507"/>
                  <a:pt x="99980" y="46798"/>
                  <a:pt x="96738" y="42820"/>
                </a:cubicBezTo>
                <a:cubicBezTo>
                  <a:pt x="93497" y="38841"/>
                  <a:pt x="88782" y="36852"/>
                  <a:pt x="82594" y="36852"/>
                </a:cubicBezTo>
                <a:cubicBezTo>
                  <a:pt x="76516" y="36852"/>
                  <a:pt x="71719" y="38934"/>
                  <a:pt x="68201" y="43096"/>
                </a:cubicBezTo>
                <a:cubicBezTo>
                  <a:pt x="64683" y="47258"/>
                  <a:pt x="62925" y="52967"/>
                  <a:pt x="62925" y="60224"/>
                </a:cubicBezTo>
                <a:close/>
                <a:moveTo>
                  <a:pt x="127681" y="90446"/>
                </a:moveTo>
                <a:lnTo>
                  <a:pt x="127681" y="0"/>
                </a:lnTo>
                <a:lnTo>
                  <a:pt x="138511" y="0"/>
                </a:lnTo>
                <a:lnTo>
                  <a:pt x="138511" y="90446"/>
                </a:lnTo>
                <a:lnTo>
                  <a:pt x="127681" y="90446"/>
                </a:lnTo>
                <a:close/>
                <a:moveTo>
                  <a:pt x="207325" y="29338"/>
                </a:moveTo>
                <a:lnTo>
                  <a:pt x="183125" y="90446"/>
                </a:lnTo>
                <a:lnTo>
                  <a:pt x="172185" y="90446"/>
                </a:lnTo>
                <a:lnTo>
                  <a:pt x="149201" y="29338"/>
                </a:lnTo>
                <a:lnTo>
                  <a:pt x="161024" y="29338"/>
                </a:lnTo>
                <a:lnTo>
                  <a:pt x="175942" y="72987"/>
                </a:lnTo>
                <a:cubicBezTo>
                  <a:pt x="177158" y="76486"/>
                  <a:pt x="177876" y="79414"/>
                  <a:pt x="178097" y="81772"/>
                </a:cubicBezTo>
                <a:lnTo>
                  <a:pt x="178373" y="81772"/>
                </a:lnTo>
                <a:cubicBezTo>
                  <a:pt x="178741" y="78677"/>
                  <a:pt x="179386" y="75823"/>
                  <a:pt x="180307" y="73208"/>
                </a:cubicBezTo>
                <a:lnTo>
                  <a:pt x="195943" y="29338"/>
                </a:lnTo>
                <a:lnTo>
                  <a:pt x="207325" y="29338"/>
                </a:lnTo>
                <a:close/>
                <a:moveTo>
                  <a:pt x="266751" y="62655"/>
                </a:moveTo>
                <a:lnTo>
                  <a:pt x="223987" y="62655"/>
                </a:lnTo>
                <a:cubicBezTo>
                  <a:pt x="224171" y="69174"/>
                  <a:pt x="225958" y="74211"/>
                  <a:pt x="229346" y="77766"/>
                </a:cubicBezTo>
                <a:cubicBezTo>
                  <a:pt x="232735" y="81320"/>
                  <a:pt x="237468" y="83098"/>
                  <a:pt x="243546" y="83098"/>
                </a:cubicBezTo>
                <a:cubicBezTo>
                  <a:pt x="250397" y="83098"/>
                  <a:pt x="256677" y="80906"/>
                  <a:pt x="262386" y="76523"/>
                </a:cubicBezTo>
                <a:lnTo>
                  <a:pt x="262386" y="86192"/>
                </a:lnTo>
                <a:cubicBezTo>
                  <a:pt x="257009" y="89986"/>
                  <a:pt x="249881" y="91882"/>
                  <a:pt x="241004" y="91882"/>
                </a:cubicBezTo>
                <a:cubicBezTo>
                  <a:pt x="232164" y="91882"/>
                  <a:pt x="225267" y="89083"/>
                  <a:pt x="220313" y="83484"/>
                </a:cubicBezTo>
                <a:cubicBezTo>
                  <a:pt x="215359" y="77886"/>
                  <a:pt x="212882" y="70114"/>
                  <a:pt x="212882" y="60168"/>
                </a:cubicBezTo>
                <a:cubicBezTo>
                  <a:pt x="212882" y="50813"/>
                  <a:pt x="215598" y="43096"/>
                  <a:pt x="221031" y="37018"/>
                </a:cubicBezTo>
                <a:cubicBezTo>
                  <a:pt x="226464" y="30941"/>
                  <a:pt x="233214" y="27902"/>
                  <a:pt x="241281" y="27902"/>
                </a:cubicBezTo>
                <a:cubicBezTo>
                  <a:pt x="249274" y="27902"/>
                  <a:pt x="255517" y="30471"/>
                  <a:pt x="260011" y="35609"/>
                </a:cubicBezTo>
                <a:cubicBezTo>
                  <a:pt x="264504" y="40748"/>
                  <a:pt x="266751" y="47939"/>
                  <a:pt x="266751" y="57185"/>
                </a:cubicBezTo>
                <a:lnTo>
                  <a:pt x="266751" y="62655"/>
                </a:lnTo>
                <a:moveTo>
                  <a:pt x="255922" y="53980"/>
                </a:moveTo>
                <a:cubicBezTo>
                  <a:pt x="255885" y="48455"/>
                  <a:pt x="254578" y="44182"/>
                  <a:pt x="251999" y="41162"/>
                </a:cubicBezTo>
                <a:cubicBezTo>
                  <a:pt x="249421" y="38142"/>
                  <a:pt x="245793" y="36631"/>
                  <a:pt x="241115" y="36631"/>
                </a:cubicBezTo>
                <a:cubicBezTo>
                  <a:pt x="236805" y="36631"/>
                  <a:pt x="233076" y="38234"/>
                  <a:pt x="229926" y="41438"/>
                </a:cubicBezTo>
                <a:cubicBezTo>
                  <a:pt x="226777" y="44643"/>
                  <a:pt x="224797" y="48824"/>
                  <a:pt x="223987" y="53980"/>
                </a:cubicBezTo>
                <a:lnTo>
                  <a:pt x="255922" y="53980"/>
                </a:lnTo>
                <a:close/>
                <a:moveTo>
                  <a:pt x="299019" y="109894"/>
                </a:moveTo>
                <a:cubicBezTo>
                  <a:pt x="286606" y="95750"/>
                  <a:pt x="280400" y="78383"/>
                  <a:pt x="280400" y="57793"/>
                </a:cubicBezTo>
                <a:cubicBezTo>
                  <a:pt x="280400" y="37202"/>
                  <a:pt x="286606" y="19559"/>
                  <a:pt x="299019" y="4862"/>
                </a:cubicBezTo>
                <a:lnTo>
                  <a:pt x="308578" y="4862"/>
                </a:lnTo>
                <a:cubicBezTo>
                  <a:pt x="296128" y="20148"/>
                  <a:pt x="289903" y="37755"/>
                  <a:pt x="289903" y="57682"/>
                </a:cubicBezTo>
                <a:cubicBezTo>
                  <a:pt x="289903" y="77572"/>
                  <a:pt x="296091" y="94977"/>
                  <a:pt x="308467" y="109894"/>
                </a:cubicBezTo>
                <a:lnTo>
                  <a:pt x="299019" y="109894"/>
                </a:lnTo>
                <a:close/>
                <a:moveTo>
                  <a:pt x="310702" y="109894"/>
                </a:moveTo>
                <a:cubicBezTo>
                  <a:pt x="323115" y="95013"/>
                  <a:pt x="329322" y="77609"/>
                  <a:pt x="329322" y="57682"/>
                </a:cubicBezTo>
                <a:cubicBezTo>
                  <a:pt x="329322" y="37718"/>
                  <a:pt x="323078" y="20111"/>
                  <a:pt x="310592" y="4862"/>
                </a:cubicBezTo>
                <a:lnTo>
                  <a:pt x="320205" y="4862"/>
                </a:lnTo>
                <a:cubicBezTo>
                  <a:pt x="332655" y="19448"/>
                  <a:pt x="338880" y="37092"/>
                  <a:pt x="338880" y="57793"/>
                </a:cubicBezTo>
                <a:cubicBezTo>
                  <a:pt x="338880" y="78493"/>
                  <a:pt x="332655" y="95861"/>
                  <a:pt x="320205" y="109894"/>
                </a:cubicBezTo>
                <a:lnTo>
                  <a:pt x="310702" y="109894"/>
                </a:lnTo>
                <a:close/>
                <a:moveTo>
                  <a:pt x="353271" y="35029"/>
                </a:moveTo>
                <a:cubicBezTo>
                  <a:pt x="353271" y="33040"/>
                  <a:pt x="353970" y="31383"/>
                  <a:pt x="355370" y="30057"/>
                </a:cubicBezTo>
                <a:cubicBezTo>
                  <a:pt x="356770" y="28731"/>
                  <a:pt x="358446" y="28068"/>
                  <a:pt x="360398" y="28068"/>
                </a:cubicBezTo>
                <a:cubicBezTo>
                  <a:pt x="362387" y="28068"/>
                  <a:pt x="364081" y="28740"/>
                  <a:pt x="365481" y="30084"/>
                </a:cubicBezTo>
                <a:cubicBezTo>
                  <a:pt x="366881" y="31429"/>
                  <a:pt x="367581" y="33077"/>
                  <a:pt x="367581" y="35029"/>
                </a:cubicBezTo>
                <a:cubicBezTo>
                  <a:pt x="367581" y="36981"/>
                  <a:pt x="366899" y="38639"/>
                  <a:pt x="365536" y="40002"/>
                </a:cubicBezTo>
                <a:cubicBezTo>
                  <a:pt x="364173" y="41365"/>
                  <a:pt x="362442" y="42046"/>
                  <a:pt x="360343" y="42046"/>
                </a:cubicBezTo>
                <a:cubicBezTo>
                  <a:pt x="358354" y="42046"/>
                  <a:pt x="356678" y="41365"/>
                  <a:pt x="355315" y="40002"/>
                </a:cubicBezTo>
                <a:cubicBezTo>
                  <a:pt x="353952" y="38639"/>
                  <a:pt x="353271" y="36981"/>
                  <a:pt x="353271" y="35029"/>
                </a:cubicBezTo>
                <a:moveTo>
                  <a:pt x="353271" y="84755"/>
                </a:moveTo>
                <a:cubicBezTo>
                  <a:pt x="353271" y="82766"/>
                  <a:pt x="353952" y="81090"/>
                  <a:pt x="355315" y="79727"/>
                </a:cubicBezTo>
                <a:cubicBezTo>
                  <a:pt x="356678" y="78364"/>
                  <a:pt x="358372" y="77683"/>
                  <a:pt x="360398" y="77683"/>
                </a:cubicBezTo>
                <a:cubicBezTo>
                  <a:pt x="362461" y="77683"/>
                  <a:pt x="364173" y="78374"/>
                  <a:pt x="365536" y="79755"/>
                </a:cubicBezTo>
                <a:cubicBezTo>
                  <a:pt x="366899" y="81136"/>
                  <a:pt x="367581" y="82803"/>
                  <a:pt x="367581" y="84755"/>
                </a:cubicBezTo>
                <a:cubicBezTo>
                  <a:pt x="367581" y="86670"/>
                  <a:pt x="366899" y="88319"/>
                  <a:pt x="365536" y="89700"/>
                </a:cubicBezTo>
                <a:cubicBezTo>
                  <a:pt x="364173" y="91081"/>
                  <a:pt x="362442" y="91772"/>
                  <a:pt x="360343" y="91772"/>
                </a:cubicBezTo>
                <a:cubicBezTo>
                  <a:pt x="358317" y="91772"/>
                  <a:pt x="356632" y="91081"/>
                  <a:pt x="355287" y="89700"/>
                </a:cubicBezTo>
                <a:cubicBezTo>
                  <a:pt x="353943" y="88319"/>
                  <a:pt x="353271" y="86670"/>
                  <a:pt x="353271" y="84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n=int(inp())">
            <a:extLst xmlns:a="http://schemas.openxmlformats.org/drawingml/2006/main">
              <a:ext uri="{FF2B5EF4-FFF2-40B4-BE49-F238E27FC236}">
                <a16:creationId xmlns:a16="http://schemas.microsoft.com/office/drawing/2014/main" id="{0525D399-1DB6-4F18-ACFA-A33A4E09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22" y="933397"/>
            <a:ext cx="667392" cy="117574"/>
          </a:xfrm>
          <a:custGeom xmlns:a="http://schemas.openxmlformats.org/drawingml/2006/main">
            <a:pathLst>
              <a:path w="667392" h="117574">
                <a:moveTo>
                  <a:pt x="51660" y="89451"/>
                </a:moveTo>
                <a:lnTo>
                  <a:pt x="40886" y="89451"/>
                </a:lnTo>
                <a:lnTo>
                  <a:pt x="40886" y="54699"/>
                </a:lnTo>
                <a:cubicBezTo>
                  <a:pt x="40886" y="42138"/>
                  <a:pt x="36300" y="35858"/>
                  <a:pt x="27128" y="35858"/>
                </a:cubicBezTo>
                <a:cubicBezTo>
                  <a:pt x="22377" y="35858"/>
                  <a:pt x="18472" y="37626"/>
                  <a:pt x="15415" y="41162"/>
                </a:cubicBezTo>
                <a:cubicBezTo>
                  <a:pt x="12358" y="44698"/>
                  <a:pt x="10829" y="49173"/>
                  <a:pt x="10829" y="54588"/>
                </a:cubicBezTo>
                <a:lnTo>
                  <a:pt x="10829" y="89451"/>
                </a:lnTo>
                <a:lnTo>
                  <a:pt x="0" y="89451"/>
                </a:lnTo>
                <a:lnTo>
                  <a:pt x="0" y="28344"/>
                </a:lnTo>
                <a:lnTo>
                  <a:pt x="10829" y="28344"/>
                </a:lnTo>
                <a:lnTo>
                  <a:pt x="10829" y="38455"/>
                </a:lnTo>
                <a:lnTo>
                  <a:pt x="11050" y="38455"/>
                </a:lnTo>
                <a:cubicBezTo>
                  <a:pt x="15654" y="30756"/>
                  <a:pt x="22340" y="26907"/>
                  <a:pt x="31106" y="26907"/>
                </a:cubicBezTo>
                <a:cubicBezTo>
                  <a:pt x="37810" y="26907"/>
                  <a:pt x="42912" y="29053"/>
                  <a:pt x="46411" y="33344"/>
                </a:cubicBezTo>
                <a:cubicBezTo>
                  <a:pt x="49910" y="37635"/>
                  <a:pt x="51660" y="43888"/>
                  <a:pt x="51660" y="52102"/>
                </a:cubicBezTo>
                <a:lnTo>
                  <a:pt x="51660" y="89451"/>
                </a:lnTo>
                <a:close/>
                <a:moveTo>
                  <a:pt x="163548" y="45306"/>
                </a:moveTo>
                <a:lnTo>
                  <a:pt x="107247" y="45306"/>
                </a:lnTo>
                <a:lnTo>
                  <a:pt x="107247" y="36963"/>
                </a:lnTo>
                <a:lnTo>
                  <a:pt x="163548" y="36963"/>
                </a:lnTo>
                <a:lnTo>
                  <a:pt x="163548" y="45306"/>
                </a:lnTo>
                <a:moveTo>
                  <a:pt x="163548" y="70832"/>
                </a:moveTo>
                <a:lnTo>
                  <a:pt x="107247" y="70832"/>
                </a:lnTo>
                <a:lnTo>
                  <a:pt x="107247" y="62489"/>
                </a:lnTo>
                <a:lnTo>
                  <a:pt x="163548" y="62489"/>
                </a:lnTo>
                <a:lnTo>
                  <a:pt x="163548" y="70832"/>
                </a:lnTo>
                <a:close/>
                <a:moveTo>
                  <a:pt x="218804" y="6796"/>
                </a:moveTo>
                <a:cubicBezTo>
                  <a:pt x="218804" y="4881"/>
                  <a:pt x="219458" y="3269"/>
                  <a:pt x="220765" y="1961"/>
                </a:cubicBezTo>
                <a:cubicBezTo>
                  <a:pt x="222073" y="654"/>
                  <a:pt x="223685" y="0"/>
                  <a:pt x="225600" y="0"/>
                </a:cubicBezTo>
                <a:cubicBezTo>
                  <a:pt x="227552" y="0"/>
                  <a:pt x="229200" y="645"/>
                  <a:pt x="230545" y="1934"/>
                </a:cubicBezTo>
                <a:cubicBezTo>
                  <a:pt x="231889" y="3223"/>
                  <a:pt x="232562" y="4844"/>
                  <a:pt x="232562" y="6796"/>
                </a:cubicBezTo>
                <a:cubicBezTo>
                  <a:pt x="232562" y="8711"/>
                  <a:pt x="231889" y="10304"/>
                  <a:pt x="230545" y="11575"/>
                </a:cubicBezTo>
                <a:cubicBezTo>
                  <a:pt x="229200" y="12846"/>
                  <a:pt x="227552" y="13481"/>
                  <a:pt x="225600" y="13481"/>
                </a:cubicBezTo>
                <a:cubicBezTo>
                  <a:pt x="223648" y="13481"/>
                  <a:pt x="222027" y="12846"/>
                  <a:pt x="220738" y="11575"/>
                </a:cubicBezTo>
                <a:cubicBezTo>
                  <a:pt x="219449" y="10304"/>
                  <a:pt x="218804" y="8711"/>
                  <a:pt x="218804" y="6796"/>
                </a:cubicBezTo>
                <a:moveTo>
                  <a:pt x="220075" y="89451"/>
                </a:moveTo>
                <a:lnTo>
                  <a:pt x="220075" y="28344"/>
                </a:lnTo>
                <a:lnTo>
                  <a:pt x="230904" y="28344"/>
                </a:lnTo>
                <a:lnTo>
                  <a:pt x="230904" y="89451"/>
                </a:lnTo>
                <a:lnTo>
                  <a:pt x="220075" y="89451"/>
                </a:lnTo>
                <a:close/>
                <a:moveTo>
                  <a:pt x="302126" y="89451"/>
                </a:moveTo>
                <a:lnTo>
                  <a:pt x="291352" y="89451"/>
                </a:lnTo>
                <a:lnTo>
                  <a:pt x="291352" y="54699"/>
                </a:lnTo>
                <a:cubicBezTo>
                  <a:pt x="291352" y="42138"/>
                  <a:pt x="286767" y="35858"/>
                  <a:pt x="277595" y="35858"/>
                </a:cubicBezTo>
                <a:cubicBezTo>
                  <a:pt x="272843" y="35858"/>
                  <a:pt x="268939" y="37626"/>
                  <a:pt x="265882" y="41162"/>
                </a:cubicBezTo>
                <a:cubicBezTo>
                  <a:pt x="262824" y="44698"/>
                  <a:pt x="261296" y="49173"/>
                  <a:pt x="261296" y="54588"/>
                </a:cubicBezTo>
                <a:lnTo>
                  <a:pt x="261296" y="89451"/>
                </a:lnTo>
                <a:lnTo>
                  <a:pt x="250467" y="89451"/>
                </a:lnTo>
                <a:lnTo>
                  <a:pt x="250467" y="28344"/>
                </a:lnTo>
                <a:lnTo>
                  <a:pt x="261296" y="28344"/>
                </a:lnTo>
                <a:lnTo>
                  <a:pt x="261296" y="38455"/>
                </a:lnTo>
                <a:lnTo>
                  <a:pt x="261517" y="38455"/>
                </a:lnTo>
                <a:cubicBezTo>
                  <a:pt x="266121" y="30756"/>
                  <a:pt x="272807" y="26907"/>
                  <a:pt x="281573" y="26907"/>
                </a:cubicBezTo>
                <a:cubicBezTo>
                  <a:pt x="288277" y="26907"/>
                  <a:pt x="293378" y="29053"/>
                  <a:pt x="296878" y="33344"/>
                </a:cubicBezTo>
                <a:cubicBezTo>
                  <a:pt x="300377" y="37635"/>
                  <a:pt x="302126" y="43888"/>
                  <a:pt x="302126" y="52102"/>
                </a:cubicBezTo>
                <a:lnTo>
                  <a:pt x="302126" y="89451"/>
                </a:lnTo>
                <a:close/>
                <a:moveTo>
                  <a:pt x="349519" y="88844"/>
                </a:moveTo>
                <a:cubicBezTo>
                  <a:pt x="347162" y="90133"/>
                  <a:pt x="343976" y="90777"/>
                  <a:pt x="339961" y="90777"/>
                </a:cubicBezTo>
                <a:cubicBezTo>
                  <a:pt x="329021" y="90777"/>
                  <a:pt x="323551" y="84718"/>
                  <a:pt x="323551" y="72600"/>
                </a:cubicBezTo>
                <a:lnTo>
                  <a:pt x="323551" y="37294"/>
                </a:lnTo>
                <a:lnTo>
                  <a:pt x="313054" y="37294"/>
                </a:lnTo>
                <a:lnTo>
                  <a:pt x="313054" y="28344"/>
                </a:lnTo>
                <a:lnTo>
                  <a:pt x="323551" y="28344"/>
                </a:lnTo>
                <a:lnTo>
                  <a:pt x="323551" y="13647"/>
                </a:lnTo>
                <a:lnTo>
                  <a:pt x="334325" y="10221"/>
                </a:lnTo>
                <a:lnTo>
                  <a:pt x="334325" y="28344"/>
                </a:lnTo>
                <a:lnTo>
                  <a:pt x="349519" y="28344"/>
                </a:lnTo>
                <a:lnTo>
                  <a:pt x="349519" y="37294"/>
                </a:lnTo>
                <a:lnTo>
                  <a:pt x="334325" y="37294"/>
                </a:lnTo>
                <a:lnTo>
                  <a:pt x="334325" y="70666"/>
                </a:lnTo>
                <a:cubicBezTo>
                  <a:pt x="334325" y="74681"/>
                  <a:pt x="335007" y="77554"/>
                  <a:pt x="336369" y="79285"/>
                </a:cubicBezTo>
                <a:cubicBezTo>
                  <a:pt x="337732" y="81016"/>
                  <a:pt x="339998" y="81882"/>
                  <a:pt x="343165" y="81882"/>
                </a:cubicBezTo>
                <a:cubicBezTo>
                  <a:pt x="345596" y="81882"/>
                  <a:pt x="347714" y="81201"/>
                  <a:pt x="349519" y="79838"/>
                </a:cubicBezTo>
                <a:lnTo>
                  <a:pt x="349519" y="88844"/>
                </a:lnTo>
                <a:close/>
                <a:moveTo>
                  <a:pt x="380029" y="108900"/>
                </a:moveTo>
                <a:cubicBezTo>
                  <a:pt x="367616" y="94756"/>
                  <a:pt x="361410" y="77388"/>
                  <a:pt x="361410" y="56798"/>
                </a:cubicBezTo>
                <a:cubicBezTo>
                  <a:pt x="361410" y="36208"/>
                  <a:pt x="367616" y="18564"/>
                  <a:pt x="380029" y="3868"/>
                </a:cubicBezTo>
                <a:lnTo>
                  <a:pt x="389588" y="3868"/>
                </a:lnTo>
                <a:cubicBezTo>
                  <a:pt x="377138" y="19154"/>
                  <a:pt x="370913" y="36760"/>
                  <a:pt x="370913" y="56688"/>
                </a:cubicBezTo>
                <a:cubicBezTo>
                  <a:pt x="370913" y="76578"/>
                  <a:pt x="377101" y="93982"/>
                  <a:pt x="389477" y="108900"/>
                </a:cubicBezTo>
                <a:lnTo>
                  <a:pt x="380029" y="108900"/>
                </a:lnTo>
                <a:close/>
                <a:moveTo>
                  <a:pt x="398651" y="6796"/>
                </a:moveTo>
                <a:cubicBezTo>
                  <a:pt x="398651" y="4881"/>
                  <a:pt x="399305" y="3269"/>
                  <a:pt x="400613" y="1961"/>
                </a:cubicBezTo>
                <a:cubicBezTo>
                  <a:pt x="401920" y="654"/>
                  <a:pt x="403532" y="0"/>
                  <a:pt x="405447" y="0"/>
                </a:cubicBezTo>
                <a:cubicBezTo>
                  <a:pt x="407399" y="0"/>
                  <a:pt x="409048" y="645"/>
                  <a:pt x="410392" y="1934"/>
                </a:cubicBezTo>
                <a:cubicBezTo>
                  <a:pt x="411737" y="3223"/>
                  <a:pt x="412409" y="4844"/>
                  <a:pt x="412409" y="6796"/>
                </a:cubicBezTo>
                <a:cubicBezTo>
                  <a:pt x="412409" y="8711"/>
                  <a:pt x="411737" y="10304"/>
                  <a:pt x="410392" y="11575"/>
                </a:cubicBezTo>
                <a:cubicBezTo>
                  <a:pt x="409048" y="12846"/>
                  <a:pt x="407399" y="13481"/>
                  <a:pt x="405447" y="13481"/>
                </a:cubicBezTo>
                <a:cubicBezTo>
                  <a:pt x="403495" y="13481"/>
                  <a:pt x="401874" y="12846"/>
                  <a:pt x="400585" y="11575"/>
                </a:cubicBezTo>
                <a:cubicBezTo>
                  <a:pt x="399296" y="10304"/>
                  <a:pt x="398651" y="8711"/>
                  <a:pt x="398651" y="6796"/>
                </a:cubicBezTo>
                <a:moveTo>
                  <a:pt x="399922" y="89451"/>
                </a:moveTo>
                <a:lnTo>
                  <a:pt x="399922" y="28344"/>
                </a:lnTo>
                <a:lnTo>
                  <a:pt x="410751" y="28344"/>
                </a:lnTo>
                <a:lnTo>
                  <a:pt x="410751" y="89451"/>
                </a:lnTo>
                <a:lnTo>
                  <a:pt x="399922" y="89451"/>
                </a:lnTo>
                <a:close/>
                <a:moveTo>
                  <a:pt x="481974" y="89451"/>
                </a:moveTo>
                <a:lnTo>
                  <a:pt x="471200" y="89451"/>
                </a:lnTo>
                <a:lnTo>
                  <a:pt x="471200" y="54699"/>
                </a:lnTo>
                <a:cubicBezTo>
                  <a:pt x="471200" y="42138"/>
                  <a:pt x="466614" y="35858"/>
                  <a:pt x="457442" y="35858"/>
                </a:cubicBezTo>
                <a:cubicBezTo>
                  <a:pt x="452691" y="35858"/>
                  <a:pt x="448786" y="37626"/>
                  <a:pt x="445729" y="41162"/>
                </a:cubicBezTo>
                <a:cubicBezTo>
                  <a:pt x="442672" y="44698"/>
                  <a:pt x="441143" y="49173"/>
                  <a:pt x="441143" y="54588"/>
                </a:cubicBezTo>
                <a:lnTo>
                  <a:pt x="441143" y="89451"/>
                </a:lnTo>
                <a:lnTo>
                  <a:pt x="430314" y="89451"/>
                </a:lnTo>
                <a:lnTo>
                  <a:pt x="430314" y="28344"/>
                </a:lnTo>
                <a:lnTo>
                  <a:pt x="441143" y="28344"/>
                </a:lnTo>
                <a:lnTo>
                  <a:pt x="441143" y="38455"/>
                </a:lnTo>
                <a:lnTo>
                  <a:pt x="441364" y="38455"/>
                </a:lnTo>
                <a:cubicBezTo>
                  <a:pt x="445968" y="30756"/>
                  <a:pt x="452654" y="26907"/>
                  <a:pt x="461420" y="26907"/>
                </a:cubicBezTo>
                <a:cubicBezTo>
                  <a:pt x="468124" y="26907"/>
                  <a:pt x="473225" y="29053"/>
                  <a:pt x="476725" y="33344"/>
                </a:cubicBezTo>
                <a:cubicBezTo>
                  <a:pt x="480224" y="37635"/>
                  <a:pt x="481974" y="43888"/>
                  <a:pt x="481974" y="52102"/>
                </a:cubicBezTo>
                <a:lnTo>
                  <a:pt x="481974" y="89451"/>
                </a:lnTo>
                <a:close/>
                <a:moveTo>
                  <a:pt x="510857" y="80832"/>
                </a:moveTo>
                <a:lnTo>
                  <a:pt x="510857" y="117574"/>
                </a:lnTo>
                <a:lnTo>
                  <a:pt x="500028" y="117574"/>
                </a:lnTo>
                <a:lnTo>
                  <a:pt x="500028" y="28344"/>
                </a:lnTo>
                <a:lnTo>
                  <a:pt x="510857" y="28344"/>
                </a:lnTo>
                <a:lnTo>
                  <a:pt x="510857" y="38897"/>
                </a:lnTo>
                <a:lnTo>
                  <a:pt x="511078" y="38897"/>
                </a:lnTo>
                <a:cubicBezTo>
                  <a:pt x="515867" y="30904"/>
                  <a:pt x="522865" y="26907"/>
                  <a:pt x="532074" y="26907"/>
                </a:cubicBezTo>
                <a:cubicBezTo>
                  <a:pt x="539882" y="26907"/>
                  <a:pt x="546006" y="29642"/>
                  <a:pt x="550445" y="35112"/>
                </a:cubicBezTo>
                <a:cubicBezTo>
                  <a:pt x="554883" y="40582"/>
                  <a:pt x="557102" y="47921"/>
                  <a:pt x="557102" y="57130"/>
                </a:cubicBezTo>
                <a:cubicBezTo>
                  <a:pt x="557102" y="67296"/>
                  <a:pt x="554588" y="75464"/>
                  <a:pt x="549561" y="81633"/>
                </a:cubicBezTo>
                <a:cubicBezTo>
                  <a:pt x="544533" y="87803"/>
                  <a:pt x="537765" y="90888"/>
                  <a:pt x="529256" y="90888"/>
                </a:cubicBezTo>
                <a:cubicBezTo>
                  <a:pt x="521410" y="90888"/>
                  <a:pt x="515351" y="87536"/>
                  <a:pt x="511078" y="80832"/>
                </a:cubicBezTo>
                <a:lnTo>
                  <a:pt x="510857" y="80832"/>
                </a:lnTo>
                <a:moveTo>
                  <a:pt x="510802" y="64257"/>
                </a:moveTo>
                <a:cubicBezTo>
                  <a:pt x="510802" y="69230"/>
                  <a:pt x="512404" y="73419"/>
                  <a:pt x="515609" y="76827"/>
                </a:cubicBezTo>
                <a:cubicBezTo>
                  <a:pt x="518813" y="80234"/>
                  <a:pt x="522828" y="81937"/>
                  <a:pt x="527654" y="81937"/>
                </a:cubicBezTo>
                <a:cubicBezTo>
                  <a:pt x="533400" y="81937"/>
                  <a:pt x="537893" y="79727"/>
                  <a:pt x="541135" y="75307"/>
                </a:cubicBezTo>
                <a:cubicBezTo>
                  <a:pt x="544376" y="70887"/>
                  <a:pt x="545997" y="64773"/>
                  <a:pt x="545997" y="56964"/>
                </a:cubicBezTo>
                <a:cubicBezTo>
                  <a:pt x="545997" y="50371"/>
                  <a:pt x="544487" y="45205"/>
                  <a:pt x="541466" y="41466"/>
                </a:cubicBezTo>
                <a:cubicBezTo>
                  <a:pt x="538446" y="37727"/>
                  <a:pt x="534321" y="35858"/>
                  <a:pt x="529090" y="35858"/>
                </a:cubicBezTo>
                <a:cubicBezTo>
                  <a:pt x="523749" y="35858"/>
                  <a:pt x="519366" y="37755"/>
                  <a:pt x="515940" y="41549"/>
                </a:cubicBezTo>
                <a:cubicBezTo>
                  <a:pt x="512515" y="45343"/>
                  <a:pt x="510802" y="50205"/>
                  <a:pt x="510802" y="56135"/>
                </a:cubicBezTo>
                <a:lnTo>
                  <a:pt x="510802" y="64257"/>
                </a:lnTo>
                <a:close/>
                <a:moveTo>
                  <a:pt x="590202" y="108900"/>
                </a:moveTo>
                <a:cubicBezTo>
                  <a:pt x="577789" y="94756"/>
                  <a:pt x="571582" y="77388"/>
                  <a:pt x="571582" y="56798"/>
                </a:cubicBezTo>
                <a:cubicBezTo>
                  <a:pt x="571582" y="36208"/>
                  <a:pt x="577789" y="18564"/>
                  <a:pt x="590202" y="3868"/>
                </a:cubicBezTo>
                <a:lnTo>
                  <a:pt x="599760" y="3868"/>
                </a:lnTo>
                <a:cubicBezTo>
                  <a:pt x="587310" y="19154"/>
                  <a:pt x="581085" y="36760"/>
                  <a:pt x="581085" y="56688"/>
                </a:cubicBezTo>
                <a:cubicBezTo>
                  <a:pt x="581085" y="76578"/>
                  <a:pt x="587273" y="93982"/>
                  <a:pt x="599650" y="108900"/>
                </a:cubicBezTo>
                <a:lnTo>
                  <a:pt x="590202" y="108900"/>
                </a:lnTo>
                <a:close/>
                <a:moveTo>
                  <a:pt x="601862" y="108900"/>
                </a:moveTo>
                <a:cubicBezTo>
                  <a:pt x="614275" y="94019"/>
                  <a:pt x="620482" y="76615"/>
                  <a:pt x="620482" y="56688"/>
                </a:cubicBezTo>
                <a:cubicBezTo>
                  <a:pt x="620482" y="36724"/>
                  <a:pt x="614238" y="19117"/>
                  <a:pt x="601751" y="3868"/>
                </a:cubicBezTo>
                <a:lnTo>
                  <a:pt x="611365" y="3868"/>
                </a:lnTo>
                <a:cubicBezTo>
                  <a:pt x="623815" y="18454"/>
                  <a:pt x="630040" y="36097"/>
                  <a:pt x="630040" y="56798"/>
                </a:cubicBezTo>
                <a:cubicBezTo>
                  <a:pt x="630040" y="77499"/>
                  <a:pt x="623815" y="94866"/>
                  <a:pt x="611365" y="108900"/>
                </a:cubicBezTo>
                <a:lnTo>
                  <a:pt x="601862" y="108900"/>
                </a:lnTo>
                <a:close/>
                <a:moveTo>
                  <a:pt x="639214" y="108900"/>
                </a:moveTo>
                <a:cubicBezTo>
                  <a:pt x="651627" y="94019"/>
                  <a:pt x="657834" y="76615"/>
                  <a:pt x="657834" y="56688"/>
                </a:cubicBezTo>
                <a:cubicBezTo>
                  <a:pt x="657834" y="36724"/>
                  <a:pt x="651590" y="19117"/>
                  <a:pt x="639104" y="3868"/>
                </a:cubicBezTo>
                <a:lnTo>
                  <a:pt x="648717" y="3868"/>
                </a:lnTo>
                <a:cubicBezTo>
                  <a:pt x="661167" y="18454"/>
                  <a:pt x="667392" y="36097"/>
                  <a:pt x="667392" y="56798"/>
                </a:cubicBezTo>
                <a:cubicBezTo>
                  <a:pt x="667392" y="77499"/>
                  <a:pt x="661167" y="94866"/>
                  <a:pt x="648717" y="108900"/>
                </a:cubicBezTo>
                <a:lnTo>
                  <a:pt x="639214" y="108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...">
            <a:extLst xmlns:a="http://schemas.openxmlformats.org/drawingml/2006/main">
              <a:ext uri="{FF2B5EF4-FFF2-40B4-BE49-F238E27FC236}">
                <a16:creationId xmlns:a16="http://schemas.microsoft.com/office/drawing/2014/main" id="{0A82F305-3B54-4EF9-827A-A616761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8" y="1147810"/>
            <a:ext cx="68873" cy="14089"/>
          </a:xfrm>
          <a:custGeom xmlns:a="http://schemas.openxmlformats.org/drawingml/2006/main">
            <a:pathLst>
              <a:path w="68873" h="14089">
                <a:moveTo>
                  <a:pt x="0" y="7072"/>
                </a:moveTo>
                <a:cubicBezTo>
                  <a:pt x="0" y="5083"/>
                  <a:pt x="681" y="3407"/>
                  <a:pt x="2044" y="2044"/>
                </a:cubicBezTo>
                <a:cubicBezTo>
                  <a:pt x="3407" y="681"/>
                  <a:pt x="5102" y="0"/>
                  <a:pt x="7127" y="0"/>
                </a:cubicBezTo>
                <a:cubicBezTo>
                  <a:pt x="9190" y="0"/>
                  <a:pt x="10903" y="691"/>
                  <a:pt x="12266" y="2072"/>
                </a:cubicBezTo>
                <a:cubicBezTo>
                  <a:pt x="13629" y="3453"/>
                  <a:pt x="14310" y="5120"/>
                  <a:pt x="14310" y="7072"/>
                </a:cubicBezTo>
                <a:cubicBezTo>
                  <a:pt x="14310" y="8988"/>
                  <a:pt x="13629" y="10636"/>
                  <a:pt x="12266" y="12017"/>
                </a:cubicBezTo>
                <a:cubicBezTo>
                  <a:pt x="10903" y="13398"/>
                  <a:pt x="9172" y="14089"/>
                  <a:pt x="7072" y="14089"/>
                </a:cubicBezTo>
                <a:cubicBezTo>
                  <a:pt x="5046" y="14089"/>
                  <a:pt x="3361" y="13398"/>
                  <a:pt x="2017" y="12017"/>
                </a:cubicBezTo>
                <a:cubicBezTo>
                  <a:pt x="672" y="10636"/>
                  <a:pt x="0" y="8988"/>
                  <a:pt x="0" y="7072"/>
                </a:cubicBezTo>
                <a:close/>
                <a:moveTo>
                  <a:pt x="27281" y="7072"/>
                </a:moveTo>
                <a:cubicBezTo>
                  <a:pt x="27281" y="5083"/>
                  <a:pt x="27963" y="3407"/>
                  <a:pt x="29326" y="2044"/>
                </a:cubicBezTo>
                <a:cubicBezTo>
                  <a:pt x="30689" y="681"/>
                  <a:pt x="32383" y="0"/>
                  <a:pt x="34409" y="0"/>
                </a:cubicBezTo>
                <a:cubicBezTo>
                  <a:pt x="36472" y="0"/>
                  <a:pt x="38184" y="691"/>
                  <a:pt x="39547" y="2072"/>
                </a:cubicBezTo>
                <a:cubicBezTo>
                  <a:pt x="40910" y="3453"/>
                  <a:pt x="41591" y="5120"/>
                  <a:pt x="41591" y="7072"/>
                </a:cubicBezTo>
                <a:cubicBezTo>
                  <a:pt x="41591" y="8988"/>
                  <a:pt x="40910" y="10636"/>
                  <a:pt x="39547" y="12017"/>
                </a:cubicBezTo>
                <a:cubicBezTo>
                  <a:pt x="38184" y="13398"/>
                  <a:pt x="36453" y="14089"/>
                  <a:pt x="34354" y="14089"/>
                </a:cubicBezTo>
                <a:cubicBezTo>
                  <a:pt x="32328" y="14089"/>
                  <a:pt x="30643" y="13398"/>
                  <a:pt x="29298" y="12017"/>
                </a:cubicBezTo>
                <a:cubicBezTo>
                  <a:pt x="27954" y="10636"/>
                  <a:pt x="27281" y="8988"/>
                  <a:pt x="27281" y="7072"/>
                </a:cubicBezTo>
                <a:close/>
                <a:moveTo>
                  <a:pt x="54563" y="7072"/>
                </a:moveTo>
                <a:cubicBezTo>
                  <a:pt x="54563" y="5083"/>
                  <a:pt x="55244" y="3407"/>
                  <a:pt x="56607" y="2044"/>
                </a:cubicBezTo>
                <a:cubicBezTo>
                  <a:pt x="57970" y="681"/>
                  <a:pt x="59664" y="0"/>
                  <a:pt x="61690" y="0"/>
                </a:cubicBezTo>
                <a:cubicBezTo>
                  <a:pt x="63753" y="0"/>
                  <a:pt x="65466" y="691"/>
                  <a:pt x="66829" y="2072"/>
                </a:cubicBezTo>
                <a:cubicBezTo>
                  <a:pt x="68192" y="3453"/>
                  <a:pt x="68873" y="5120"/>
                  <a:pt x="68873" y="7072"/>
                </a:cubicBezTo>
                <a:cubicBezTo>
                  <a:pt x="68873" y="8988"/>
                  <a:pt x="68192" y="10636"/>
                  <a:pt x="66829" y="12017"/>
                </a:cubicBezTo>
                <a:cubicBezTo>
                  <a:pt x="65466" y="13398"/>
                  <a:pt x="63735" y="14089"/>
                  <a:pt x="61635" y="14089"/>
                </a:cubicBezTo>
                <a:cubicBezTo>
                  <a:pt x="59609" y="14089"/>
                  <a:pt x="57924" y="13398"/>
                  <a:pt x="56580" y="12017"/>
                </a:cubicBezTo>
                <a:cubicBezTo>
                  <a:pt x="55235" y="10636"/>
                  <a:pt x="54563" y="8988"/>
                  <a:pt x="54563" y="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">
            <a:extLst xmlns:a="http://schemas.openxmlformats.org/drawingml/2006/main">
              <a:ext uri="{FF2B5EF4-FFF2-40B4-BE49-F238E27FC236}">
                <a16:creationId xmlns:a16="http://schemas.microsoft.com/office/drawing/2014/main" id="{B6234927-728D-40C0-8EF6-D8E2C33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89" y="348922"/>
            <a:ext cx="76657" cy="97810"/>
          </a:xfrm>
          <a:custGeom xmlns:a="http://schemas.openxmlformats.org/drawingml/2006/main">
            <a:pathLst>
              <a:path w="76657" h="97810">
                <a:moveTo>
                  <a:pt x="76657" y="17049"/>
                </a:moveTo>
                <a:lnTo>
                  <a:pt x="48747" y="17049"/>
                </a:lnTo>
                <a:lnTo>
                  <a:pt x="48747" y="97810"/>
                </a:lnTo>
                <a:lnTo>
                  <a:pt x="27847" y="97810"/>
                </a:lnTo>
                <a:lnTo>
                  <a:pt x="27847" y="17049"/>
                </a:lnTo>
                <a:lnTo>
                  <a:pt x="0" y="17049"/>
                </a:lnTo>
                <a:lnTo>
                  <a:pt x="0" y="0"/>
                </a:lnTo>
                <a:lnTo>
                  <a:pt x="76657" y="0"/>
                </a:lnTo>
                <a:lnTo>
                  <a:pt x="76657" y="17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rgetProgram">
            <a:extLst xmlns:a="http://schemas.openxmlformats.org/drawingml/2006/main">
              <a:ext uri="{FF2B5EF4-FFF2-40B4-BE49-F238E27FC236}">
                <a16:creationId xmlns:a16="http://schemas.microsoft.com/office/drawing/2014/main" id="{D6CC6E6C-5F7B-4C46-8FF2-0D86158C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64" y="348922"/>
            <a:ext cx="936007" cy="130582"/>
          </a:xfrm>
          <a:custGeom xmlns:a="http://schemas.openxmlformats.org/drawingml/2006/main">
            <a:pathLst>
              <a:path w="936007" h="130582">
                <a:moveTo>
                  <a:pt x="6883" y="32203"/>
                </a:moveTo>
                <a:cubicBezTo>
                  <a:pt x="10040" y="30435"/>
                  <a:pt x="14260" y="29004"/>
                  <a:pt x="19543" y="27910"/>
                </a:cubicBezTo>
                <a:cubicBezTo>
                  <a:pt x="24826" y="26815"/>
                  <a:pt x="29341" y="26268"/>
                  <a:pt x="33087" y="26268"/>
                </a:cubicBezTo>
                <a:cubicBezTo>
                  <a:pt x="52620" y="26268"/>
                  <a:pt x="62386" y="36055"/>
                  <a:pt x="62386" y="55630"/>
                </a:cubicBezTo>
                <a:lnTo>
                  <a:pt x="62386" y="97810"/>
                </a:lnTo>
                <a:lnTo>
                  <a:pt x="43001" y="97810"/>
                </a:lnTo>
                <a:lnTo>
                  <a:pt x="43001" y="87644"/>
                </a:lnTo>
                <a:lnTo>
                  <a:pt x="42749" y="87644"/>
                </a:lnTo>
                <a:cubicBezTo>
                  <a:pt x="37992" y="95558"/>
                  <a:pt x="31025" y="99515"/>
                  <a:pt x="21848" y="99515"/>
                </a:cubicBezTo>
                <a:cubicBezTo>
                  <a:pt x="15239" y="99515"/>
                  <a:pt x="9945" y="97631"/>
                  <a:pt x="5967" y="93864"/>
                </a:cubicBezTo>
                <a:cubicBezTo>
                  <a:pt x="1989" y="90096"/>
                  <a:pt x="0" y="84971"/>
                  <a:pt x="0" y="78488"/>
                </a:cubicBezTo>
                <a:cubicBezTo>
                  <a:pt x="0" y="65102"/>
                  <a:pt x="7977" y="57314"/>
                  <a:pt x="23932" y="55125"/>
                </a:cubicBezTo>
                <a:lnTo>
                  <a:pt x="43127" y="52536"/>
                </a:lnTo>
                <a:cubicBezTo>
                  <a:pt x="43127" y="44411"/>
                  <a:pt x="38897" y="40349"/>
                  <a:pt x="30435" y="40349"/>
                </a:cubicBezTo>
                <a:cubicBezTo>
                  <a:pt x="22100" y="40349"/>
                  <a:pt x="14250" y="42875"/>
                  <a:pt x="6883" y="47926"/>
                </a:cubicBezTo>
                <a:lnTo>
                  <a:pt x="6883" y="32203"/>
                </a:lnTo>
                <a:moveTo>
                  <a:pt x="29930" y="66175"/>
                </a:moveTo>
                <a:cubicBezTo>
                  <a:pt x="22563" y="67143"/>
                  <a:pt x="18880" y="70469"/>
                  <a:pt x="18880" y="76152"/>
                </a:cubicBezTo>
                <a:cubicBezTo>
                  <a:pt x="18880" y="78762"/>
                  <a:pt x="19775" y="80866"/>
                  <a:pt x="21564" y="82466"/>
                </a:cubicBezTo>
                <a:cubicBezTo>
                  <a:pt x="23353" y="84066"/>
                  <a:pt x="25763" y="84866"/>
                  <a:pt x="28794" y="84866"/>
                </a:cubicBezTo>
                <a:cubicBezTo>
                  <a:pt x="32961" y="84866"/>
                  <a:pt x="36392" y="83392"/>
                  <a:pt x="39086" y="80446"/>
                </a:cubicBezTo>
                <a:cubicBezTo>
                  <a:pt x="41780" y="77499"/>
                  <a:pt x="43127" y="73836"/>
                  <a:pt x="43127" y="69458"/>
                </a:cubicBezTo>
                <a:lnTo>
                  <a:pt x="43127" y="64470"/>
                </a:lnTo>
                <a:lnTo>
                  <a:pt x="29930" y="66175"/>
                </a:lnTo>
                <a:close/>
                <a:moveTo>
                  <a:pt x="124518" y="46474"/>
                </a:moveTo>
                <a:cubicBezTo>
                  <a:pt x="122035" y="45043"/>
                  <a:pt x="119025" y="44327"/>
                  <a:pt x="115489" y="44327"/>
                </a:cubicBezTo>
                <a:cubicBezTo>
                  <a:pt x="110858" y="44327"/>
                  <a:pt x="107185" y="46095"/>
                  <a:pt x="104470" y="49631"/>
                </a:cubicBezTo>
                <a:cubicBezTo>
                  <a:pt x="101755" y="53167"/>
                  <a:pt x="100397" y="58029"/>
                  <a:pt x="100397" y="64217"/>
                </a:cubicBezTo>
                <a:lnTo>
                  <a:pt x="100397" y="97810"/>
                </a:lnTo>
                <a:lnTo>
                  <a:pt x="80002" y="97810"/>
                </a:lnTo>
                <a:lnTo>
                  <a:pt x="80002" y="27973"/>
                </a:lnTo>
                <a:lnTo>
                  <a:pt x="100397" y="27973"/>
                </a:lnTo>
                <a:lnTo>
                  <a:pt x="100397" y="41107"/>
                </a:lnTo>
                <a:lnTo>
                  <a:pt x="100650" y="41107"/>
                </a:lnTo>
                <a:cubicBezTo>
                  <a:pt x="104018" y="31551"/>
                  <a:pt x="110143" y="26773"/>
                  <a:pt x="119025" y="26773"/>
                </a:cubicBezTo>
                <a:cubicBezTo>
                  <a:pt x="121424" y="26773"/>
                  <a:pt x="123255" y="27047"/>
                  <a:pt x="124518" y="27594"/>
                </a:cubicBezTo>
                <a:lnTo>
                  <a:pt x="124518" y="46474"/>
                </a:lnTo>
                <a:close/>
                <a:moveTo>
                  <a:pt x="201377" y="90107"/>
                </a:moveTo>
                <a:cubicBezTo>
                  <a:pt x="201377" y="103072"/>
                  <a:pt x="197683" y="113059"/>
                  <a:pt x="190295" y="120068"/>
                </a:cubicBezTo>
                <a:cubicBezTo>
                  <a:pt x="182908" y="127077"/>
                  <a:pt x="172268" y="130582"/>
                  <a:pt x="158376" y="130582"/>
                </a:cubicBezTo>
                <a:cubicBezTo>
                  <a:pt x="148947" y="130582"/>
                  <a:pt x="141453" y="129235"/>
                  <a:pt x="135897" y="126541"/>
                </a:cubicBezTo>
                <a:lnTo>
                  <a:pt x="135897" y="109113"/>
                </a:lnTo>
                <a:cubicBezTo>
                  <a:pt x="143137" y="113323"/>
                  <a:pt x="150441" y="115427"/>
                  <a:pt x="157808" y="115427"/>
                </a:cubicBezTo>
                <a:cubicBezTo>
                  <a:pt x="165090" y="115427"/>
                  <a:pt x="170784" y="113480"/>
                  <a:pt x="174888" y="109586"/>
                </a:cubicBezTo>
                <a:cubicBezTo>
                  <a:pt x="178993" y="105693"/>
                  <a:pt x="181045" y="100294"/>
                  <a:pt x="181045" y="93390"/>
                </a:cubicBezTo>
                <a:lnTo>
                  <a:pt x="181045" y="87581"/>
                </a:lnTo>
                <a:lnTo>
                  <a:pt x="180729" y="87581"/>
                </a:lnTo>
                <a:cubicBezTo>
                  <a:pt x="175804" y="95537"/>
                  <a:pt x="168479" y="99515"/>
                  <a:pt x="158755" y="99515"/>
                </a:cubicBezTo>
                <a:cubicBezTo>
                  <a:pt x="149957" y="99515"/>
                  <a:pt x="142916" y="96379"/>
                  <a:pt x="137633" y="90107"/>
                </a:cubicBezTo>
                <a:cubicBezTo>
                  <a:pt x="132350" y="83834"/>
                  <a:pt x="129709" y="75436"/>
                  <a:pt x="129709" y="64912"/>
                </a:cubicBezTo>
                <a:cubicBezTo>
                  <a:pt x="129709" y="53167"/>
                  <a:pt x="132624" y="43790"/>
                  <a:pt x="138454" y="36781"/>
                </a:cubicBezTo>
                <a:cubicBezTo>
                  <a:pt x="144284" y="29772"/>
                  <a:pt x="151935" y="26268"/>
                  <a:pt x="161407" y="26268"/>
                </a:cubicBezTo>
                <a:cubicBezTo>
                  <a:pt x="169995" y="26268"/>
                  <a:pt x="176435" y="29615"/>
                  <a:pt x="180729" y="36308"/>
                </a:cubicBezTo>
                <a:lnTo>
                  <a:pt x="181045" y="36308"/>
                </a:lnTo>
                <a:lnTo>
                  <a:pt x="181045" y="27973"/>
                </a:lnTo>
                <a:lnTo>
                  <a:pt x="201377" y="27973"/>
                </a:lnTo>
                <a:lnTo>
                  <a:pt x="201377" y="90107"/>
                </a:lnTo>
                <a:moveTo>
                  <a:pt x="181234" y="58408"/>
                </a:moveTo>
                <a:cubicBezTo>
                  <a:pt x="181234" y="53778"/>
                  <a:pt x="179834" y="49873"/>
                  <a:pt x="177035" y="46695"/>
                </a:cubicBezTo>
                <a:cubicBezTo>
                  <a:pt x="174236" y="43517"/>
                  <a:pt x="170710" y="41928"/>
                  <a:pt x="166458" y="41928"/>
                </a:cubicBezTo>
                <a:cubicBezTo>
                  <a:pt x="161491" y="41928"/>
                  <a:pt x="157566" y="43875"/>
                  <a:pt x="154682" y="47768"/>
                </a:cubicBezTo>
                <a:cubicBezTo>
                  <a:pt x="151799" y="51662"/>
                  <a:pt x="150357" y="57124"/>
                  <a:pt x="150357" y="64154"/>
                </a:cubicBezTo>
                <a:cubicBezTo>
                  <a:pt x="150357" y="70258"/>
                  <a:pt x="151746" y="75068"/>
                  <a:pt x="154524" y="78583"/>
                </a:cubicBezTo>
                <a:cubicBezTo>
                  <a:pt x="157303" y="82098"/>
                  <a:pt x="160986" y="83855"/>
                  <a:pt x="165574" y="83855"/>
                </a:cubicBezTo>
                <a:cubicBezTo>
                  <a:pt x="170205" y="83855"/>
                  <a:pt x="173973" y="82066"/>
                  <a:pt x="176877" y="78488"/>
                </a:cubicBezTo>
                <a:cubicBezTo>
                  <a:pt x="179782" y="74910"/>
                  <a:pt x="181234" y="70258"/>
                  <a:pt x="181234" y="64533"/>
                </a:cubicBezTo>
                <a:lnTo>
                  <a:pt x="181234" y="58408"/>
                </a:lnTo>
                <a:close/>
                <a:moveTo>
                  <a:pt x="281829" y="68638"/>
                </a:moveTo>
                <a:lnTo>
                  <a:pt x="235860" y="68638"/>
                </a:lnTo>
                <a:cubicBezTo>
                  <a:pt x="236576" y="79456"/>
                  <a:pt x="243101" y="84866"/>
                  <a:pt x="255435" y="84866"/>
                </a:cubicBezTo>
                <a:cubicBezTo>
                  <a:pt x="263138" y="84866"/>
                  <a:pt x="269937" y="82971"/>
                  <a:pt x="275830" y="79183"/>
                </a:cubicBezTo>
                <a:lnTo>
                  <a:pt x="275830" y="94148"/>
                </a:lnTo>
                <a:cubicBezTo>
                  <a:pt x="269474" y="97726"/>
                  <a:pt x="261139" y="99515"/>
                  <a:pt x="250825" y="99515"/>
                </a:cubicBezTo>
                <a:cubicBezTo>
                  <a:pt x="239712" y="99515"/>
                  <a:pt x="231072" y="96379"/>
                  <a:pt x="224905" y="90107"/>
                </a:cubicBezTo>
                <a:cubicBezTo>
                  <a:pt x="218738" y="83834"/>
                  <a:pt x="215654" y="75099"/>
                  <a:pt x="215654" y="63902"/>
                </a:cubicBezTo>
                <a:cubicBezTo>
                  <a:pt x="215654" y="52746"/>
                  <a:pt x="218937" y="43685"/>
                  <a:pt x="225504" y="36718"/>
                </a:cubicBezTo>
                <a:cubicBezTo>
                  <a:pt x="232071" y="29751"/>
                  <a:pt x="240322" y="26268"/>
                  <a:pt x="250257" y="26268"/>
                </a:cubicBezTo>
                <a:cubicBezTo>
                  <a:pt x="260149" y="26268"/>
                  <a:pt x="267885" y="29267"/>
                  <a:pt x="273462" y="35266"/>
                </a:cubicBezTo>
                <a:cubicBezTo>
                  <a:pt x="279040" y="41265"/>
                  <a:pt x="281829" y="49505"/>
                  <a:pt x="281829" y="59987"/>
                </a:cubicBezTo>
                <a:lnTo>
                  <a:pt x="281829" y="68638"/>
                </a:lnTo>
                <a:moveTo>
                  <a:pt x="262823" y="55882"/>
                </a:moveTo>
                <a:cubicBezTo>
                  <a:pt x="262823" y="45443"/>
                  <a:pt x="258592" y="40223"/>
                  <a:pt x="250131" y="40223"/>
                </a:cubicBezTo>
                <a:cubicBezTo>
                  <a:pt x="246637" y="40223"/>
                  <a:pt x="243543" y="41654"/>
                  <a:pt x="240848" y="44517"/>
                </a:cubicBezTo>
                <a:cubicBezTo>
                  <a:pt x="238154" y="47379"/>
                  <a:pt x="236470" y="51168"/>
                  <a:pt x="235797" y="55882"/>
                </a:cubicBezTo>
                <a:lnTo>
                  <a:pt x="262823" y="55882"/>
                </a:lnTo>
                <a:close/>
                <a:moveTo>
                  <a:pt x="336658" y="96989"/>
                </a:moveTo>
                <a:cubicBezTo>
                  <a:pt x="333584" y="98673"/>
                  <a:pt x="328933" y="99515"/>
                  <a:pt x="322703" y="99515"/>
                </a:cubicBezTo>
                <a:cubicBezTo>
                  <a:pt x="307885" y="99515"/>
                  <a:pt x="300476" y="91727"/>
                  <a:pt x="300476" y="76152"/>
                </a:cubicBezTo>
                <a:lnTo>
                  <a:pt x="300476" y="43191"/>
                </a:lnTo>
                <a:lnTo>
                  <a:pt x="288984" y="43191"/>
                </a:lnTo>
                <a:lnTo>
                  <a:pt x="288984" y="27973"/>
                </a:lnTo>
                <a:lnTo>
                  <a:pt x="300476" y="27973"/>
                </a:lnTo>
                <a:lnTo>
                  <a:pt x="300476" y="12629"/>
                </a:lnTo>
                <a:lnTo>
                  <a:pt x="320745" y="6820"/>
                </a:lnTo>
                <a:lnTo>
                  <a:pt x="320745" y="27973"/>
                </a:lnTo>
                <a:lnTo>
                  <a:pt x="336658" y="27973"/>
                </a:lnTo>
                <a:lnTo>
                  <a:pt x="336658" y="43191"/>
                </a:lnTo>
                <a:lnTo>
                  <a:pt x="320745" y="43191"/>
                </a:lnTo>
                <a:lnTo>
                  <a:pt x="320745" y="72616"/>
                </a:lnTo>
                <a:cubicBezTo>
                  <a:pt x="320745" y="80067"/>
                  <a:pt x="323692" y="83792"/>
                  <a:pt x="329585" y="83792"/>
                </a:cubicBezTo>
                <a:cubicBezTo>
                  <a:pt x="331859" y="83792"/>
                  <a:pt x="334216" y="83119"/>
                  <a:pt x="336658" y="81772"/>
                </a:cubicBezTo>
                <a:lnTo>
                  <a:pt x="336658" y="96989"/>
                </a:lnTo>
                <a:close/>
                <a:moveTo>
                  <a:pt x="410298" y="63712"/>
                </a:moveTo>
                <a:lnTo>
                  <a:pt x="410298" y="97810"/>
                </a:lnTo>
                <a:lnTo>
                  <a:pt x="389461" y="97810"/>
                </a:lnTo>
                <a:lnTo>
                  <a:pt x="389461" y="0"/>
                </a:lnTo>
                <a:lnTo>
                  <a:pt x="423116" y="0"/>
                </a:lnTo>
                <a:cubicBezTo>
                  <a:pt x="447448" y="0"/>
                  <a:pt x="459614" y="10314"/>
                  <a:pt x="459614" y="30941"/>
                </a:cubicBezTo>
                <a:cubicBezTo>
                  <a:pt x="459614" y="40959"/>
                  <a:pt x="455941" y="48989"/>
                  <a:pt x="448595" y="55030"/>
                </a:cubicBezTo>
                <a:cubicBezTo>
                  <a:pt x="441249" y="61071"/>
                  <a:pt x="432062" y="63965"/>
                  <a:pt x="421033" y="63712"/>
                </a:cubicBezTo>
                <a:lnTo>
                  <a:pt x="410298" y="63712"/>
                </a:lnTo>
                <a:moveTo>
                  <a:pt x="410298" y="16165"/>
                </a:moveTo>
                <a:lnTo>
                  <a:pt x="410298" y="47737"/>
                </a:lnTo>
                <a:lnTo>
                  <a:pt x="419328" y="47737"/>
                </a:lnTo>
                <a:cubicBezTo>
                  <a:pt x="431578" y="47737"/>
                  <a:pt x="437703" y="42412"/>
                  <a:pt x="437703" y="31761"/>
                </a:cubicBezTo>
                <a:cubicBezTo>
                  <a:pt x="437703" y="21364"/>
                  <a:pt x="431641" y="16165"/>
                  <a:pt x="419517" y="16165"/>
                </a:cubicBezTo>
                <a:lnTo>
                  <a:pt x="410298" y="16165"/>
                </a:lnTo>
                <a:close/>
                <a:moveTo>
                  <a:pt x="516829" y="46474"/>
                </a:moveTo>
                <a:cubicBezTo>
                  <a:pt x="514345" y="45043"/>
                  <a:pt x="511335" y="44327"/>
                  <a:pt x="507799" y="44327"/>
                </a:cubicBezTo>
                <a:cubicBezTo>
                  <a:pt x="503168" y="44327"/>
                  <a:pt x="499496" y="46095"/>
                  <a:pt x="496780" y="49631"/>
                </a:cubicBezTo>
                <a:cubicBezTo>
                  <a:pt x="494065" y="53167"/>
                  <a:pt x="492708" y="58029"/>
                  <a:pt x="492708" y="64217"/>
                </a:cubicBezTo>
                <a:lnTo>
                  <a:pt x="492708" y="97810"/>
                </a:lnTo>
                <a:lnTo>
                  <a:pt x="472312" y="97810"/>
                </a:lnTo>
                <a:lnTo>
                  <a:pt x="472312" y="27973"/>
                </a:lnTo>
                <a:lnTo>
                  <a:pt x="492708" y="27973"/>
                </a:lnTo>
                <a:lnTo>
                  <a:pt x="492708" y="41107"/>
                </a:lnTo>
                <a:lnTo>
                  <a:pt x="492960" y="41107"/>
                </a:lnTo>
                <a:cubicBezTo>
                  <a:pt x="496328" y="31551"/>
                  <a:pt x="502453" y="26773"/>
                  <a:pt x="511335" y="26773"/>
                </a:cubicBezTo>
                <a:cubicBezTo>
                  <a:pt x="513735" y="26773"/>
                  <a:pt x="515566" y="27047"/>
                  <a:pt x="516829" y="27594"/>
                </a:cubicBezTo>
                <a:lnTo>
                  <a:pt x="516829" y="46474"/>
                </a:lnTo>
                <a:close/>
                <a:moveTo>
                  <a:pt x="522109" y="63207"/>
                </a:moveTo>
                <a:cubicBezTo>
                  <a:pt x="522109" y="51715"/>
                  <a:pt x="525551" y="42685"/>
                  <a:pt x="532433" y="36118"/>
                </a:cubicBezTo>
                <a:cubicBezTo>
                  <a:pt x="539316" y="29551"/>
                  <a:pt x="548567" y="26268"/>
                  <a:pt x="560185" y="26268"/>
                </a:cubicBezTo>
                <a:cubicBezTo>
                  <a:pt x="571425" y="26268"/>
                  <a:pt x="580349" y="29499"/>
                  <a:pt x="586958" y="35961"/>
                </a:cubicBezTo>
                <a:cubicBezTo>
                  <a:pt x="593567" y="42422"/>
                  <a:pt x="596872" y="51105"/>
                  <a:pt x="596872" y="62007"/>
                </a:cubicBezTo>
                <a:cubicBezTo>
                  <a:pt x="596872" y="73458"/>
                  <a:pt x="593483" y="82571"/>
                  <a:pt x="586706" y="89349"/>
                </a:cubicBezTo>
                <a:cubicBezTo>
                  <a:pt x="579928" y="96126"/>
                  <a:pt x="570751" y="99515"/>
                  <a:pt x="559175" y="99515"/>
                </a:cubicBezTo>
                <a:cubicBezTo>
                  <a:pt x="547809" y="99515"/>
                  <a:pt x="538790" y="96263"/>
                  <a:pt x="532118" y="89759"/>
                </a:cubicBezTo>
                <a:cubicBezTo>
                  <a:pt x="525445" y="83255"/>
                  <a:pt x="522109" y="74405"/>
                  <a:pt x="522109" y="63207"/>
                </a:cubicBezTo>
                <a:moveTo>
                  <a:pt x="542757" y="62955"/>
                </a:moveTo>
                <a:cubicBezTo>
                  <a:pt x="542757" y="76888"/>
                  <a:pt x="548440" y="83855"/>
                  <a:pt x="559806" y="83855"/>
                </a:cubicBezTo>
                <a:cubicBezTo>
                  <a:pt x="570709" y="83855"/>
                  <a:pt x="576161" y="76699"/>
                  <a:pt x="576161" y="62386"/>
                </a:cubicBezTo>
                <a:cubicBezTo>
                  <a:pt x="576161" y="48747"/>
                  <a:pt x="570667" y="41928"/>
                  <a:pt x="559680" y="41928"/>
                </a:cubicBezTo>
                <a:cubicBezTo>
                  <a:pt x="554334" y="41928"/>
                  <a:pt x="550177" y="43759"/>
                  <a:pt x="547209" y="47421"/>
                </a:cubicBezTo>
                <a:cubicBezTo>
                  <a:pt x="544241" y="51084"/>
                  <a:pt x="542757" y="56261"/>
                  <a:pt x="542757" y="62955"/>
                </a:cubicBezTo>
                <a:close/>
                <a:moveTo>
                  <a:pt x="678650" y="90107"/>
                </a:moveTo>
                <a:cubicBezTo>
                  <a:pt x="678650" y="103072"/>
                  <a:pt x="674956" y="113059"/>
                  <a:pt x="667568" y="120068"/>
                </a:cubicBezTo>
                <a:cubicBezTo>
                  <a:pt x="660180" y="127077"/>
                  <a:pt x="649541" y="130582"/>
                  <a:pt x="635649" y="130582"/>
                </a:cubicBezTo>
                <a:cubicBezTo>
                  <a:pt x="626219" y="130582"/>
                  <a:pt x="618726" y="129235"/>
                  <a:pt x="613170" y="126541"/>
                </a:cubicBezTo>
                <a:lnTo>
                  <a:pt x="613170" y="109113"/>
                </a:lnTo>
                <a:cubicBezTo>
                  <a:pt x="620410" y="113323"/>
                  <a:pt x="627714" y="115427"/>
                  <a:pt x="635081" y="115427"/>
                </a:cubicBezTo>
                <a:cubicBezTo>
                  <a:pt x="642363" y="115427"/>
                  <a:pt x="648057" y="113480"/>
                  <a:pt x="652161" y="109586"/>
                </a:cubicBezTo>
                <a:cubicBezTo>
                  <a:pt x="656265" y="105693"/>
                  <a:pt x="658318" y="100294"/>
                  <a:pt x="658318" y="93390"/>
                </a:cubicBezTo>
                <a:lnTo>
                  <a:pt x="658318" y="87581"/>
                </a:lnTo>
                <a:lnTo>
                  <a:pt x="658002" y="87581"/>
                </a:lnTo>
                <a:cubicBezTo>
                  <a:pt x="653077" y="95537"/>
                  <a:pt x="645752" y="99515"/>
                  <a:pt x="636028" y="99515"/>
                </a:cubicBezTo>
                <a:cubicBezTo>
                  <a:pt x="627230" y="99515"/>
                  <a:pt x="620189" y="96379"/>
                  <a:pt x="614906" y="90107"/>
                </a:cubicBezTo>
                <a:cubicBezTo>
                  <a:pt x="609623" y="83834"/>
                  <a:pt x="606981" y="75436"/>
                  <a:pt x="606981" y="64912"/>
                </a:cubicBezTo>
                <a:cubicBezTo>
                  <a:pt x="606981" y="53167"/>
                  <a:pt x="609897" y="43790"/>
                  <a:pt x="615727" y="36781"/>
                </a:cubicBezTo>
                <a:cubicBezTo>
                  <a:pt x="621557" y="29772"/>
                  <a:pt x="629208" y="26268"/>
                  <a:pt x="638680" y="26268"/>
                </a:cubicBezTo>
                <a:cubicBezTo>
                  <a:pt x="647267" y="26268"/>
                  <a:pt x="653708" y="29615"/>
                  <a:pt x="658002" y="36308"/>
                </a:cubicBezTo>
                <a:lnTo>
                  <a:pt x="658318" y="36308"/>
                </a:lnTo>
                <a:lnTo>
                  <a:pt x="658318" y="27973"/>
                </a:lnTo>
                <a:lnTo>
                  <a:pt x="678650" y="27973"/>
                </a:lnTo>
                <a:lnTo>
                  <a:pt x="678650" y="90107"/>
                </a:lnTo>
                <a:moveTo>
                  <a:pt x="658507" y="58408"/>
                </a:moveTo>
                <a:cubicBezTo>
                  <a:pt x="658507" y="53778"/>
                  <a:pt x="657107" y="49873"/>
                  <a:pt x="654308" y="46695"/>
                </a:cubicBezTo>
                <a:cubicBezTo>
                  <a:pt x="651509" y="43517"/>
                  <a:pt x="647983" y="41928"/>
                  <a:pt x="643731" y="41928"/>
                </a:cubicBezTo>
                <a:cubicBezTo>
                  <a:pt x="638764" y="41928"/>
                  <a:pt x="634838" y="43875"/>
                  <a:pt x="631955" y="47768"/>
                </a:cubicBezTo>
                <a:cubicBezTo>
                  <a:pt x="629071" y="51662"/>
                  <a:pt x="627630" y="57124"/>
                  <a:pt x="627630" y="64154"/>
                </a:cubicBezTo>
                <a:cubicBezTo>
                  <a:pt x="627630" y="70258"/>
                  <a:pt x="629019" y="75068"/>
                  <a:pt x="631797" y="78583"/>
                </a:cubicBezTo>
                <a:cubicBezTo>
                  <a:pt x="634575" y="82098"/>
                  <a:pt x="638259" y="83855"/>
                  <a:pt x="642847" y="83855"/>
                </a:cubicBezTo>
                <a:cubicBezTo>
                  <a:pt x="647478" y="83855"/>
                  <a:pt x="651245" y="82066"/>
                  <a:pt x="654150" y="78488"/>
                </a:cubicBezTo>
                <a:cubicBezTo>
                  <a:pt x="657055" y="74910"/>
                  <a:pt x="658507" y="70258"/>
                  <a:pt x="658507" y="64533"/>
                </a:cubicBezTo>
                <a:lnTo>
                  <a:pt x="658507" y="58408"/>
                </a:lnTo>
                <a:close/>
                <a:moveTo>
                  <a:pt x="741572" y="46474"/>
                </a:moveTo>
                <a:cubicBezTo>
                  <a:pt x="739088" y="45043"/>
                  <a:pt x="736079" y="44327"/>
                  <a:pt x="732543" y="44327"/>
                </a:cubicBezTo>
                <a:cubicBezTo>
                  <a:pt x="727912" y="44327"/>
                  <a:pt x="724239" y="46095"/>
                  <a:pt x="721524" y="49631"/>
                </a:cubicBezTo>
                <a:cubicBezTo>
                  <a:pt x="718809" y="53167"/>
                  <a:pt x="717451" y="58029"/>
                  <a:pt x="717451" y="64217"/>
                </a:cubicBezTo>
                <a:lnTo>
                  <a:pt x="717451" y="97810"/>
                </a:lnTo>
                <a:lnTo>
                  <a:pt x="697056" y="97810"/>
                </a:lnTo>
                <a:lnTo>
                  <a:pt x="697056" y="27973"/>
                </a:lnTo>
                <a:lnTo>
                  <a:pt x="717451" y="27973"/>
                </a:lnTo>
                <a:lnTo>
                  <a:pt x="717451" y="41107"/>
                </a:lnTo>
                <a:lnTo>
                  <a:pt x="717704" y="41107"/>
                </a:lnTo>
                <a:cubicBezTo>
                  <a:pt x="721071" y="31551"/>
                  <a:pt x="727196" y="26773"/>
                  <a:pt x="736079" y="26773"/>
                </a:cubicBezTo>
                <a:cubicBezTo>
                  <a:pt x="738478" y="26773"/>
                  <a:pt x="740309" y="27047"/>
                  <a:pt x="741572" y="27594"/>
                </a:cubicBezTo>
                <a:lnTo>
                  <a:pt x="741572" y="46474"/>
                </a:lnTo>
                <a:close/>
                <a:moveTo>
                  <a:pt x="753372" y="32203"/>
                </a:moveTo>
                <a:cubicBezTo>
                  <a:pt x="756529" y="30435"/>
                  <a:pt x="760749" y="29004"/>
                  <a:pt x="766032" y="27910"/>
                </a:cubicBezTo>
                <a:cubicBezTo>
                  <a:pt x="771315" y="26815"/>
                  <a:pt x="775830" y="26268"/>
                  <a:pt x="779577" y="26268"/>
                </a:cubicBezTo>
                <a:cubicBezTo>
                  <a:pt x="799109" y="26268"/>
                  <a:pt x="808875" y="36055"/>
                  <a:pt x="808875" y="55630"/>
                </a:cubicBezTo>
                <a:lnTo>
                  <a:pt x="808875" y="97810"/>
                </a:lnTo>
                <a:lnTo>
                  <a:pt x="789490" y="97810"/>
                </a:lnTo>
                <a:lnTo>
                  <a:pt x="789490" y="87644"/>
                </a:lnTo>
                <a:lnTo>
                  <a:pt x="789238" y="87644"/>
                </a:lnTo>
                <a:cubicBezTo>
                  <a:pt x="784481" y="95558"/>
                  <a:pt x="777514" y="99515"/>
                  <a:pt x="768337" y="99515"/>
                </a:cubicBezTo>
                <a:cubicBezTo>
                  <a:pt x="761728" y="99515"/>
                  <a:pt x="756434" y="97631"/>
                  <a:pt x="752456" y="93864"/>
                </a:cubicBezTo>
                <a:cubicBezTo>
                  <a:pt x="748478" y="90096"/>
                  <a:pt x="746489" y="84971"/>
                  <a:pt x="746489" y="78488"/>
                </a:cubicBezTo>
                <a:cubicBezTo>
                  <a:pt x="746489" y="65102"/>
                  <a:pt x="754466" y="57314"/>
                  <a:pt x="770421" y="55125"/>
                </a:cubicBezTo>
                <a:lnTo>
                  <a:pt x="789617" y="52536"/>
                </a:lnTo>
                <a:cubicBezTo>
                  <a:pt x="789617" y="44411"/>
                  <a:pt x="785386" y="40349"/>
                  <a:pt x="776925" y="40349"/>
                </a:cubicBezTo>
                <a:cubicBezTo>
                  <a:pt x="768590" y="40349"/>
                  <a:pt x="760739" y="42875"/>
                  <a:pt x="753372" y="47926"/>
                </a:cubicBezTo>
                <a:lnTo>
                  <a:pt x="753372" y="32203"/>
                </a:lnTo>
                <a:moveTo>
                  <a:pt x="776419" y="66175"/>
                </a:moveTo>
                <a:cubicBezTo>
                  <a:pt x="769053" y="67143"/>
                  <a:pt x="765369" y="70469"/>
                  <a:pt x="765369" y="76152"/>
                </a:cubicBezTo>
                <a:cubicBezTo>
                  <a:pt x="765369" y="78762"/>
                  <a:pt x="766264" y="80866"/>
                  <a:pt x="768053" y="82466"/>
                </a:cubicBezTo>
                <a:cubicBezTo>
                  <a:pt x="769842" y="84066"/>
                  <a:pt x="772252" y="84866"/>
                  <a:pt x="775283" y="84866"/>
                </a:cubicBezTo>
                <a:cubicBezTo>
                  <a:pt x="779450" y="84866"/>
                  <a:pt x="782881" y="83392"/>
                  <a:pt x="785575" y="80446"/>
                </a:cubicBezTo>
                <a:cubicBezTo>
                  <a:pt x="788269" y="77499"/>
                  <a:pt x="789617" y="73836"/>
                  <a:pt x="789617" y="69458"/>
                </a:cubicBezTo>
                <a:lnTo>
                  <a:pt x="789617" y="64470"/>
                </a:lnTo>
                <a:lnTo>
                  <a:pt x="776419" y="66175"/>
                </a:lnTo>
                <a:close/>
                <a:moveTo>
                  <a:pt x="936007" y="97810"/>
                </a:moveTo>
                <a:lnTo>
                  <a:pt x="915675" y="97810"/>
                </a:lnTo>
                <a:lnTo>
                  <a:pt x="915675" y="57966"/>
                </a:lnTo>
                <a:cubicBezTo>
                  <a:pt x="915675" y="47274"/>
                  <a:pt x="911781" y="41928"/>
                  <a:pt x="903993" y="41928"/>
                </a:cubicBezTo>
                <a:cubicBezTo>
                  <a:pt x="900373" y="41928"/>
                  <a:pt x="897363" y="43548"/>
                  <a:pt x="894963" y="46790"/>
                </a:cubicBezTo>
                <a:cubicBezTo>
                  <a:pt x="892564" y="50031"/>
                  <a:pt x="891364" y="53988"/>
                  <a:pt x="891364" y="58661"/>
                </a:cubicBezTo>
                <a:lnTo>
                  <a:pt x="891364" y="97810"/>
                </a:lnTo>
                <a:lnTo>
                  <a:pt x="871032" y="97810"/>
                </a:lnTo>
                <a:lnTo>
                  <a:pt x="871032" y="57461"/>
                </a:lnTo>
                <a:cubicBezTo>
                  <a:pt x="871032" y="47105"/>
                  <a:pt x="867180" y="41928"/>
                  <a:pt x="859477" y="41928"/>
                </a:cubicBezTo>
                <a:cubicBezTo>
                  <a:pt x="855646" y="41928"/>
                  <a:pt x="852583" y="43475"/>
                  <a:pt x="850289" y="46569"/>
                </a:cubicBezTo>
                <a:cubicBezTo>
                  <a:pt x="847995" y="49663"/>
                  <a:pt x="846848" y="53757"/>
                  <a:pt x="846848" y="58850"/>
                </a:cubicBezTo>
                <a:lnTo>
                  <a:pt x="846848" y="97810"/>
                </a:lnTo>
                <a:lnTo>
                  <a:pt x="826452" y="97810"/>
                </a:lnTo>
                <a:lnTo>
                  <a:pt x="826452" y="27973"/>
                </a:lnTo>
                <a:lnTo>
                  <a:pt x="846848" y="27973"/>
                </a:lnTo>
                <a:lnTo>
                  <a:pt x="846848" y="38897"/>
                </a:lnTo>
                <a:lnTo>
                  <a:pt x="847100" y="38897"/>
                </a:lnTo>
                <a:cubicBezTo>
                  <a:pt x="849542" y="34898"/>
                  <a:pt x="852783" y="31793"/>
                  <a:pt x="856824" y="29583"/>
                </a:cubicBezTo>
                <a:cubicBezTo>
                  <a:pt x="860866" y="27373"/>
                  <a:pt x="865117" y="26268"/>
                  <a:pt x="869580" y="26268"/>
                </a:cubicBezTo>
                <a:cubicBezTo>
                  <a:pt x="879388" y="26268"/>
                  <a:pt x="886102" y="30667"/>
                  <a:pt x="889723" y="39465"/>
                </a:cubicBezTo>
                <a:cubicBezTo>
                  <a:pt x="895111" y="30667"/>
                  <a:pt x="902941" y="26268"/>
                  <a:pt x="913212" y="26268"/>
                </a:cubicBezTo>
                <a:cubicBezTo>
                  <a:pt x="928409" y="26268"/>
                  <a:pt x="936007" y="35655"/>
                  <a:pt x="936007" y="54430"/>
                </a:cubicBezTo>
                <a:lnTo>
                  <a:pt x="936007" y="97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b179bba554f82"/>
          <a:stretch xmlns:a="http://schemas.openxmlformats.org/drawingml/2006/main"/>
        </p:blipFill>
        <p:spPr>
          <a:xfrm xmlns:a="http://schemas.openxmlformats.org/drawingml/2006/main">
            <a:off x="9966924" y="3397146"/>
            <a:ext cx="1295777" cy="969893"/>
          </a:xfrm>
          <a:prstGeom xmlns:a="http://schemas.openxmlformats.org/drawingml/2006/main" prst="rect">
            <a:avLst/>
          </a:prstGeom>
        </p:spPr>
      </p:pic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60EBC-195E-4248-8E0C-E8615C0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084" y="3420450"/>
            <a:ext cx="1212689" cy="887730"/>
          </a:xfrm>
          <a:custGeom xmlns:a="http://schemas.openxmlformats.org/drawingml/2006/main">
            <a:pathLst>
              <a:path w="1212689" h="887730">
                <a:moveTo>
                  <a:pt x="0" y="63650"/>
                </a:moveTo>
                <a:cubicBezTo>
                  <a:pt x="0" y="28497"/>
                  <a:pt x="28499" y="0"/>
                  <a:pt x="63649" y="0"/>
                </a:cubicBezTo>
                <a:lnTo>
                  <a:pt x="1149040" y="0"/>
                </a:lnTo>
                <a:cubicBezTo>
                  <a:pt x="1184190" y="0"/>
                  <a:pt x="1212689" y="28497"/>
                  <a:pt x="1212689" y="63650"/>
                </a:cubicBezTo>
                <a:lnTo>
                  <a:pt x="1212689" y="824080"/>
                </a:lnTo>
                <a:cubicBezTo>
                  <a:pt x="1212689" y="859233"/>
                  <a:pt x="1184190" y="887730"/>
                  <a:pt x="1149040" y="887730"/>
                </a:cubicBezTo>
                <a:lnTo>
                  <a:pt x="63649" y="887730"/>
                </a:lnTo>
                <a:cubicBezTo>
                  <a:pt x="28499" y="887730"/>
                  <a:pt x="0" y="859233"/>
                  <a:pt x="0" y="824080"/>
                </a:cubicBezTo>
                <a:lnTo>
                  <a:pt x="0" y="636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04296-059D-47B1-A52D-34AC33AE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084" y="3420450"/>
            <a:ext cx="1212689" cy="887730"/>
          </a:xfrm>
          <a:custGeom xmlns:a="http://schemas.openxmlformats.org/drawingml/2006/main">
            <a:pathLst>
              <a:path w="1212689" h="887730" fill="none">
                <a:moveTo>
                  <a:pt x="0" y="63650"/>
                </a:moveTo>
                <a:cubicBezTo>
                  <a:pt x="0" y="28497"/>
                  <a:pt x="28497" y="0"/>
                  <a:pt x="63650" y="0"/>
                </a:cubicBezTo>
                <a:lnTo>
                  <a:pt x="1149039" y="0"/>
                </a:lnTo>
                <a:cubicBezTo>
                  <a:pt x="1184192" y="0"/>
                  <a:pt x="1212689" y="28497"/>
                  <a:pt x="1212689" y="63650"/>
                </a:cubicBezTo>
                <a:lnTo>
                  <a:pt x="1212689" y="824080"/>
                </a:lnTo>
                <a:cubicBezTo>
                  <a:pt x="1212689" y="859233"/>
                  <a:pt x="1184192" y="887730"/>
                  <a:pt x="1149039" y="887730"/>
                </a:cubicBezTo>
                <a:lnTo>
                  <a:pt x="63650" y="887730"/>
                </a:lnTo>
                <a:cubicBezTo>
                  <a:pt x="28497" y="887730"/>
                  <a:pt x="0" y="859233"/>
                  <a:pt x="0" y="824080"/>
                </a:cubicBezTo>
                <a:lnTo>
                  <a:pt x="0" y="63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22" name="Text ContractChecker">
            <a:extLst xmlns:a="http://schemas.openxmlformats.org/drawingml/2006/main">
              <a:ext uri="{FF2B5EF4-FFF2-40B4-BE49-F238E27FC236}">
                <a16:creationId xmlns:a16="http://schemas.microsoft.com/office/drawing/2014/main" id="{3C30AC05-78CF-442F-A3C8-AAE11655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731" y="3495517"/>
            <a:ext cx="1109490" cy="105072"/>
          </a:xfrm>
          <a:custGeom xmlns:a="http://schemas.openxmlformats.org/drawingml/2006/main">
            <a:pathLst>
              <a:path w="1109490" h="105072">
                <a:moveTo>
                  <a:pt x="75899" y="99831"/>
                </a:moveTo>
                <a:cubicBezTo>
                  <a:pt x="68785" y="103325"/>
                  <a:pt x="59503" y="105072"/>
                  <a:pt x="48053" y="105072"/>
                </a:cubicBezTo>
                <a:cubicBezTo>
                  <a:pt x="33319" y="105072"/>
                  <a:pt x="21627" y="100662"/>
                  <a:pt x="12976" y="91843"/>
                </a:cubicBezTo>
                <a:cubicBezTo>
                  <a:pt x="4325" y="83024"/>
                  <a:pt x="0" y="71269"/>
                  <a:pt x="0" y="56577"/>
                </a:cubicBezTo>
                <a:cubicBezTo>
                  <a:pt x="0" y="41128"/>
                  <a:pt x="4831" y="28488"/>
                  <a:pt x="14492" y="18659"/>
                </a:cubicBezTo>
                <a:cubicBezTo>
                  <a:pt x="24153" y="8830"/>
                  <a:pt x="36624" y="3915"/>
                  <a:pt x="51904" y="3915"/>
                </a:cubicBezTo>
                <a:cubicBezTo>
                  <a:pt x="61460" y="3915"/>
                  <a:pt x="69458" y="5157"/>
                  <a:pt x="75899" y="7640"/>
                </a:cubicBezTo>
                <a:lnTo>
                  <a:pt x="75899" y="27783"/>
                </a:lnTo>
                <a:cubicBezTo>
                  <a:pt x="69290" y="23911"/>
                  <a:pt x="61797" y="21974"/>
                  <a:pt x="53420" y="21974"/>
                </a:cubicBezTo>
                <a:cubicBezTo>
                  <a:pt x="43864" y="21974"/>
                  <a:pt x="36224" y="25026"/>
                  <a:pt x="30499" y="31130"/>
                </a:cubicBezTo>
                <a:cubicBezTo>
                  <a:pt x="24774" y="37234"/>
                  <a:pt x="21911" y="45211"/>
                  <a:pt x="21911" y="55062"/>
                </a:cubicBezTo>
                <a:cubicBezTo>
                  <a:pt x="21911" y="64659"/>
                  <a:pt x="24626" y="72384"/>
                  <a:pt x="30057" y="78235"/>
                </a:cubicBezTo>
                <a:cubicBezTo>
                  <a:pt x="35487" y="84087"/>
                  <a:pt x="42833" y="87012"/>
                  <a:pt x="52094" y="87012"/>
                </a:cubicBezTo>
                <a:cubicBezTo>
                  <a:pt x="60808" y="87012"/>
                  <a:pt x="68743" y="84908"/>
                  <a:pt x="75899" y="80698"/>
                </a:cubicBezTo>
                <a:lnTo>
                  <a:pt x="75899" y="99831"/>
                </a:lnTo>
                <a:close/>
                <a:moveTo>
                  <a:pt x="86826" y="68764"/>
                </a:moveTo>
                <a:cubicBezTo>
                  <a:pt x="86826" y="57272"/>
                  <a:pt x="90267" y="48242"/>
                  <a:pt x="97150" y="41675"/>
                </a:cubicBezTo>
                <a:cubicBezTo>
                  <a:pt x="104032" y="35108"/>
                  <a:pt x="113283" y="31825"/>
                  <a:pt x="124902" y="31825"/>
                </a:cubicBezTo>
                <a:cubicBezTo>
                  <a:pt x="136141" y="31825"/>
                  <a:pt x="145066" y="35055"/>
                  <a:pt x="151675" y="41517"/>
                </a:cubicBezTo>
                <a:cubicBezTo>
                  <a:pt x="158284" y="47979"/>
                  <a:pt x="161588" y="56661"/>
                  <a:pt x="161588" y="67564"/>
                </a:cubicBezTo>
                <a:cubicBezTo>
                  <a:pt x="161588" y="79014"/>
                  <a:pt x="158200" y="88128"/>
                  <a:pt x="151422" y="94905"/>
                </a:cubicBezTo>
                <a:cubicBezTo>
                  <a:pt x="144645" y="101683"/>
                  <a:pt x="135468" y="105072"/>
                  <a:pt x="123891" y="105072"/>
                </a:cubicBezTo>
                <a:cubicBezTo>
                  <a:pt x="112525" y="105072"/>
                  <a:pt x="103506" y="101820"/>
                  <a:pt x="96834" y="95316"/>
                </a:cubicBezTo>
                <a:cubicBezTo>
                  <a:pt x="90162" y="88812"/>
                  <a:pt x="86826" y="79961"/>
                  <a:pt x="86826" y="68764"/>
                </a:cubicBezTo>
                <a:moveTo>
                  <a:pt x="107474" y="68511"/>
                </a:moveTo>
                <a:cubicBezTo>
                  <a:pt x="107474" y="82445"/>
                  <a:pt x="113157" y="89412"/>
                  <a:pt x="124523" y="89412"/>
                </a:cubicBezTo>
                <a:cubicBezTo>
                  <a:pt x="135426" y="89412"/>
                  <a:pt x="140877" y="82256"/>
                  <a:pt x="140877" y="67943"/>
                </a:cubicBezTo>
                <a:cubicBezTo>
                  <a:pt x="140877" y="54304"/>
                  <a:pt x="135383" y="47484"/>
                  <a:pt x="124396" y="47484"/>
                </a:cubicBezTo>
                <a:cubicBezTo>
                  <a:pt x="119050" y="47484"/>
                  <a:pt x="114893" y="49315"/>
                  <a:pt x="111925" y="52978"/>
                </a:cubicBezTo>
                <a:cubicBezTo>
                  <a:pt x="108958" y="56640"/>
                  <a:pt x="107474" y="61818"/>
                  <a:pt x="107474" y="68511"/>
                </a:cubicBezTo>
                <a:close/>
                <a:moveTo>
                  <a:pt x="242178" y="103367"/>
                </a:moveTo>
                <a:lnTo>
                  <a:pt x="221909" y="103367"/>
                </a:lnTo>
                <a:lnTo>
                  <a:pt x="221909" y="64407"/>
                </a:lnTo>
                <a:cubicBezTo>
                  <a:pt x="221909" y="53125"/>
                  <a:pt x="217847" y="47484"/>
                  <a:pt x="209722" y="47484"/>
                </a:cubicBezTo>
                <a:cubicBezTo>
                  <a:pt x="205850" y="47484"/>
                  <a:pt x="202629" y="48989"/>
                  <a:pt x="200061" y="51999"/>
                </a:cubicBezTo>
                <a:cubicBezTo>
                  <a:pt x="197494" y="55009"/>
                  <a:pt x="196210" y="58850"/>
                  <a:pt x="196210" y="63523"/>
                </a:cubicBezTo>
                <a:lnTo>
                  <a:pt x="196210" y="103367"/>
                </a:lnTo>
                <a:lnTo>
                  <a:pt x="175814" y="103367"/>
                </a:lnTo>
                <a:lnTo>
                  <a:pt x="175814" y="33529"/>
                </a:lnTo>
                <a:lnTo>
                  <a:pt x="196210" y="33529"/>
                </a:lnTo>
                <a:lnTo>
                  <a:pt x="196210" y="44643"/>
                </a:lnTo>
                <a:lnTo>
                  <a:pt x="196462" y="44643"/>
                </a:lnTo>
                <a:cubicBezTo>
                  <a:pt x="201556" y="36097"/>
                  <a:pt x="209049" y="31825"/>
                  <a:pt x="218941" y="31825"/>
                </a:cubicBezTo>
                <a:cubicBezTo>
                  <a:pt x="234433" y="31825"/>
                  <a:pt x="242178" y="41422"/>
                  <a:pt x="242178" y="60618"/>
                </a:cubicBezTo>
                <a:lnTo>
                  <a:pt x="242178" y="103367"/>
                </a:lnTo>
                <a:close/>
                <a:moveTo>
                  <a:pt x="300835" y="102546"/>
                </a:moveTo>
                <a:cubicBezTo>
                  <a:pt x="297762" y="104230"/>
                  <a:pt x="293111" y="105072"/>
                  <a:pt x="286881" y="105072"/>
                </a:cubicBezTo>
                <a:cubicBezTo>
                  <a:pt x="272063" y="105072"/>
                  <a:pt x="264654" y="97284"/>
                  <a:pt x="264654" y="81708"/>
                </a:cubicBezTo>
                <a:lnTo>
                  <a:pt x="264654" y="48747"/>
                </a:lnTo>
                <a:lnTo>
                  <a:pt x="253162" y="48747"/>
                </a:lnTo>
                <a:lnTo>
                  <a:pt x="253162" y="33529"/>
                </a:lnTo>
                <a:lnTo>
                  <a:pt x="264654" y="33529"/>
                </a:lnTo>
                <a:lnTo>
                  <a:pt x="264654" y="18185"/>
                </a:lnTo>
                <a:lnTo>
                  <a:pt x="284923" y="12376"/>
                </a:lnTo>
                <a:lnTo>
                  <a:pt x="284923" y="33529"/>
                </a:lnTo>
                <a:lnTo>
                  <a:pt x="300835" y="33529"/>
                </a:lnTo>
                <a:lnTo>
                  <a:pt x="300835" y="48747"/>
                </a:lnTo>
                <a:lnTo>
                  <a:pt x="284923" y="48747"/>
                </a:lnTo>
                <a:lnTo>
                  <a:pt x="284923" y="78172"/>
                </a:lnTo>
                <a:cubicBezTo>
                  <a:pt x="284923" y="85623"/>
                  <a:pt x="287870" y="89349"/>
                  <a:pt x="293763" y="89349"/>
                </a:cubicBezTo>
                <a:cubicBezTo>
                  <a:pt x="296036" y="89349"/>
                  <a:pt x="298394" y="88675"/>
                  <a:pt x="300835" y="87328"/>
                </a:cubicBezTo>
                <a:lnTo>
                  <a:pt x="300835" y="102546"/>
                </a:lnTo>
                <a:close/>
                <a:moveTo>
                  <a:pt x="357771" y="52031"/>
                </a:moveTo>
                <a:cubicBezTo>
                  <a:pt x="355288" y="50599"/>
                  <a:pt x="352278" y="49884"/>
                  <a:pt x="348742" y="49884"/>
                </a:cubicBezTo>
                <a:cubicBezTo>
                  <a:pt x="344111" y="49884"/>
                  <a:pt x="340438" y="51652"/>
                  <a:pt x="337723" y="55188"/>
                </a:cubicBezTo>
                <a:cubicBezTo>
                  <a:pt x="335008" y="58724"/>
                  <a:pt x="333650" y="63586"/>
                  <a:pt x="333650" y="69774"/>
                </a:cubicBezTo>
                <a:lnTo>
                  <a:pt x="333650" y="103367"/>
                </a:lnTo>
                <a:lnTo>
                  <a:pt x="313255" y="103367"/>
                </a:lnTo>
                <a:lnTo>
                  <a:pt x="313255" y="33529"/>
                </a:lnTo>
                <a:lnTo>
                  <a:pt x="333650" y="33529"/>
                </a:lnTo>
                <a:lnTo>
                  <a:pt x="333650" y="46663"/>
                </a:lnTo>
                <a:lnTo>
                  <a:pt x="333903" y="46663"/>
                </a:lnTo>
                <a:cubicBezTo>
                  <a:pt x="337270" y="37108"/>
                  <a:pt x="343395" y="32330"/>
                  <a:pt x="352278" y="32330"/>
                </a:cubicBezTo>
                <a:cubicBezTo>
                  <a:pt x="354677" y="32330"/>
                  <a:pt x="356508" y="32603"/>
                  <a:pt x="357771" y="33151"/>
                </a:cubicBezTo>
                <a:lnTo>
                  <a:pt x="357771" y="52031"/>
                </a:lnTo>
                <a:close/>
                <a:moveTo>
                  <a:pt x="369518" y="37760"/>
                </a:moveTo>
                <a:cubicBezTo>
                  <a:pt x="372676" y="35992"/>
                  <a:pt x="376896" y="34561"/>
                  <a:pt x="382179" y="33466"/>
                </a:cubicBezTo>
                <a:cubicBezTo>
                  <a:pt x="387462" y="32372"/>
                  <a:pt x="391977" y="31825"/>
                  <a:pt x="395723" y="31825"/>
                </a:cubicBezTo>
                <a:cubicBezTo>
                  <a:pt x="415256" y="31825"/>
                  <a:pt x="425022" y="41612"/>
                  <a:pt x="425022" y="61187"/>
                </a:cubicBezTo>
                <a:lnTo>
                  <a:pt x="425022" y="103367"/>
                </a:lnTo>
                <a:lnTo>
                  <a:pt x="405637" y="103367"/>
                </a:lnTo>
                <a:lnTo>
                  <a:pt x="405637" y="93201"/>
                </a:lnTo>
                <a:lnTo>
                  <a:pt x="405384" y="93201"/>
                </a:lnTo>
                <a:cubicBezTo>
                  <a:pt x="400627" y="101115"/>
                  <a:pt x="393660" y="105072"/>
                  <a:pt x="384484" y="105072"/>
                </a:cubicBezTo>
                <a:cubicBezTo>
                  <a:pt x="377874" y="105072"/>
                  <a:pt x="372581" y="103188"/>
                  <a:pt x="368603" y="99420"/>
                </a:cubicBezTo>
                <a:cubicBezTo>
                  <a:pt x="364625" y="95653"/>
                  <a:pt x="362636" y="90528"/>
                  <a:pt x="362636" y="84045"/>
                </a:cubicBezTo>
                <a:cubicBezTo>
                  <a:pt x="362636" y="70658"/>
                  <a:pt x="370613" y="62870"/>
                  <a:pt x="386567" y="60681"/>
                </a:cubicBezTo>
                <a:lnTo>
                  <a:pt x="405763" y="58093"/>
                </a:lnTo>
                <a:cubicBezTo>
                  <a:pt x="405763" y="49968"/>
                  <a:pt x="401532" y="45906"/>
                  <a:pt x="393071" y="45906"/>
                </a:cubicBezTo>
                <a:cubicBezTo>
                  <a:pt x="384736" y="45906"/>
                  <a:pt x="376885" y="48431"/>
                  <a:pt x="369518" y="53483"/>
                </a:cubicBezTo>
                <a:lnTo>
                  <a:pt x="369518" y="37760"/>
                </a:lnTo>
                <a:moveTo>
                  <a:pt x="392566" y="71732"/>
                </a:moveTo>
                <a:cubicBezTo>
                  <a:pt x="385199" y="72700"/>
                  <a:pt x="381516" y="76025"/>
                  <a:pt x="381516" y="81708"/>
                </a:cubicBezTo>
                <a:cubicBezTo>
                  <a:pt x="381516" y="84318"/>
                  <a:pt x="382410" y="86423"/>
                  <a:pt x="384199" y="88023"/>
                </a:cubicBezTo>
                <a:cubicBezTo>
                  <a:pt x="385988" y="89622"/>
                  <a:pt x="388398" y="90422"/>
                  <a:pt x="391429" y="90422"/>
                </a:cubicBezTo>
                <a:cubicBezTo>
                  <a:pt x="395597" y="90422"/>
                  <a:pt x="399028" y="88949"/>
                  <a:pt x="401722" y="86002"/>
                </a:cubicBezTo>
                <a:cubicBezTo>
                  <a:pt x="404416" y="83055"/>
                  <a:pt x="405763" y="79393"/>
                  <a:pt x="405763" y="75015"/>
                </a:cubicBezTo>
                <a:lnTo>
                  <a:pt x="405763" y="70027"/>
                </a:lnTo>
                <a:lnTo>
                  <a:pt x="392566" y="71732"/>
                </a:lnTo>
                <a:close/>
                <a:moveTo>
                  <a:pt x="494894" y="100778"/>
                </a:moveTo>
                <a:cubicBezTo>
                  <a:pt x="490011" y="103640"/>
                  <a:pt x="483065" y="105072"/>
                  <a:pt x="474056" y="105072"/>
                </a:cubicBezTo>
                <a:cubicBezTo>
                  <a:pt x="463406" y="105072"/>
                  <a:pt x="454797" y="101830"/>
                  <a:pt x="448230" y="95347"/>
                </a:cubicBezTo>
                <a:cubicBezTo>
                  <a:pt x="441663" y="88865"/>
                  <a:pt x="438380" y="80467"/>
                  <a:pt x="438380" y="70153"/>
                </a:cubicBezTo>
                <a:cubicBezTo>
                  <a:pt x="438380" y="58282"/>
                  <a:pt x="441916" y="48926"/>
                  <a:pt x="448988" y="42086"/>
                </a:cubicBezTo>
                <a:cubicBezTo>
                  <a:pt x="456060" y="35245"/>
                  <a:pt x="465490" y="31825"/>
                  <a:pt x="477277" y="31825"/>
                </a:cubicBezTo>
                <a:cubicBezTo>
                  <a:pt x="485233" y="31825"/>
                  <a:pt x="491126" y="32919"/>
                  <a:pt x="494957" y="35108"/>
                </a:cubicBezTo>
                <a:lnTo>
                  <a:pt x="494957" y="52599"/>
                </a:lnTo>
                <a:cubicBezTo>
                  <a:pt x="490284" y="49189"/>
                  <a:pt x="485191" y="47484"/>
                  <a:pt x="479676" y="47484"/>
                </a:cubicBezTo>
                <a:cubicBezTo>
                  <a:pt x="473446" y="47484"/>
                  <a:pt x="468447" y="49379"/>
                  <a:pt x="464679" y="53167"/>
                </a:cubicBezTo>
                <a:cubicBezTo>
                  <a:pt x="460912" y="56956"/>
                  <a:pt x="459028" y="62155"/>
                  <a:pt x="459028" y="68764"/>
                </a:cubicBezTo>
                <a:cubicBezTo>
                  <a:pt x="459028" y="75162"/>
                  <a:pt x="460817" y="80203"/>
                  <a:pt x="464395" y="83887"/>
                </a:cubicBezTo>
                <a:cubicBezTo>
                  <a:pt x="467973" y="87570"/>
                  <a:pt x="472836" y="89412"/>
                  <a:pt x="478982" y="89412"/>
                </a:cubicBezTo>
                <a:cubicBezTo>
                  <a:pt x="484412" y="89412"/>
                  <a:pt x="489716" y="87686"/>
                  <a:pt x="494894" y="84234"/>
                </a:cubicBezTo>
                <a:lnTo>
                  <a:pt x="494894" y="100778"/>
                </a:lnTo>
                <a:close/>
                <a:moveTo>
                  <a:pt x="550369" y="102546"/>
                </a:moveTo>
                <a:cubicBezTo>
                  <a:pt x="547296" y="104230"/>
                  <a:pt x="542645" y="105072"/>
                  <a:pt x="536415" y="105072"/>
                </a:cubicBezTo>
                <a:cubicBezTo>
                  <a:pt x="521597" y="105072"/>
                  <a:pt x="514188" y="97284"/>
                  <a:pt x="514188" y="81708"/>
                </a:cubicBezTo>
                <a:lnTo>
                  <a:pt x="514188" y="48747"/>
                </a:lnTo>
                <a:lnTo>
                  <a:pt x="502696" y="48747"/>
                </a:lnTo>
                <a:lnTo>
                  <a:pt x="502696" y="33529"/>
                </a:lnTo>
                <a:lnTo>
                  <a:pt x="514188" y="33529"/>
                </a:lnTo>
                <a:lnTo>
                  <a:pt x="514188" y="18185"/>
                </a:lnTo>
                <a:lnTo>
                  <a:pt x="534457" y="12376"/>
                </a:lnTo>
                <a:lnTo>
                  <a:pt x="534457" y="33529"/>
                </a:lnTo>
                <a:lnTo>
                  <a:pt x="550369" y="33529"/>
                </a:lnTo>
                <a:lnTo>
                  <a:pt x="550369" y="48747"/>
                </a:lnTo>
                <a:lnTo>
                  <a:pt x="534457" y="48747"/>
                </a:lnTo>
                <a:lnTo>
                  <a:pt x="534457" y="78172"/>
                </a:lnTo>
                <a:cubicBezTo>
                  <a:pt x="534457" y="85623"/>
                  <a:pt x="537404" y="89349"/>
                  <a:pt x="543297" y="89349"/>
                </a:cubicBezTo>
                <a:cubicBezTo>
                  <a:pt x="545570" y="89349"/>
                  <a:pt x="547928" y="88675"/>
                  <a:pt x="550369" y="87328"/>
                </a:cubicBezTo>
                <a:lnTo>
                  <a:pt x="550369" y="102546"/>
                </a:lnTo>
                <a:close/>
                <a:moveTo>
                  <a:pt x="672977" y="99831"/>
                </a:moveTo>
                <a:cubicBezTo>
                  <a:pt x="665863" y="103325"/>
                  <a:pt x="656581" y="105072"/>
                  <a:pt x="645131" y="105072"/>
                </a:cubicBezTo>
                <a:cubicBezTo>
                  <a:pt x="630397" y="105072"/>
                  <a:pt x="618705" y="100662"/>
                  <a:pt x="610054" y="91843"/>
                </a:cubicBezTo>
                <a:cubicBezTo>
                  <a:pt x="601404" y="83024"/>
                  <a:pt x="597078" y="71269"/>
                  <a:pt x="597078" y="56577"/>
                </a:cubicBezTo>
                <a:cubicBezTo>
                  <a:pt x="597078" y="41128"/>
                  <a:pt x="601909" y="28488"/>
                  <a:pt x="611570" y="18659"/>
                </a:cubicBezTo>
                <a:cubicBezTo>
                  <a:pt x="621231" y="8830"/>
                  <a:pt x="633702" y="3915"/>
                  <a:pt x="648983" y="3915"/>
                </a:cubicBezTo>
                <a:cubicBezTo>
                  <a:pt x="658539" y="3915"/>
                  <a:pt x="666537" y="5157"/>
                  <a:pt x="672977" y="7640"/>
                </a:cubicBezTo>
                <a:lnTo>
                  <a:pt x="672977" y="27783"/>
                </a:lnTo>
                <a:cubicBezTo>
                  <a:pt x="666368" y="23911"/>
                  <a:pt x="658875" y="21974"/>
                  <a:pt x="650498" y="21974"/>
                </a:cubicBezTo>
                <a:cubicBezTo>
                  <a:pt x="640942" y="21974"/>
                  <a:pt x="633302" y="25026"/>
                  <a:pt x="627577" y="31130"/>
                </a:cubicBezTo>
                <a:cubicBezTo>
                  <a:pt x="621852" y="37234"/>
                  <a:pt x="618989" y="45211"/>
                  <a:pt x="618989" y="55062"/>
                </a:cubicBezTo>
                <a:cubicBezTo>
                  <a:pt x="618989" y="64659"/>
                  <a:pt x="621705" y="72384"/>
                  <a:pt x="627135" y="78235"/>
                </a:cubicBezTo>
                <a:cubicBezTo>
                  <a:pt x="632565" y="84087"/>
                  <a:pt x="639911" y="87012"/>
                  <a:pt x="649172" y="87012"/>
                </a:cubicBezTo>
                <a:cubicBezTo>
                  <a:pt x="657886" y="87012"/>
                  <a:pt x="665821" y="84908"/>
                  <a:pt x="672977" y="80698"/>
                </a:cubicBezTo>
                <a:lnTo>
                  <a:pt x="672977" y="99831"/>
                </a:lnTo>
                <a:close/>
                <a:moveTo>
                  <a:pt x="754058" y="103367"/>
                </a:moveTo>
                <a:lnTo>
                  <a:pt x="733725" y="103367"/>
                </a:lnTo>
                <a:lnTo>
                  <a:pt x="733725" y="63586"/>
                </a:lnTo>
                <a:cubicBezTo>
                  <a:pt x="733725" y="52852"/>
                  <a:pt x="729810" y="47484"/>
                  <a:pt x="721980" y="47484"/>
                </a:cubicBezTo>
                <a:cubicBezTo>
                  <a:pt x="718066" y="47484"/>
                  <a:pt x="714835" y="48979"/>
                  <a:pt x="712288" y="51968"/>
                </a:cubicBezTo>
                <a:cubicBezTo>
                  <a:pt x="709741" y="54956"/>
                  <a:pt x="708468" y="58829"/>
                  <a:pt x="708468" y="63586"/>
                </a:cubicBezTo>
                <a:lnTo>
                  <a:pt x="708468" y="103367"/>
                </a:lnTo>
                <a:lnTo>
                  <a:pt x="688072" y="103367"/>
                </a:lnTo>
                <a:lnTo>
                  <a:pt x="688072" y="0"/>
                </a:lnTo>
                <a:lnTo>
                  <a:pt x="708468" y="0"/>
                </a:lnTo>
                <a:lnTo>
                  <a:pt x="708468" y="44011"/>
                </a:lnTo>
                <a:lnTo>
                  <a:pt x="708720" y="44011"/>
                </a:lnTo>
                <a:cubicBezTo>
                  <a:pt x="714066" y="35887"/>
                  <a:pt x="721265" y="31825"/>
                  <a:pt x="730315" y="31825"/>
                </a:cubicBezTo>
                <a:cubicBezTo>
                  <a:pt x="746144" y="31825"/>
                  <a:pt x="754058" y="41380"/>
                  <a:pt x="754058" y="60492"/>
                </a:cubicBezTo>
                <a:lnTo>
                  <a:pt x="754058" y="103367"/>
                </a:lnTo>
                <a:close/>
                <a:moveTo>
                  <a:pt x="833994" y="74194"/>
                </a:moveTo>
                <a:lnTo>
                  <a:pt x="788025" y="74194"/>
                </a:lnTo>
                <a:cubicBezTo>
                  <a:pt x="788741" y="85013"/>
                  <a:pt x="795266" y="90422"/>
                  <a:pt x="807600" y="90422"/>
                </a:cubicBezTo>
                <a:cubicBezTo>
                  <a:pt x="815304" y="90422"/>
                  <a:pt x="822102" y="88528"/>
                  <a:pt x="827996" y="84739"/>
                </a:cubicBezTo>
                <a:lnTo>
                  <a:pt x="827996" y="99704"/>
                </a:lnTo>
                <a:cubicBezTo>
                  <a:pt x="821639" y="103283"/>
                  <a:pt x="813304" y="105072"/>
                  <a:pt x="802991" y="105072"/>
                </a:cubicBezTo>
                <a:cubicBezTo>
                  <a:pt x="791877" y="105072"/>
                  <a:pt x="783237" y="101936"/>
                  <a:pt x="777070" y="95663"/>
                </a:cubicBezTo>
                <a:cubicBezTo>
                  <a:pt x="770903" y="89391"/>
                  <a:pt x="767819" y="80656"/>
                  <a:pt x="767819" y="69458"/>
                </a:cubicBezTo>
                <a:cubicBezTo>
                  <a:pt x="767819" y="58303"/>
                  <a:pt x="771103" y="49242"/>
                  <a:pt x="777670" y="42275"/>
                </a:cubicBezTo>
                <a:cubicBezTo>
                  <a:pt x="784237" y="35308"/>
                  <a:pt x="792488" y="31825"/>
                  <a:pt x="802422" y="31825"/>
                </a:cubicBezTo>
                <a:cubicBezTo>
                  <a:pt x="812315" y="31825"/>
                  <a:pt x="820050" y="34824"/>
                  <a:pt x="825628" y="40823"/>
                </a:cubicBezTo>
                <a:cubicBezTo>
                  <a:pt x="831205" y="46821"/>
                  <a:pt x="833994" y="55062"/>
                  <a:pt x="833994" y="65544"/>
                </a:cubicBezTo>
                <a:lnTo>
                  <a:pt x="833994" y="74194"/>
                </a:lnTo>
                <a:moveTo>
                  <a:pt x="814988" y="61439"/>
                </a:moveTo>
                <a:cubicBezTo>
                  <a:pt x="814988" y="50999"/>
                  <a:pt x="810757" y="45779"/>
                  <a:pt x="802296" y="45779"/>
                </a:cubicBezTo>
                <a:cubicBezTo>
                  <a:pt x="798802" y="45779"/>
                  <a:pt x="795708" y="47211"/>
                  <a:pt x="793014" y="50073"/>
                </a:cubicBezTo>
                <a:cubicBezTo>
                  <a:pt x="790320" y="52936"/>
                  <a:pt x="788636" y="56724"/>
                  <a:pt x="787962" y="61439"/>
                </a:cubicBezTo>
                <a:lnTo>
                  <a:pt x="814988" y="61439"/>
                </a:lnTo>
                <a:close/>
                <a:moveTo>
                  <a:pt x="900102" y="100778"/>
                </a:moveTo>
                <a:cubicBezTo>
                  <a:pt x="895219" y="103640"/>
                  <a:pt x="888273" y="105072"/>
                  <a:pt x="879265" y="105072"/>
                </a:cubicBezTo>
                <a:cubicBezTo>
                  <a:pt x="868614" y="105072"/>
                  <a:pt x="860006" y="101830"/>
                  <a:pt x="853439" y="95347"/>
                </a:cubicBezTo>
                <a:cubicBezTo>
                  <a:pt x="846872" y="88865"/>
                  <a:pt x="843588" y="80467"/>
                  <a:pt x="843588" y="70153"/>
                </a:cubicBezTo>
                <a:cubicBezTo>
                  <a:pt x="843588" y="58282"/>
                  <a:pt x="847124" y="48926"/>
                  <a:pt x="854196" y="42086"/>
                </a:cubicBezTo>
                <a:cubicBezTo>
                  <a:pt x="861269" y="35245"/>
                  <a:pt x="870698" y="31825"/>
                  <a:pt x="882485" y="31825"/>
                </a:cubicBezTo>
                <a:cubicBezTo>
                  <a:pt x="890441" y="31825"/>
                  <a:pt x="896335" y="32919"/>
                  <a:pt x="900165" y="35108"/>
                </a:cubicBezTo>
                <a:lnTo>
                  <a:pt x="900165" y="52599"/>
                </a:lnTo>
                <a:cubicBezTo>
                  <a:pt x="895493" y="49189"/>
                  <a:pt x="890399" y="47484"/>
                  <a:pt x="884885" y="47484"/>
                </a:cubicBezTo>
                <a:cubicBezTo>
                  <a:pt x="878654" y="47484"/>
                  <a:pt x="873655" y="49379"/>
                  <a:pt x="869888" y="53167"/>
                </a:cubicBezTo>
                <a:cubicBezTo>
                  <a:pt x="866120" y="56956"/>
                  <a:pt x="864236" y="62155"/>
                  <a:pt x="864236" y="68764"/>
                </a:cubicBezTo>
                <a:cubicBezTo>
                  <a:pt x="864236" y="75162"/>
                  <a:pt x="866025" y="80203"/>
                  <a:pt x="869604" y="83887"/>
                </a:cubicBezTo>
                <a:cubicBezTo>
                  <a:pt x="873182" y="87570"/>
                  <a:pt x="878044" y="89412"/>
                  <a:pt x="884190" y="89412"/>
                </a:cubicBezTo>
                <a:cubicBezTo>
                  <a:pt x="889620" y="89412"/>
                  <a:pt x="894924" y="87686"/>
                  <a:pt x="900102" y="84234"/>
                </a:cubicBezTo>
                <a:lnTo>
                  <a:pt x="900102" y="100778"/>
                </a:lnTo>
                <a:close/>
                <a:moveTo>
                  <a:pt x="983108" y="103367"/>
                </a:moveTo>
                <a:lnTo>
                  <a:pt x="958356" y="103367"/>
                </a:lnTo>
                <a:lnTo>
                  <a:pt x="935119" y="68827"/>
                </a:lnTo>
                <a:lnTo>
                  <a:pt x="934866" y="68827"/>
                </a:lnTo>
                <a:lnTo>
                  <a:pt x="934866" y="103367"/>
                </a:lnTo>
                <a:lnTo>
                  <a:pt x="914470" y="103367"/>
                </a:lnTo>
                <a:lnTo>
                  <a:pt x="914470" y="0"/>
                </a:lnTo>
                <a:lnTo>
                  <a:pt x="934866" y="0"/>
                </a:lnTo>
                <a:lnTo>
                  <a:pt x="934866" y="65796"/>
                </a:lnTo>
                <a:lnTo>
                  <a:pt x="935119" y="65796"/>
                </a:lnTo>
                <a:lnTo>
                  <a:pt x="956903" y="33529"/>
                </a:lnTo>
                <a:lnTo>
                  <a:pt x="981214" y="33529"/>
                </a:lnTo>
                <a:lnTo>
                  <a:pt x="955325" y="66491"/>
                </a:lnTo>
                <a:lnTo>
                  <a:pt x="983108" y="103367"/>
                </a:lnTo>
                <a:close/>
                <a:moveTo>
                  <a:pt x="1051212" y="74194"/>
                </a:moveTo>
                <a:lnTo>
                  <a:pt x="1005243" y="74194"/>
                </a:lnTo>
                <a:cubicBezTo>
                  <a:pt x="1005959" y="85013"/>
                  <a:pt x="1012484" y="90422"/>
                  <a:pt x="1024818" y="90422"/>
                </a:cubicBezTo>
                <a:cubicBezTo>
                  <a:pt x="1032522" y="90422"/>
                  <a:pt x="1039320" y="88528"/>
                  <a:pt x="1045214" y="84739"/>
                </a:cubicBezTo>
                <a:lnTo>
                  <a:pt x="1045214" y="99704"/>
                </a:lnTo>
                <a:cubicBezTo>
                  <a:pt x="1038857" y="103283"/>
                  <a:pt x="1030522" y="105072"/>
                  <a:pt x="1020209" y="105072"/>
                </a:cubicBezTo>
                <a:cubicBezTo>
                  <a:pt x="1009095" y="105072"/>
                  <a:pt x="1000455" y="101936"/>
                  <a:pt x="994288" y="95663"/>
                </a:cubicBezTo>
                <a:cubicBezTo>
                  <a:pt x="988121" y="89391"/>
                  <a:pt x="985037" y="80656"/>
                  <a:pt x="985037" y="69458"/>
                </a:cubicBezTo>
                <a:cubicBezTo>
                  <a:pt x="985037" y="58303"/>
                  <a:pt x="988321" y="49242"/>
                  <a:pt x="994888" y="42275"/>
                </a:cubicBezTo>
                <a:cubicBezTo>
                  <a:pt x="1001455" y="35308"/>
                  <a:pt x="1009706" y="31825"/>
                  <a:pt x="1019640" y="31825"/>
                </a:cubicBezTo>
                <a:cubicBezTo>
                  <a:pt x="1029533" y="31825"/>
                  <a:pt x="1037268" y="34824"/>
                  <a:pt x="1042846" y="40823"/>
                </a:cubicBezTo>
                <a:cubicBezTo>
                  <a:pt x="1048424" y="46821"/>
                  <a:pt x="1051212" y="55062"/>
                  <a:pt x="1051212" y="65544"/>
                </a:cubicBezTo>
                <a:lnTo>
                  <a:pt x="1051212" y="74194"/>
                </a:lnTo>
                <a:moveTo>
                  <a:pt x="1032206" y="61439"/>
                </a:moveTo>
                <a:cubicBezTo>
                  <a:pt x="1032206" y="50999"/>
                  <a:pt x="1027975" y="45779"/>
                  <a:pt x="1019514" y="45779"/>
                </a:cubicBezTo>
                <a:cubicBezTo>
                  <a:pt x="1016020" y="45779"/>
                  <a:pt x="1012926" y="47211"/>
                  <a:pt x="1010232" y="50073"/>
                </a:cubicBezTo>
                <a:cubicBezTo>
                  <a:pt x="1007538" y="52936"/>
                  <a:pt x="1005854" y="56724"/>
                  <a:pt x="1005180" y="61439"/>
                </a:cubicBezTo>
                <a:lnTo>
                  <a:pt x="1032206" y="61439"/>
                </a:lnTo>
                <a:close/>
                <a:moveTo>
                  <a:pt x="1109490" y="52031"/>
                </a:moveTo>
                <a:cubicBezTo>
                  <a:pt x="1107006" y="50599"/>
                  <a:pt x="1103996" y="49884"/>
                  <a:pt x="1100460" y="49884"/>
                </a:cubicBezTo>
                <a:cubicBezTo>
                  <a:pt x="1095829" y="49884"/>
                  <a:pt x="1092156" y="51652"/>
                  <a:pt x="1089441" y="55188"/>
                </a:cubicBezTo>
                <a:cubicBezTo>
                  <a:pt x="1086726" y="58724"/>
                  <a:pt x="1085368" y="63586"/>
                  <a:pt x="1085368" y="69774"/>
                </a:cubicBezTo>
                <a:lnTo>
                  <a:pt x="1085368" y="103367"/>
                </a:lnTo>
                <a:lnTo>
                  <a:pt x="1064973" y="103367"/>
                </a:lnTo>
                <a:lnTo>
                  <a:pt x="1064973" y="33529"/>
                </a:lnTo>
                <a:lnTo>
                  <a:pt x="1085368" y="33529"/>
                </a:lnTo>
                <a:lnTo>
                  <a:pt x="1085368" y="46663"/>
                </a:lnTo>
                <a:lnTo>
                  <a:pt x="1085621" y="46663"/>
                </a:lnTo>
                <a:cubicBezTo>
                  <a:pt x="1088989" y="37108"/>
                  <a:pt x="1095114" y="32330"/>
                  <a:pt x="1103996" y="32330"/>
                </a:cubicBezTo>
                <a:cubicBezTo>
                  <a:pt x="1106395" y="32330"/>
                  <a:pt x="1108227" y="32603"/>
                  <a:pt x="1109490" y="33151"/>
                </a:cubicBezTo>
                <a:lnTo>
                  <a:pt x="1109490" y="52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fa56afef54227"/>
          <a:stretch xmlns:a="http://schemas.openxmlformats.org/drawingml/2006/main"/>
        </p:blipFill>
        <p:spPr>
          <a:xfrm xmlns:a="http://schemas.openxmlformats.org/drawingml/2006/main">
            <a:off x="75958" y="283790"/>
            <a:ext cx="188159" cy="176520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d7519eb1a4c98"/>
          <a:stretch xmlns:a="http://schemas.openxmlformats.org/drawingml/2006/main"/>
        </p:blipFill>
        <p:spPr>
          <a:xfrm xmlns:a="http://schemas.openxmlformats.org/drawingml/2006/main">
            <a:off x="2316410" y="2661967"/>
            <a:ext cx="1491695" cy="347222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E161F-488E-435C-9F6B-1DAA86C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03" y="2685641"/>
            <a:ext cx="1408202" cy="264723"/>
          </a:xfrm>
          <a:custGeom xmlns:a="http://schemas.openxmlformats.org/drawingml/2006/main">
            <a:pathLst>
              <a:path w="1408202" h="264723">
                <a:moveTo>
                  <a:pt x="0" y="18981"/>
                </a:moveTo>
                <a:cubicBezTo>
                  <a:pt x="0" y="8499"/>
                  <a:pt x="8498" y="0"/>
                  <a:pt x="18981" y="0"/>
                </a:cubicBezTo>
                <a:lnTo>
                  <a:pt x="1389221" y="0"/>
                </a:lnTo>
                <a:cubicBezTo>
                  <a:pt x="1399704" y="0"/>
                  <a:pt x="1408202" y="8499"/>
                  <a:pt x="1408202" y="18981"/>
                </a:cubicBezTo>
                <a:lnTo>
                  <a:pt x="1408202" y="245743"/>
                </a:lnTo>
                <a:cubicBezTo>
                  <a:pt x="1408202" y="256225"/>
                  <a:pt x="1399704" y="264723"/>
                  <a:pt x="1389221" y="264723"/>
                </a:cubicBezTo>
                <a:lnTo>
                  <a:pt x="18981" y="264723"/>
                </a:lnTo>
                <a:cubicBezTo>
                  <a:pt x="8498" y="264723"/>
                  <a:pt x="0" y="256225"/>
                  <a:pt x="0" y="245743"/>
                </a:cubicBezTo>
                <a:lnTo>
                  <a:pt x="0" y="18981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47B5A-8CFD-47EF-88EB-7135591A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03" y="2685641"/>
            <a:ext cx="1408202" cy="264723"/>
          </a:xfrm>
          <a:custGeom xmlns:a="http://schemas.openxmlformats.org/drawingml/2006/main">
            <a:pathLst>
              <a:path w="1408202" h="264723" fill="none">
                <a:moveTo>
                  <a:pt x="0" y="18981"/>
                </a:moveTo>
                <a:cubicBezTo>
                  <a:pt x="0" y="8498"/>
                  <a:pt x="8498" y="0"/>
                  <a:pt x="18981" y="0"/>
                </a:cubicBezTo>
                <a:lnTo>
                  <a:pt x="1389221" y="0"/>
                </a:lnTo>
                <a:cubicBezTo>
                  <a:pt x="1399704" y="0"/>
                  <a:pt x="1408202" y="8498"/>
                  <a:pt x="1408202" y="18981"/>
                </a:cubicBezTo>
                <a:lnTo>
                  <a:pt x="1408202" y="245743"/>
                </a:lnTo>
                <a:cubicBezTo>
                  <a:pt x="1408202" y="256225"/>
                  <a:pt x="1399704" y="264723"/>
                  <a:pt x="1389221" y="264723"/>
                </a:cubicBezTo>
                <a:lnTo>
                  <a:pt x="18981" y="264723"/>
                </a:lnTo>
                <a:cubicBezTo>
                  <a:pt x="8498" y="264723"/>
                  <a:pt x="0" y="256225"/>
                  <a:pt x="0" y="245743"/>
                </a:cubicBezTo>
                <a:lnTo>
                  <a:pt x="0" y="18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27" name="Text VerifiedTestCases">
            <a:extLst xmlns:a="http://schemas.openxmlformats.org/drawingml/2006/main">
              <a:ext uri="{FF2B5EF4-FFF2-40B4-BE49-F238E27FC236}">
                <a16:creationId xmlns:a16="http://schemas.microsoft.com/office/drawing/2014/main" id="{11B52A10-F8B0-454C-836D-235F8DF9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447" y="2758696"/>
            <a:ext cx="1204251" cy="106713"/>
          </a:xfrm>
          <a:custGeom xmlns:a="http://schemas.openxmlformats.org/drawingml/2006/main">
            <a:pathLst>
              <a:path w="1204251" h="106713">
                <a:moveTo>
                  <a:pt x="91054" y="7198"/>
                </a:moveTo>
                <a:lnTo>
                  <a:pt x="57082" y="105009"/>
                </a:lnTo>
                <a:lnTo>
                  <a:pt x="33529" y="105009"/>
                </a:lnTo>
                <a:lnTo>
                  <a:pt x="0" y="7198"/>
                </a:lnTo>
                <a:lnTo>
                  <a:pt x="22479" y="7198"/>
                </a:lnTo>
                <a:lnTo>
                  <a:pt x="43633" y="76341"/>
                </a:lnTo>
                <a:cubicBezTo>
                  <a:pt x="44685" y="79751"/>
                  <a:pt x="45337" y="82971"/>
                  <a:pt x="45590" y="86002"/>
                </a:cubicBezTo>
                <a:lnTo>
                  <a:pt x="45969" y="86002"/>
                </a:lnTo>
                <a:cubicBezTo>
                  <a:pt x="46306" y="82887"/>
                  <a:pt x="47021" y="79583"/>
                  <a:pt x="48116" y="76089"/>
                </a:cubicBezTo>
                <a:lnTo>
                  <a:pt x="69269" y="7198"/>
                </a:lnTo>
                <a:lnTo>
                  <a:pt x="91054" y="7198"/>
                </a:lnTo>
                <a:close/>
                <a:moveTo>
                  <a:pt x="154536" y="75836"/>
                </a:moveTo>
                <a:lnTo>
                  <a:pt x="108567" y="75836"/>
                </a:lnTo>
                <a:cubicBezTo>
                  <a:pt x="109283" y="86655"/>
                  <a:pt x="115808" y="92064"/>
                  <a:pt x="128142" y="92064"/>
                </a:cubicBezTo>
                <a:cubicBezTo>
                  <a:pt x="135845" y="92064"/>
                  <a:pt x="142644" y="90170"/>
                  <a:pt x="148537" y="86381"/>
                </a:cubicBezTo>
                <a:lnTo>
                  <a:pt x="148537" y="101346"/>
                </a:lnTo>
                <a:cubicBezTo>
                  <a:pt x="142181" y="104924"/>
                  <a:pt x="133846" y="106713"/>
                  <a:pt x="123532" y="106713"/>
                </a:cubicBezTo>
                <a:cubicBezTo>
                  <a:pt x="112419" y="106713"/>
                  <a:pt x="103779" y="103577"/>
                  <a:pt x="97612" y="97305"/>
                </a:cubicBezTo>
                <a:cubicBezTo>
                  <a:pt x="91445" y="91033"/>
                  <a:pt x="88361" y="82298"/>
                  <a:pt x="88361" y="71100"/>
                </a:cubicBezTo>
                <a:cubicBezTo>
                  <a:pt x="88361" y="59945"/>
                  <a:pt x="91645" y="50884"/>
                  <a:pt x="98212" y="43917"/>
                </a:cubicBezTo>
                <a:cubicBezTo>
                  <a:pt x="104779" y="36950"/>
                  <a:pt x="113029" y="33466"/>
                  <a:pt x="122964" y="33466"/>
                </a:cubicBezTo>
                <a:cubicBezTo>
                  <a:pt x="132857" y="33466"/>
                  <a:pt x="140592" y="36466"/>
                  <a:pt x="146170" y="42464"/>
                </a:cubicBezTo>
                <a:cubicBezTo>
                  <a:pt x="151747" y="48463"/>
                  <a:pt x="154536" y="56703"/>
                  <a:pt x="154536" y="67185"/>
                </a:cubicBezTo>
                <a:lnTo>
                  <a:pt x="154536" y="75836"/>
                </a:lnTo>
                <a:moveTo>
                  <a:pt x="135530" y="63081"/>
                </a:moveTo>
                <a:cubicBezTo>
                  <a:pt x="135530" y="52641"/>
                  <a:pt x="131299" y="47421"/>
                  <a:pt x="122838" y="47421"/>
                </a:cubicBezTo>
                <a:cubicBezTo>
                  <a:pt x="119344" y="47421"/>
                  <a:pt x="116250" y="48852"/>
                  <a:pt x="113556" y="51715"/>
                </a:cubicBezTo>
                <a:cubicBezTo>
                  <a:pt x="110861" y="54577"/>
                  <a:pt x="109178" y="58366"/>
                  <a:pt x="108504" y="63081"/>
                </a:cubicBezTo>
                <a:lnTo>
                  <a:pt x="135530" y="63081"/>
                </a:lnTo>
                <a:close/>
                <a:moveTo>
                  <a:pt x="212839" y="53672"/>
                </a:moveTo>
                <a:cubicBezTo>
                  <a:pt x="210355" y="52241"/>
                  <a:pt x="207345" y="51526"/>
                  <a:pt x="203809" y="51526"/>
                </a:cubicBezTo>
                <a:cubicBezTo>
                  <a:pt x="199179" y="51526"/>
                  <a:pt x="195506" y="53294"/>
                  <a:pt x="192791" y="56830"/>
                </a:cubicBezTo>
                <a:cubicBezTo>
                  <a:pt x="190076" y="60366"/>
                  <a:pt x="188718" y="65228"/>
                  <a:pt x="188718" y="71416"/>
                </a:cubicBezTo>
                <a:lnTo>
                  <a:pt x="188718" y="105009"/>
                </a:lnTo>
                <a:lnTo>
                  <a:pt x="168322" y="105009"/>
                </a:lnTo>
                <a:lnTo>
                  <a:pt x="168322" y="35171"/>
                </a:lnTo>
                <a:lnTo>
                  <a:pt x="188718" y="35171"/>
                </a:lnTo>
                <a:lnTo>
                  <a:pt x="188718" y="48305"/>
                </a:lnTo>
                <a:lnTo>
                  <a:pt x="188971" y="48305"/>
                </a:lnTo>
                <a:cubicBezTo>
                  <a:pt x="192338" y="38749"/>
                  <a:pt x="198463" y="33971"/>
                  <a:pt x="207345" y="33971"/>
                </a:cubicBezTo>
                <a:cubicBezTo>
                  <a:pt x="209745" y="33971"/>
                  <a:pt x="211576" y="34245"/>
                  <a:pt x="212839" y="34792"/>
                </a:cubicBezTo>
                <a:lnTo>
                  <a:pt x="212839" y="53672"/>
                </a:lnTo>
                <a:close/>
                <a:moveTo>
                  <a:pt x="221465" y="12629"/>
                </a:moveTo>
                <a:cubicBezTo>
                  <a:pt x="221465" y="9514"/>
                  <a:pt x="222570" y="6977"/>
                  <a:pt x="224780" y="5020"/>
                </a:cubicBezTo>
                <a:cubicBezTo>
                  <a:pt x="226990" y="3062"/>
                  <a:pt x="229821" y="2084"/>
                  <a:pt x="233273" y="2084"/>
                </a:cubicBezTo>
                <a:cubicBezTo>
                  <a:pt x="236809" y="2084"/>
                  <a:pt x="239671" y="3084"/>
                  <a:pt x="241860" y="5083"/>
                </a:cubicBezTo>
                <a:cubicBezTo>
                  <a:pt x="244049" y="7083"/>
                  <a:pt x="245144" y="9598"/>
                  <a:pt x="245144" y="12629"/>
                </a:cubicBezTo>
                <a:cubicBezTo>
                  <a:pt x="245144" y="15702"/>
                  <a:pt x="244028" y="18259"/>
                  <a:pt x="241797" y="20301"/>
                </a:cubicBezTo>
                <a:cubicBezTo>
                  <a:pt x="239566" y="22342"/>
                  <a:pt x="236725" y="23363"/>
                  <a:pt x="233273" y="23363"/>
                </a:cubicBezTo>
                <a:cubicBezTo>
                  <a:pt x="229863" y="23363"/>
                  <a:pt x="227043" y="22332"/>
                  <a:pt x="224812" y="20269"/>
                </a:cubicBezTo>
                <a:cubicBezTo>
                  <a:pt x="222580" y="18207"/>
                  <a:pt x="221465" y="15660"/>
                  <a:pt x="221465" y="12629"/>
                </a:cubicBezTo>
                <a:moveTo>
                  <a:pt x="222980" y="105009"/>
                </a:moveTo>
                <a:lnTo>
                  <a:pt x="222980" y="35171"/>
                </a:lnTo>
                <a:lnTo>
                  <a:pt x="243313" y="35171"/>
                </a:lnTo>
                <a:lnTo>
                  <a:pt x="243313" y="105009"/>
                </a:lnTo>
                <a:lnTo>
                  <a:pt x="222980" y="105009"/>
                </a:lnTo>
                <a:close/>
                <a:moveTo>
                  <a:pt x="306044" y="17365"/>
                </a:moveTo>
                <a:cubicBezTo>
                  <a:pt x="303265" y="16270"/>
                  <a:pt x="300634" y="15723"/>
                  <a:pt x="298151" y="15723"/>
                </a:cubicBezTo>
                <a:cubicBezTo>
                  <a:pt x="291163" y="15723"/>
                  <a:pt x="287669" y="19596"/>
                  <a:pt x="287669" y="27341"/>
                </a:cubicBezTo>
                <a:lnTo>
                  <a:pt x="287669" y="35171"/>
                </a:lnTo>
                <a:lnTo>
                  <a:pt x="303581" y="35171"/>
                </a:lnTo>
                <a:lnTo>
                  <a:pt x="303581" y="50389"/>
                </a:lnTo>
                <a:lnTo>
                  <a:pt x="287669" y="50389"/>
                </a:lnTo>
                <a:lnTo>
                  <a:pt x="287669" y="105009"/>
                </a:lnTo>
                <a:lnTo>
                  <a:pt x="267273" y="105009"/>
                </a:lnTo>
                <a:lnTo>
                  <a:pt x="267273" y="50389"/>
                </a:lnTo>
                <a:lnTo>
                  <a:pt x="255592" y="50389"/>
                </a:lnTo>
                <a:lnTo>
                  <a:pt x="255592" y="35171"/>
                </a:lnTo>
                <a:lnTo>
                  <a:pt x="267273" y="35171"/>
                </a:lnTo>
                <a:lnTo>
                  <a:pt x="267273" y="26205"/>
                </a:lnTo>
                <a:cubicBezTo>
                  <a:pt x="267273" y="18249"/>
                  <a:pt x="269862" y="11892"/>
                  <a:pt x="275040" y="7135"/>
                </a:cubicBezTo>
                <a:cubicBezTo>
                  <a:pt x="280218" y="2378"/>
                  <a:pt x="287016" y="0"/>
                  <a:pt x="295436" y="0"/>
                </a:cubicBezTo>
                <a:cubicBezTo>
                  <a:pt x="299729" y="0"/>
                  <a:pt x="303265" y="442"/>
                  <a:pt x="306044" y="1326"/>
                </a:cubicBezTo>
                <a:lnTo>
                  <a:pt x="306044" y="17365"/>
                </a:lnTo>
                <a:close/>
                <a:moveTo>
                  <a:pt x="312402" y="12629"/>
                </a:moveTo>
                <a:cubicBezTo>
                  <a:pt x="312402" y="9514"/>
                  <a:pt x="313507" y="6977"/>
                  <a:pt x="315717" y="5020"/>
                </a:cubicBezTo>
                <a:cubicBezTo>
                  <a:pt x="317927" y="3062"/>
                  <a:pt x="320758" y="2084"/>
                  <a:pt x="324210" y="2084"/>
                </a:cubicBezTo>
                <a:cubicBezTo>
                  <a:pt x="327746" y="2084"/>
                  <a:pt x="330608" y="3084"/>
                  <a:pt x="332797" y="5083"/>
                </a:cubicBezTo>
                <a:cubicBezTo>
                  <a:pt x="334986" y="7083"/>
                  <a:pt x="336081" y="9598"/>
                  <a:pt x="336081" y="12629"/>
                </a:cubicBezTo>
                <a:cubicBezTo>
                  <a:pt x="336081" y="15702"/>
                  <a:pt x="334965" y="18259"/>
                  <a:pt x="332734" y="20301"/>
                </a:cubicBezTo>
                <a:cubicBezTo>
                  <a:pt x="330503" y="22342"/>
                  <a:pt x="327662" y="23363"/>
                  <a:pt x="324210" y="23363"/>
                </a:cubicBezTo>
                <a:cubicBezTo>
                  <a:pt x="320800" y="23363"/>
                  <a:pt x="317979" y="22332"/>
                  <a:pt x="315748" y="20269"/>
                </a:cubicBezTo>
                <a:cubicBezTo>
                  <a:pt x="313517" y="18207"/>
                  <a:pt x="312402" y="15660"/>
                  <a:pt x="312402" y="12629"/>
                </a:cubicBezTo>
                <a:moveTo>
                  <a:pt x="313917" y="105009"/>
                </a:moveTo>
                <a:lnTo>
                  <a:pt x="313917" y="35171"/>
                </a:lnTo>
                <a:lnTo>
                  <a:pt x="334250" y="35171"/>
                </a:lnTo>
                <a:lnTo>
                  <a:pt x="334250" y="105009"/>
                </a:lnTo>
                <a:lnTo>
                  <a:pt x="313917" y="105009"/>
                </a:lnTo>
                <a:close/>
                <a:moveTo>
                  <a:pt x="414661" y="75836"/>
                </a:moveTo>
                <a:lnTo>
                  <a:pt x="368692" y="75836"/>
                </a:lnTo>
                <a:cubicBezTo>
                  <a:pt x="369408" y="86655"/>
                  <a:pt x="375933" y="92064"/>
                  <a:pt x="388267" y="92064"/>
                </a:cubicBezTo>
                <a:cubicBezTo>
                  <a:pt x="395971" y="92064"/>
                  <a:pt x="402769" y="90170"/>
                  <a:pt x="408662" y="86381"/>
                </a:cubicBezTo>
                <a:lnTo>
                  <a:pt x="408662" y="101346"/>
                </a:lnTo>
                <a:cubicBezTo>
                  <a:pt x="402306" y="104924"/>
                  <a:pt x="393971" y="106713"/>
                  <a:pt x="383657" y="106713"/>
                </a:cubicBezTo>
                <a:cubicBezTo>
                  <a:pt x="372544" y="106713"/>
                  <a:pt x="363904" y="103577"/>
                  <a:pt x="357737" y="97305"/>
                </a:cubicBezTo>
                <a:cubicBezTo>
                  <a:pt x="351570" y="91033"/>
                  <a:pt x="348486" y="82298"/>
                  <a:pt x="348486" y="71100"/>
                </a:cubicBezTo>
                <a:cubicBezTo>
                  <a:pt x="348486" y="59945"/>
                  <a:pt x="351770" y="50884"/>
                  <a:pt x="358337" y="43917"/>
                </a:cubicBezTo>
                <a:cubicBezTo>
                  <a:pt x="364904" y="36950"/>
                  <a:pt x="373154" y="33466"/>
                  <a:pt x="383089" y="33466"/>
                </a:cubicBezTo>
                <a:cubicBezTo>
                  <a:pt x="392982" y="33466"/>
                  <a:pt x="400717" y="36466"/>
                  <a:pt x="406295" y="42464"/>
                </a:cubicBezTo>
                <a:cubicBezTo>
                  <a:pt x="411872" y="48463"/>
                  <a:pt x="414661" y="56703"/>
                  <a:pt x="414661" y="67185"/>
                </a:cubicBezTo>
                <a:lnTo>
                  <a:pt x="414661" y="75836"/>
                </a:lnTo>
                <a:moveTo>
                  <a:pt x="395655" y="63081"/>
                </a:moveTo>
                <a:cubicBezTo>
                  <a:pt x="395655" y="52641"/>
                  <a:pt x="391424" y="47421"/>
                  <a:pt x="382963" y="47421"/>
                </a:cubicBezTo>
                <a:cubicBezTo>
                  <a:pt x="379469" y="47421"/>
                  <a:pt x="376375" y="48852"/>
                  <a:pt x="373681" y="51715"/>
                </a:cubicBezTo>
                <a:cubicBezTo>
                  <a:pt x="370987" y="54577"/>
                  <a:pt x="369303" y="58366"/>
                  <a:pt x="368629" y="63081"/>
                </a:cubicBezTo>
                <a:lnTo>
                  <a:pt x="395655" y="63081"/>
                </a:lnTo>
                <a:close/>
                <a:moveTo>
                  <a:pt x="495822" y="105009"/>
                </a:moveTo>
                <a:lnTo>
                  <a:pt x="475490" y="105009"/>
                </a:lnTo>
                <a:lnTo>
                  <a:pt x="475490" y="95158"/>
                </a:lnTo>
                <a:lnTo>
                  <a:pt x="475174" y="95158"/>
                </a:lnTo>
                <a:cubicBezTo>
                  <a:pt x="470249" y="102862"/>
                  <a:pt x="462966" y="106713"/>
                  <a:pt x="453326" y="106713"/>
                </a:cubicBezTo>
                <a:cubicBezTo>
                  <a:pt x="444444" y="106713"/>
                  <a:pt x="437382" y="103577"/>
                  <a:pt x="432141" y="97305"/>
                </a:cubicBezTo>
                <a:cubicBezTo>
                  <a:pt x="426900" y="91033"/>
                  <a:pt x="424280" y="82487"/>
                  <a:pt x="424280" y="71668"/>
                </a:cubicBezTo>
                <a:cubicBezTo>
                  <a:pt x="424280" y="60218"/>
                  <a:pt x="427216" y="50989"/>
                  <a:pt x="433089" y="43980"/>
                </a:cubicBezTo>
                <a:cubicBezTo>
                  <a:pt x="438961" y="36971"/>
                  <a:pt x="446633" y="33466"/>
                  <a:pt x="456105" y="33466"/>
                </a:cubicBezTo>
                <a:cubicBezTo>
                  <a:pt x="465197" y="33466"/>
                  <a:pt x="471554" y="36750"/>
                  <a:pt x="475174" y="43317"/>
                </a:cubicBezTo>
                <a:lnTo>
                  <a:pt x="475490" y="43317"/>
                </a:lnTo>
                <a:lnTo>
                  <a:pt x="475490" y="1642"/>
                </a:lnTo>
                <a:lnTo>
                  <a:pt x="495822" y="1642"/>
                </a:lnTo>
                <a:lnTo>
                  <a:pt x="495822" y="105009"/>
                </a:lnTo>
                <a:moveTo>
                  <a:pt x="475806" y="65480"/>
                </a:moveTo>
                <a:cubicBezTo>
                  <a:pt x="475806" y="60766"/>
                  <a:pt x="474385" y="56861"/>
                  <a:pt x="471543" y="53767"/>
                </a:cubicBezTo>
                <a:cubicBezTo>
                  <a:pt x="468702" y="50673"/>
                  <a:pt x="465155" y="49126"/>
                  <a:pt x="460904" y="49126"/>
                </a:cubicBezTo>
                <a:cubicBezTo>
                  <a:pt x="455936" y="49126"/>
                  <a:pt x="452032" y="51094"/>
                  <a:pt x="449190" y="55030"/>
                </a:cubicBezTo>
                <a:cubicBezTo>
                  <a:pt x="446349" y="58966"/>
                  <a:pt x="444928" y="64302"/>
                  <a:pt x="444928" y="71037"/>
                </a:cubicBezTo>
                <a:cubicBezTo>
                  <a:pt x="444928" y="77436"/>
                  <a:pt x="446296" y="82371"/>
                  <a:pt x="449032" y="85844"/>
                </a:cubicBezTo>
                <a:cubicBezTo>
                  <a:pt x="451769" y="89317"/>
                  <a:pt x="455536" y="91054"/>
                  <a:pt x="460335" y="91054"/>
                </a:cubicBezTo>
                <a:cubicBezTo>
                  <a:pt x="464840" y="91054"/>
                  <a:pt x="468544" y="89223"/>
                  <a:pt x="471449" y="85560"/>
                </a:cubicBezTo>
                <a:cubicBezTo>
                  <a:pt x="474353" y="81898"/>
                  <a:pt x="475806" y="77141"/>
                  <a:pt x="475806" y="71290"/>
                </a:cubicBezTo>
                <a:lnTo>
                  <a:pt x="475806" y="65480"/>
                </a:lnTo>
                <a:close/>
                <a:moveTo>
                  <a:pt x="622271" y="24247"/>
                </a:moveTo>
                <a:lnTo>
                  <a:pt x="594361" y="24247"/>
                </a:lnTo>
                <a:lnTo>
                  <a:pt x="594361" y="105009"/>
                </a:lnTo>
                <a:lnTo>
                  <a:pt x="573460" y="105009"/>
                </a:lnTo>
                <a:lnTo>
                  <a:pt x="573460" y="24247"/>
                </a:lnTo>
                <a:lnTo>
                  <a:pt x="545614" y="24247"/>
                </a:lnTo>
                <a:lnTo>
                  <a:pt x="545614" y="7198"/>
                </a:lnTo>
                <a:lnTo>
                  <a:pt x="622271" y="7198"/>
                </a:lnTo>
                <a:lnTo>
                  <a:pt x="622271" y="24247"/>
                </a:lnTo>
                <a:close/>
                <a:moveTo>
                  <a:pt x="682791" y="75836"/>
                </a:moveTo>
                <a:lnTo>
                  <a:pt x="636822" y="75836"/>
                </a:lnTo>
                <a:cubicBezTo>
                  <a:pt x="637538" y="86655"/>
                  <a:pt x="644063" y="92064"/>
                  <a:pt x="656397" y="92064"/>
                </a:cubicBezTo>
                <a:cubicBezTo>
                  <a:pt x="664101" y="92064"/>
                  <a:pt x="670899" y="90170"/>
                  <a:pt x="676793" y="86381"/>
                </a:cubicBezTo>
                <a:lnTo>
                  <a:pt x="676793" y="101346"/>
                </a:lnTo>
                <a:cubicBezTo>
                  <a:pt x="670436" y="104924"/>
                  <a:pt x="662101" y="106713"/>
                  <a:pt x="651788" y="106713"/>
                </a:cubicBezTo>
                <a:cubicBezTo>
                  <a:pt x="640674" y="106713"/>
                  <a:pt x="632034" y="103577"/>
                  <a:pt x="625867" y="97305"/>
                </a:cubicBezTo>
                <a:cubicBezTo>
                  <a:pt x="619700" y="91033"/>
                  <a:pt x="616616" y="82298"/>
                  <a:pt x="616616" y="71100"/>
                </a:cubicBezTo>
                <a:cubicBezTo>
                  <a:pt x="616616" y="59945"/>
                  <a:pt x="619900" y="50884"/>
                  <a:pt x="626467" y="43917"/>
                </a:cubicBezTo>
                <a:cubicBezTo>
                  <a:pt x="633034" y="36950"/>
                  <a:pt x="641285" y="33466"/>
                  <a:pt x="651219" y="33466"/>
                </a:cubicBezTo>
                <a:cubicBezTo>
                  <a:pt x="661112" y="33466"/>
                  <a:pt x="668847" y="36466"/>
                  <a:pt x="674425" y="42464"/>
                </a:cubicBezTo>
                <a:cubicBezTo>
                  <a:pt x="680002" y="48463"/>
                  <a:pt x="682791" y="56703"/>
                  <a:pt x="682791" y="67185"/>
                </a:cubicBezTo>
                <a:lnTo>
                  <a:pt x="682791" y="75836"/>
                </a:lnTo>
                <a:moveTo>
                  <a:pt x="663785" y="63081"/>
                </a:moveTo>
                <a:cubicBezTo>
                  <a:pt x="663785" y="52641"/>
                  <a:pt x="659554" y="47421"/>
                  <a:pt x="651093" y="47421"/>
                </a:cubicBezTo>
                <a:cubicBezTo>
                  <a:pt x="647599" y="47421"/>
                  <a:pt x="644505" y="48852"/>
                  <a:pt x="641811" y="51715"/>
                </a:cubicBezTo>
                <a:cubicBezTo>
                  <a:pt x="639117" y="54577"/>
                  <a:pt x="637433" y="58366"/>
                  <a:pt x="636759" y="63081"/>
                </a:cubicBezTo>
                <a:lnTo>
                  <a:pt x="663785" y="63081"/>
                </a:lnTo>
                <a:close/>
                <a:moveTo>
                  <a:pt x="694747" y="86255"/>
                </a:moveTo>
                <a:cubicBezTo>
                  <a:pt x="701735" y="90506"/>
                  <a:pt x="708575" y="92632"/>
                  <a:pt x="715268" y="92632"/>
                </a:cubicBezTo>
                <a:cubicBezTo>
                  <a:pt x="723688" y="92632"/>
                  <a:pt x="727897" y="90380"/>
                  <a:pt x="727897" y="85876"/>
                </a:cubicBezTo>
                <a:cubicBezTo>
                  <a:pt x="727897" y="82677"/>
                  <a:pt x="724424" y="80003"/>
                  <a:pt x="717478" y="77857"/>
                </a:cubicBezTo>
                <a:cubicBezTo>
                  <a:pt x="708807" y="75162"/>
                  <a:pt x="702850" y="72163"/>
                  <a:pt x="699609" y="68859"/>
                </a:cubicBezTo>
                <a:cubicBezTo>
                  <a:pt x="696367" y="65554"/>
                  <a:pt x="694747" y="61081"/>
                  <a:pt x="694747" y="55440"/>
                </a:cubicBezTo>
                <a:cubicBezTo>
                  <a:pt x="694747" y="48579"/>
                  <a:pt x="697525" y="43201"/>
                  <a:pt x="703082" y="39307"/>
                </a:cubicBezTo>
                <a:cubicBezTo>
                  <a:pt x="708638" y="35413"/>
                  <a:pt x="715921" y="33466"/>
                  <a:pt x="724929" y="33466"/>
                </a:cubicBezTo>
                <a:cubicBezTo>
                  <a:pt x="731328" y="33466"/>
                  <a:pt x="737495" y="34413"/>
                  <a:pt x="743431" y="36308"/>
                </a:cubicBezTo>
                <a:lnTo>
                  <a:pt x="743431" y="52346"/>
                </a:lnTo>
                <a:cubicBezTo>
                  <a:pt x="738000" y="49147"/>
                  <a:pt x="732023" y="47547"/>
                  <a:pt x="725498" y="47547"/>
                </a:cubicBezTo>
                <a:cubicBezTo>
                  <a:pt x="722256" y="47547"/>
                  <a:pt x="719646" y="48126"/>
                  <a:pt x="717668" y="49284"/>
                </a:cubicBezTo>
                <a:cubicBezTo>
                  <a:pt x="715689" y="50442"/>
                  <a:pt x="714700" y="51968"/>
                  <a:pt x="714700" y="53862"/>
                </a:cubicBezTo>
                <a:cubicBezTo>
                  <a:pt x="714700" y="57061"/>
                  <a:pt x="717647" y="59650"/>
                  <a:pt x="723540" y="61629"/>
                </a:cubicBezTo>
                <a:cubicBezTo>
                  <a:pt x="729855" y="63733"/>
                  <a:pt x="734601" y="65649"/>
                  <a:pt x="737779" y="67375"/>
                </a:cubicBezTo>
                <a:cubicBezTo>
                  <a:pt x="740958" y="69101"/>
                  <a:pt x="743378" y="71374"/>
                  <a:pt x="745041" y="74194"/>
                </a:cubicBezTo>
                <a:cubicBezTo>
                  <a:pt x="746704" y="77015"/>
                  <a:pt x="747535" y="80277"/>
                  <a:pt x="747535" y="83982"/>
                </a:cubicBezTo>
                <a:cubicBezTo>
                  <a:pt x="747535" y="91180"/>
                  <a:pt x="744651" y="96768"/>
                  <a:pt x="738884" y="100746"/>
                </a:cubicBezTo>
                <a:cubicBezTo>
                  <a:pt x="733117" y="104724"/>
                  <a:pt x="725414" y="106713"/>
                  <a:pt x="715774" y="106713"/>
                </a:cubicBezTo>
                <a:cubicBezTo>
                  <a:pt x="708196" y="106713"/>
                  <a:pt x="701187" y="105514"/>
                  <a:pt x="694747" y="103114"/>
                </a:cubicBezTo>
                <a:lnTo>
                  <a:pt x="694747" y="86255"/>
                </a:lnTo>
                <a:close/>
                <a:moveTo>
                  <a:pt x="801322" y="104188"/>
                </a:moveTo>
                <a:cubicBezTo>
                  <a:pt x="798249" y="105872"/>
                  <a:pt x="793598" y="106713"/>
                  <a:pt x="787367" y="106713"/>
                </a:cubicBezTo>
                <a:cubicBezTo>
                  <a:pt x="772550" y="106713"/>
                  <a:pt x="765141" y="98926"/>
                  <a:pt x="765141" y="83350"/>
                </a:cubicBezTo>
                <a:lnTo>
                  <a:pt x="765141" y="50389"/>
                </a:lnTo>
                <a:lnTo>
                  <a:pt x="753649" y="50389"/>
                </a:lnTo>
                <a:lnTo>
                  <a:pt x="753649" y="35171"/>
                </a:lnTo>
                <a:lnTo>
                  <a:pt x="765141" y="35171"/>
                </a:lnTo>
                <a:lnTo>
                  <a:pt x="765141" y="19827"/>
                </a:lnTo>
                <a:lnTo>
                  <a:pt x="785410" y="14018"/>
                </a:lnTo>
                <a:lnTo>
                  <a:pt x="785410" y="35171"/>
                </a:lnTo>
                <a:lnTo>
                  <a:pt x="801322" y="35171"/>
                </a:lnTo>
                <a:lnTo>
                  <a:pt x="801322" y="50389"/>
                </a:lnTo>
                <a:lnTo>
                  <a:pt x="785410" y="50389"/>
                </a:lnTo>
                <a:lnTo>
                  <a:pt x="785410" y="79814"/>
                </a:lnTo>
                <a:cubicBezTo>
                  <a:pt x="785410" y="87265"/>
                  <a:pt x="788357" y="90991"/>
                  <a:pt x="794250" y="90991"/>
                </a:cubicBezTo>
                <a:cubicBezTo>
                  <a:pt x="796523" y="90991"/>
                  <a:pt x="798881" y="90317"/>
                  <a:pt x="801322" y="88970"/>
                </a:cubicBezTo>
                <a:lnTo>
                  <a:pt x="801322" y="104188"/>
                </a:lnTo>
                <a:close/>
                <a:moveTo>
                  <a:pt x="923982" y="101472"/>
                </a:moveTo>
                <a:cubicBezTo>
                  <a:pt x="916868" y="104966"/>
                  <a:pt x="907586" y="106713"/>
                  <a:pt x="896136" y="106713"/>
                </a:cubicBezTo>
                <a:cubicBezTo>
                  <a:pt x="881402" y="106713"/>
                  <a:pt x="869710" y="102304"/>
                  <a:pt x="861059" y="93485"/>
                </a:cubicBezTo>
                <a:cubicBezTo>
                  <a:pt x="852408" y="84666"/>
                  <a:pt x="848083" y="72910"/>
                  <a:pt x="848083" y="58219"/>
                </a:cubicBezTo>
                <a:cubicBezTo>
                  <a:pt x="848083" y="42770"/>
                  <a:pt x="852913" y="30130"/>
                  <a:pt x="862575" y="20301"/>
                </a:cubicBezTo>
                <a:cubicBezTo>
                  <a:pt x="872236" y="10471"/>
                  <a:pt x="884706" y="5557"/>
                  <a:pt x="899987" y="5557"/>
                </a:cubicBezTo>
                <a:cubicBezTo>
                  <a:pt x="909543" y="5557"/>
                  <a:pt x="917541" y="6799"/>
                  <a:pt x="923982" y="9282"/>
                </a:cubicBezTo>
                <a:lnTo>
                  <a:pt x="923982" y="29425"/>
                </a:lnTo>
                <a:cubicBezTo>
                  <a:pt x="917373" y="25552"/>
                  <a:pt x="909880" y="23616"/>
                  <a:pt x="901503" y="23616"/>
                </a:cubicBezTo>
                <a:cubicBezTo>
                  <a:pt x="891947" y="23616"/>
                  <a:pt x="884307" y="26668"/>
                  <a:pt x="878582" y="32772"/>
                </a:cubicBezTo>
                <a:cubicBezTo>
                  <a:pt x="872856" y="38876"/>
                  <a:pt x="869994" y="46853"/>
                  <a:pt x="869994" y="56703"/>
                </a:cubicBezTo>
                <a:cubicBezTo>
                  <a:pt x="869994" y="66301"/>
                  <a:pt x="872709" y="74026"/>
                  <a:pt x="878140" y="79877"/>
                </a:cubicBezTo>
                <a:cubicBezTo>
                  <a:pt x="883570" y="85729"/>
                  <a:pt x="890916" y="88654"/>
                  <a:pt x="900177" y="88654"/>
                </a:cubicBezTo>
                <a:cubicBezTo>
                  <a:pt x="908891" y="88654"/>
                  <a:pt x="916826" y="86549"/>
                  <a:pt x="923982" y="82340"/>
                </a:cubicBezTo>
                <a:lnTo>
                  <a:pt x="923982" y="101472"/>
                </a:lnTo>
                <a:close/>
                <a:moveTo>
                  <a:pt x="940808" y="39402"/>
                </a:moveTo>
                <a:cubicBezTo>
                  <a:pt x="943965" y="37634"/>
                  <a:pt x="948185" y="36203"/>
                  <a:pt x="953468" y="35108"/>
                </a:cubicBezTo>
                <a:cubicBezTo>
                  <a:pt x="958751" y="34014"/>
                  <a:pt x="963266" y="33466"/>
                  <a:pt x="967012" y="33466"/>
                </a:cubicBezTo>
                <a:cubicBezTo>
                  <a:pt x="986545" y="33466"/>
                  <a:pt x="996311" y="43254"/>
                  <a:pt x="996311" y="62828"/>
                </a:cubicBezTo>
                <a:lnTo>
                  <a:pt x="996311" y="105009"/>
                </a:lnTo>
                <a:lnTo>
                  <a:pt x="976926" y="105009"/>
                </a:lnTo>
                <a:lnTo>
                  <a:pt x="976926" y="94842"/>
                </a:lnTo>
                <a:lnTo>
                  <a:pt x="976673" y="94842"/>
                </a:lnTo>
                <a:cubicBezTo>
                  <a:pt x="971917" y="102756"/>
                  <a:pt x="964950" y="106713"/>
                  <a:pt x="955773" y="106713"/>
                </a:cubicBezTo>
                <a:cubicBezTo>
                  <a:pt x="949164" y="106713"/>
                  <a:pt x="943870" y="104830"/>
                  <a:pt x="939892" y="101062"/>
                </a:cubicBezTo>
                <a:cubicBezTo>
                  <a:pt x="935914" y="97294"/>
                  <a:pt x="933925" y="92169"/>
                  <a:pt x="933925" y="85686"/>
                </a:cubicBezTo>
                <a:cubicBezTo>
                  <a:pt x="933925" y="72300"/>
                  <a:pt x="941902" y="64512"/>
                  <a:pt x="957857" y="62323"/>
                </a:cubicBezTo>
                <a:lnTo>
                  <a:pt x="977052" y="59734"/>
                </a:lnTo>
                <a:cubicBezTo>
                  <a:pt x="977052" y="51610"/>
                  <a:pt x="972822" y="47547"/>
                  <a:pt x="964360" y="47547"/>
                </a:cubicBezTo>
                <a:cubicBezTo>
                  <a:pt x="956025" y="47547"/>
                  <a:pt x="948174" y="50073"/>
                  <a:pt x="940808" y="55125"/>
                </a:cubicBezTo>
                <a:lnTo>
                  <a:pt x="940808" y="39402"/>
                </a:lnTo>
                <a:moveTo>
                  <a:pt x="963855" y="73373"/>
                </a:moveTo>
                <a:cubicBezTo>
                  <a:pt x="956488" y="74342"/>
                  <a:pt x="952805" y="77667"/>
                  <a:pt x="952805" y="83350"/>
                </a:cubicBezTo>
                <a:cubicBezTo>
                  <a:pt x="952805" y="85960"/>
                  <a:pt x="953700" y="88065"/>
                  <a:pt x="955489" y="89665"/>
                </a:cubicBezTo>
                <a:cubicBezTo>
                  <a:pt x="957278" y="91264"/>
                  <a:pt x="959688" y="92064"/>
                  <a:pt x="962719" y="92064"/>
                </a:cubicBezTo>
                <a:cubicBezTo>
                  <a:pt x="966886" y="92064"/>
                  <a:pt x="970317" y="90591"/>
                  <a:pt x="973011" y="87644"/>
                </a:cubicBezTo>
                <a:cubicBezTo>
                  <a:pt x="975705" y="84697"/>
                  <a:pt x="977052" y="81035"/>
                  <a:pt x="977052" y="76657"/>
                </a:cubicBezTo>
                <a:lnTo>
                  <a:pt x="977052" y="71668"/>
                </a:lnTo>
                <a:lnTo>
                  <a:pt x="963855" y="73373"/>
                </a:lnTo>
                <a:close/>
                <a:moveTo>
                  <a:pt x="1012031" y="86255"/>
                </a:moveTo>
                <a:cubicBezTo>
                  <a:pt x="1019019" y="90506"/>
                  <a:pt x="1025859" y="92632"/>
                  <a:pt x="1032552" y="92632"/>
                </a:cubicBezTo>
                <a:cubicBezTo>
                  <a:pt x="1040972" y="92632"/>
                  <a:pt x="1045181" y="90380"/>
                  <a:pt x="1045181" y="85876"/>
                </a:cubicBezTo>
                <a:cubicBezTo>
                  <a:pt x="1045181" y="82677"/>
                  <a:pt x="1041708" y="80003"/>
                  <a:pt x="1034762" y="77857"/>
                </a:cubicBezTo>
                <a:cubicBezTo>
                  <a:pt x="1026091" y="75162"/>
                  <a:pt x="1020134" y="72163"/>
                  <a:pt x="1016893" y="68859"/>
                </a:cubicBezTo>
                <a:cubicBezTo>
                  <a:pt x="1013651" y="65554"/>
                  <a:pt x="1012031" y="61081"/>
                  <a:pt x="1012031" y="55440"/>
                </a:cubicBezTo>
                <a:cubicBezTo>
                  <a:pt x="1012031" y="48579"/>
                  <a:pt x="1014809" y="43201"/>
                  <a:pt x="1020366" y="39307"/>
                </a:cubicBezTo>
                <a:cubicBezTo>
                  <a:pt x="1025922" y="35413"/>
                  <a:pt x="1033205" y="33466"/>
                  <a:pt x="1042213" y="33466"/>
                </a:cubicBezTo>
                <a:cubicBezTo>
                  <a:pt x="1048612" y="33466"/>
                  <a:pt x="1054779" y="34413"/>
                  <a:pt x="1060715" y="36308"/>
                </a:cubicBezTo>
                <a:lnTo>
                  <a:pt x="1060715" y="52346"/>
                </a:lnTo>
                <a:cubicBezTo>
                  <a:pt x="1055284" y="49147"/>
                  <a:pt x="1049307" y="47547"/>
                  <a:pt x="1042782" y="47547"/>
                </a:cubicBezTo>
                <a:cubicBezTo>
                  <a:pt x="1039540" y="47547"/>
                  <a:pt x="1036930" y="48126"/>
                  <a:pt x="1034952" y="49284"/>
                </a:cubicBezTo>
                <a:cubicBezTo>
                  <a:pt x="1032973" y="50442"/>
                  <a:pt x="1031984" y="51968"/>
                  <a:pt x="1031984" y="53862"/>
                </a:cubicBezTo>
                <a:cubicBezTo>
                  <a:pt x="1031984" y="57061"/>
                  <a:pt x="1034931" y="59650"/>
                  <a:pt x="1040824" y="61629"/>
                </a:cubicBezTo>
                <a:cubicBezTo>
                  <a:pt x="1047139" y="63733"/>
                  <a:pt x="1051885" y="65649"/>
                  <a:pt x="1055063" y="67375"/>
                </a:cubicBezTo>
                <a:cubicBezTo>
                  <a:pt x="1058242" y="69101"/>
                  <a:pt x="1060662" y="71374"/>
                  <a:pt x="1062325" y="74194"/>
                </a:cubicBezTo>
                <a:cubicBezTo>
                  <a:pt x="1063988" y="77015"/>
                  <a:pt x="1064819" y="80277"/>
                  <a:pt x="1064819" y="83982"/>
                </a:cubicBezTo>
                <a:cubicBezTo>
                  <a:pt x="1064819" y="91180"/>
                  <a:pt x="1061935" y="96768"/>
                  <a:pt x="1056168" y="100746"/>
                </a:cubicBezTo>
                <a:cubicBezTo>
                  <a:pt x="1050401" y="104724"/>
                  <a:pt x="1042698" y="106713"/>
                  <a:pt x="1033058" y="106713"/>
                </a:cubicBezTo>
                <a:cubicBezTo>
                  <a:pt x="1025480" y="106713"/>
                  <a:pt x="1018471" y="105514"/>
                  <a:pt x="1012031" y="103114"/>
                </a:cubicBezTo>
                <a:lnTo>
                  <a:pt x="1012031" y="86255"/>
                </a:lnTo>
                <a:close/>
                <a:moveTo>
                  <a:pt x="1139507" y="75836"/>
                </a:moveTo>
                <a:lnTo>
                  <a:pt x="1093538" y="75836"/>
                </a:lnTo>
                <a:cubicBezTo>
                  <a:pt x="1094254" y="86655"/>
                  <a:pt x="1100779" y="92064"/>
                  <a:pt x="1113113" y="92064"/>
                </a:cubicBezTo>
                <a:cubicBezTo>
                  <a:pt x="1120817" y="92064"/>
                  <a:pt x="1127615" y="90170"/>
                  <a:pt x="1133509" y="86381"/>
                </a:cubicBezTo>
                <a:lnTo>
                  <a:pt x="1133509" y="101346"/>
                </a:lnTo>
                <a:cubicBezTo>
                  <a:pt x="1127152" y="104924"/>
                  <a:pt x="1118817" y="106713"/>
                  <a:pt x="1108503" y="106713"/>
                </a:cubicBezTo>
                <a:cubicBezTo>
                  <a:pt x="1097390" y="106713"/>
                  <a:pt x="1088750" y="103577"/>
                  <a:pt x="1082583" y="97305"/>
                </a:cubicBezTo>
                <a:cubicBezTo>
                  <a:pt x="1076416" y="91033"/>
                  <a:pt x="1073332" y="82298"/>
                  <a:pt x="1073332" y="71100"/>
                </a:cubicBezTo>
                <a:cubicBezTo>
                  <a:pt x="1073332" y="59945"/>
                  <a:pt x="1076616" y="50884"/>
                  <a:pt x="1083183" y="43917"/>
                </a:cubicBezTo>
                <a:cubicBezTo>
                  <a:pt x="1089750" y="36950"/>
                  <a:pt x="1098001" y="33466"/>
                  <a:pt x="1107935" y="33466"/>
                </a:cubicBezTo>
                <a:cubicBezTo>
                  <a:pt x="1117828" y="33466"/>
                  <a:pt x="1125563" y="36466"/>
                  <a:pt x="1131141" y="42464"/>
                </a:cubicBezTo>
                <a:cubicBezTo>
                  <a:pt x="1136718" y="48463"/>
                  <a:pt x="1139507" y="56703"/>
                  <a:pt x="1139507" y="67185"/>
                </a:cubicBezTo>
                <a:lnTo>
                  <a:pt x="1139507" y="75836"/>
                </a:lnTo>
                <a:moveTo>
                  <a:pt x="1120501" y="63081"/>
                </a:moveTo>
                <a:cubicBezTo>
                  <a:pt x="1120501" y="52641"/>
                  <a:pt x="1116270" y="47421"/>
                  <a:pt x="1107809" y="47421"/>
                </a:cubicBezTo>
                <a:cubicBezTo>
                  <a:pt x="1104315" y="47421"/>
                  <a:pt x="1101221" y="48852"/>
                  <a:pt x="1098527" y="51715"/>
                </a:cubicBezTo>
                <a:cubicBezTo>
                  <a:pt x="1095833" y="54577"/>
                  <a:pt x="1094149" y="58366"/>
                  <a:pt x="1093475" y="63081"/>
                </a:cubicBezTo>
                <a:lnTo>
                  <a:pt x="1120501" y="63081"/>
                </a:lnTo>
                <a:close/>
                <a:moveTo>
                  <a:pt x="1151462" y="86255"/>
                </a:moveTo>
                <a:cubicBezTo>
                  <a:pt x="1158450" y="90506"/>
                  <a:pt x="1165291" y="92632"/>
                  <a:pt x="1171984" y="92632"/>
                </a:cubicBezTo>
                <a:cubicBezTo>
                  <a:pt x="1180403" y="92632"/>
                  <a:pt x="1184613" y="90380"/>
                  <a:pt x="1184613" y="85876"/>
                </a:cubicBezTo>
                <a:cubicBezTo>
                  <a:pt x="1184613" y="82677"/>
                  <a:pt x="1181140" y="80003"/>
                  <a:pt x="1174194" y="77857"/>
                </a:cubicBezTo>
                <a:cubicBezTo>
                  <a:pt x="1165522" y="75162"/>
                  <a:pt x="1159566" y="72163"/>
                  <a:pt x="1156324" y="68859"/>
                </a:cubicBezTo>
                <a:cubicBezTo>
                  <a:pt x="1153083" y="65554"/>
                  <a:pt x="1151462" y="61081"/>
                  <a:pt x="1151462" y="55440"/>
                </a:cubicBezTo>
                <a:cubicBezTo>
                  <a:pt x="1151462" y="48579"/>
                  <a:pt x="1154241" y="43201"/>
                  <a:pt x="1159797" y="39307"/>
                </a:cubicBezTo>
                <a:cubicBezTo>
                  <a:pt x="1165354" y="35413"/>
                  <a:pt x="1172637" y="33466"/>
                  <a:pt x="1181645" y="33466"/>
                </a:cubicBezTo>
                <a:cubicBezTo>
                  <a:pt x="1188044" y="33466"/>
                  <a:pt x="1194211" y="34413"/>
                  <a:pt x="1200146" y="36308"/>
                </a:cubicBezTo>
                <a:lnTo>
                  <a:pt x="1200146" y="52346"/>
                </a:lnTo>
                <a:cubicBezTo>
                  <a:pt x="1194716" y="49147"/>
                  <a:pt x="1188738" y="47547"/>
                  <a:pt x="1182213" y="47547"/>
                </a:cubicBezTo>
                <a:cubicBezTo>
                  <a:pt x="1178972" y="47547"/>
                  <a:pt x="1176362" y="48126"/>
                  <a:pt x="1174384" y="49284"/>
                </a:cubicBezTo>
                <a:cubicBezTo>
                  <a:pt x="1172405" y="50442"/>
                  <a:pt x="1171416" y="51968"/>
                  <a:pt x="1171416" y="53862"/>
                </a:cubicBezTo>
                <a:cubicBezTo>
                  <a:pt x="1171416" y="57061"/>
                  <a:pt x="1174363" y="59650"/>
                  <a:pt x="1180256" y="61629"/>
                </a:cubicBezTo>
                <a:cubicBezTo>
                  <a:pt x="1186570" y="63733"/>
                  <a:pt x="1191317" y="65649"/>
                  <a:pt x="1194495" y="67375"/>
                </a:cubicBezTo>
                <a:cubicBezTo>
                  <a:pt x="1197673" y="69101"/>
                  <a:pt x="1200094" y="71374"/>
                  <a:pt x="1201757" y="74194"/>
                </a:cubicBezTo>
                <a:cubicBezTo>
                  <a:pt x="1203419" y="77015"/>
                  <a:pt x="1204251" y="80277"/>
                  <a:pt x="1204251" y="83982"/>
                </a:cubicBezTo>
                <a:cubicBezTo>
                  <a:pt x="1204251" y="91180"/>
                  <a:pt x="1201367" y="96768"/>
                  <a:pt x="1195600" y="100746"/>
                </a:cubicBezTo>
                <a:cubicBezTo>
                  <a:pt x="1189833" y="104724"/>
                  <a:pt x="1182129" y="106713"/>
                  <a:pt x="1172489" y="106713"/>
                </a:cubicBezTo>
                <a:cubicBezTo>
                  <a:pt x="1164912" y="106713"/>
                  <a:pt x="1157903" y="105514"/>
                  <a:pt x="1151462" y="103114"/>
                </a:cubicBezTo>
                <a:lnTo>
                  <a:pt x="1151462" y="8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dee6ecfc043d0"/>
          <a:stretch xmlns:a="http://schemas.openxmlformats.org/drawingml/2006/main"/>
        </p:blipFill>
        <p:spPr>
          <a:xfrm xmlns:a="http://schemas.openxmlformats.org/drawingml/2006/main">
            <a:off x="4275593" y="446732"/>
            <a:ext cx="1419923" cy="735179"/>
          </a:xfrm>
          <a:prstGeom xmlns:a="http://schemas.openxmlformats.org/drawingml/2006/main" prst="rect">
            <a:avLst/>
          </a:prstGeom>
        </p:spPr>
      </p:pic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5B6C0-0648-46C6-B32A-45F2B9B6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9" y="470885"/>
            <a:ext cx="1338293" cy="652107"/>
          </a:xfrm>
          <a:custGeom xmlns:a="http://schemas.openxmlformats.org/drawingml/2006/main">
            <a:pathLst>
              <a:path w="1338293" h="652107">
                <a:moveTo>
                  <a:pt x="0" y="0"/>
                </a:moveTo>
                <a:lnTo>
                  <a:pt x="1338293" y="0"/>
                </a:lnTo>
                <a:lnTo>
                  <a:pt x="1338293" y="652107"/>
                </a:lnTo>
                <a:lnTo>
                  <a:pt x="0" y="6521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E6CA0-CEA0-4D28-9C41-5495EDC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9" y="470885"/>
            <a:ext cx="1338294" cy="652108"/>
          </a:xfrm>
          <a:custGeom xmlns:a="http://schemas.openxmlformats.org/drawingml/2006/main">
            <a:pathLst>
              <a:path w="1338294" h="652108" fill="none">
                <a:moveTo>
                  <a:pt x="0" y="0"/>
                </a:moveTo>
                <a:lnTo>
                  <a:pt x="1338294" y="0"/>
                </a:lnTo>
                <a:lnTo>
                  <a:pt x="1338294" y="652108"/>
                </a:lnTo>
                <a:lnTo>
                  <a:pt x="0" y="6521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82FEB-1EC6-461E-8934-4D42177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946" y="652899"/>
            <a:ext cx="1329759" cy="470095"/>
          </a:xfrm>
          <a:custGeom xmlns:a="http://schemas.openxmlformats.org/drawingml/2006/main">
            <a:pathLst>
              <a:path w="1329759" h="470095">
                <a:moveTo>
                  <a:pt x="0" y="0"/>
                </a:moveTo>
                <a:lnTo>
                  <a:pt x="1329759" y="0"/>
                </a:lnTo>
                <a:lnTo>
                  <a:pt x="1329759" y="470095"/>
                </a:lnTo>
                <a:lnTo>
                  <a:pt x="0" y="4700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assert">
            <a:extLst xmlns:a="http://schemas.openxmlformats.org/drawingml/2006/main">
              <a:ext uri="{FF2B5EF4-FFF2-40B4-BE49-F238E27FC236}">
                <a16:creationId xmlns:a16="http://schemas.microsoft.com/office/drawing/2014/main" id="{5127D275-35DC-4E7B-A485-A30C83AE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730" y="706578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7" y="66927"/>
                  <a:pt x="80703" y="68788"/>
                  <a:pt x="86559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5" y="53501"/>
                  <a:pt x="75693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0" y="17017"/>
                  <a:pt x="95013" y="17017"/>
                </a:cubicBezTo>
                <a:cubicBezTo>
                  <a:pt x="100612" y="17017"/>
                  <a:pt x="106008" y="17846"/>
                  <a:pt x="111201" y="19504"/>
                </a:cubicBezTo>
                <a:lnTo>
                  <a:pt x="111201" y="33537"/>
                </a:lnTo>
                <a:cubicBezTo>
                  <a:pt x="106450" y="30738"/>
                  <a:pt x="101219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7" y="41659"/>
                </a:cubicBezTo>
                <a:cubicBezTo>
                  <a:pt x="99322" y="43501"/>
                  <a:pt x="103475" y="45177"/>
                  <a:pt x="106256" y="46687"/>
                </a:cubicBezTo>
                <a:cubicBezTo>
                  <a:pt x="109037" y="48197"/>
                  <a:pt x="111155" y="50186"/>
                  <a:pt x="112610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3" y="75887"/>
                </a:cubicBezTo>
                <a:cubicBezTo>
                  <a:pt x="102177" y="79368"/>
                  <a:pt x="95436" y="81109"/>
                  <a:pt x="87001" y="81109"/>
                </a:cubicBezTo>
                <a:cubicBezTo>
                  <a:pt x="80371" y="81109"/>
                  <a:pt x="74238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3" y="66817"/>
                  <a:pt x="153213" y="62876"/>
                </a:cubicBezTo>
                <a:cubicBezTo>
                  <a:pt x="153213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5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4" y="39928"/>
                  <a:pt x="149401" y="41659"/>
                </a:cubicBezTo>
                <a:cubicBezTo>
                  <a:pt x="154926" y="43501"/>
                  <a:pt x="159079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6" y="57977"/>
                  <a:pt x="170396" y="61218"/>
                </a:cubicBezTo>
                <a:cubicBezTo>
                  <a:pt x="170396" y="67517"/>
                  <a:pt x="167873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39" y="34698"/>
                </a:moveTo>
                <a:cubicBezTo>
                  <a:pt x="283866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7" y="37460"/>
                </a:cubicBezTo>
                <a:cubicBezTo>
                  <a:pt x="266121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7" y="79617"/>
                </a:lnTo>
                <a:lnTo>
                  <a:pt x="247087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1" y="21640"/>
                  <a:pt x="273461" y="17459"/>
                  <a:pt x="281233" y="17459"/>
                </a:cubicBezTo>
                <a:cubicBezTo>
                  <a:pt x="283332" y="17459"/>
                  <a:pt x="284934" y="17699"/>
                  <a:pt x="286039" y="18178"/>
                </a:cubicBezTo>
                <a:lnTo>
                  <a:pt x="286039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1&lt;=n&lt;=20">
            <a:extLst xmlns:a="http://schemas.openxmlformats.org/drawingml/2006/main">
              <a:ext uri="{FF2B5EF4-FFF2-40B4-BE49-F238E27FC236}">
                <a16:creationId xmlns:a16="http://schemas.microsoft.com/office/drawing/2014/main" id="{3AFDBD17-8A38-44C7-8828-26E7312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440" y="698732"/>
            <a:ext cx="721636" cy="88899"/>
          </a:xfrm>
          <a:custGeom xmlns:a="http://schemas.openxmlformats.org/drawingml/2006/main">
            <a:pathLst>
              <a:path w="721636" h="88899">
                <a:moveTo>
                  <a:pt x="19780" y="87462"/>
                </a:moveTo>
                <a:lnTo>
                  <a:pt x="19780" y="14255"/>
                </a:lnTo>
                <a:cubicBezTo>
                  <a:pt x="18086" y="15949"/>
                  <a:pt x="15222" y="17846"/>
                  <a:pt x="11188" y="19946"/>
                </a:cubicBezTo>
                <a:cubicBezTo>
                  <a:pt x="7155" y="22045"/>
                  <a:pt x="3426" y="23519"/>
                  <a:pt x="0" y="24366"/>
                </a:cubicBezTo>
                <a:lnTo>
                  <a:pt x="0" y="13758"/>
                </a:lnTo>
                <a:cubicBezTo>
                  <a:pt x="4531" y="12505"/>
                  <a:pt x="9374" y="10507"/>
                  <a:pt x="14531" y="7763"/>
                </a:cubicBezTo>
                <a:cubicBezTo>
                  <a:pt x="19688" y="5019"/>
                  <a:pt x="23647" y="2431"/>
                  <a:pt x="26410" y="0"/>
                </a:cubicBezTo>
                <a:lnTo>
                  <a:pt x="30499" y="0"/>
                </a:lnTo>
                <a:lnTo>
                  <a:pt x="30499" y="87462"/>
                </a:lnTo>
                <a:lnTo>
                  <a:pt x="19780" y="87462"/>
                </a:lnTo>
                <a:close/>
                <a:moveTo>
                  <a:pt x="156266" y="80335"/>
                </a:moveTo>
                <a:lnTo>
                  <a:pt x="104440" y="54588"/>
                </a:lnTo>
                <a:lnTo>
                  <a:pt x="104440" y="50389"/>
                </a:lnTo>
                <a:lnTo>
                  <a:pt x="156266" y="21824"/>
                </a:lnTo>
                <a:lnTo>
                  <a:pt x="156266" y="31383"/>
                </a:lnTo>
                <a:lnTo>
                  <a:pt x="117756" y="52102"/>
                </a:lnTo>
                <a:lnTo>
                  <a:pt x="117756" y="52378"/>
                </a:lnTo>
                <a:lnTo>
                  <a:pt x="156266" y="70832"/>
                </a:lnTo>
                <a:lnTo>
                  <a:pt x="156266" y="80335"/>
                </a:lnTo>
                <a:close/>
                <a:moveTo>
                  <a:pt x="242390" y="43317"/>
                </a:moveTo>
                <a:lnTo>
                  <a:pt x="186089" y="43317"/>
                </a:lnTo>
                <a:lnTo>
                  <a:pt x="186089" y="34974"/>
                </a:lnTo>
                <a:lnTo>
                  <a:pt x="242390" y="34974"/>
                </a:lnTo>
                <a:lnTo>
                  <a:pt x="242390" y="43317"/>
                </a:lnTo>
                <a:moveTo>
                  <a:pt x="242390" y="68843"/>
                </a:moveTo>
                <a:lnTo>
                  <a:pt x="186089" y="68843"/>
                </a:lnTo>
                <a:lnTo>
                  <a:pt x="186089" y="60500"/>
                </a:lnTo>
                <a:lnTo>
                  <a:pt x="242390" y="60500"/>
                </a:lnTo>
                <a:lnTo>
                  <a:pt x="242390" y="68843"/>
                </a:lnTo>
                <a:close/>
                <a:moveTo>
                  <a:pt x="350686" y="87462"/>
                </a:moveTo>
                <a:lnTo>
                  <a:pt x="339912" y="87462"/>
                </a:lnTo>
                <a:lnTo>
                  <a:pt x="339912" y="52709"/>
                </a:lnTo>
                <a:cubicBezTo>
                  <a:pt x="339912" y="40149"/>
                  <a:pt x="335326" y="33869"/>
                  <a:pt x="326154" y="33869"/>
                </a:cubicBezTo>
                <a:cubicBezTo>
                  <a:pt x="321403" y="33869"/>
                  <a:pt x="317498" y="35637"/>
                  <a:pt x="314441" y="39173"/>
                </a:cubicBezTo>
                <a:cubicBezTo>
                  <a:pt x="311384" y="42709"/>
                  <a:pt x="309855" y="47184"/>
                  <a:pt x="309855" y="52599"/>
                </a:cubicBezTo>
                <a:lnTo>
                  <a:pt x="309855" y="87462"/>
                </a:lnTo>
                <a:lnTo>
                  <a:pt x="299026" y="87462"/>
                </a:lnTo>
                <a:lnTo>
                  <a:pt x="299026" y="26355"/>
                </a:lnTo>
                <a:lnTo>
                  <a:pt x="309855" y="26355"/>
                </a:lnTo>
                <a:lnTo>
                  <a:pt x="309855" y="36466"/>
                </a:lnTo>
                <a:lnTo>
                  <a:pt x="310076" y="36466"/>
                </a:lnTo>
                <a:cubicBezTo>
                  <a:pt x="314681" y="28767"/>
                  <a:pt x="321366" y="24918"/>
                  <a:pt x="330133" y="24918"/>
                </a:cubicBezTo>
                <a:cubicBezTo>
                  <a:pt x="336836" y="24918"/>
                  <a:pt x="341938" y="27064"/>
                  <a:pt x="345437" y="31355"/>
                </a:cubicBezTo>
                <a:cubicBezTo>
                  <a:pt x="348936" y="35646"/>
                  <a:pt x="350686" y="41899"/>
                  <a:pt x="350686" y="50113"/>
                </a:cubicBezTo>
                <a:lnTo>
                  <a:pt x="350686" y="87462"/>
                </a:lnTo>
                <a:close/>
                <a:moveTo>
                  <a:pt x="460368" y="80335"/>
                </a:moveTo>
                <a:lnTo>
                  <a:pt x="408542" y="54588"/>
                </a:lnTo>
                <a:lnTo>
                  <a:pt x="408542" y="50389"/>
                </a:lnTo>
                <a:lnTo>
                  <a:pt x="460368" y="21824"/>
                </a:lnTo>
                <a:lnTo>
                  <a:pt x="460368" y="31383"/>
                </a:lnTo>
                <a:lnTo>
                  <a:pt x="421858" y="52102"/>
                </a:lnTo>
                <a:lnTo>
                  <a:pt x="421858" y="52378"/>
                </a:lnTo>
                <a:lnTo>
                  <a:pt x="460368" y="70832"/>
                </a:lnTo>
                <a:lnTo>
                  <a:pt x="460368" y="80335"/>
                </a:lnTo>
                <a:close/>
                <a:moveTo>
                  <a:pt x="546492" y="43317"/>
                </a:moveTo>
                <a:lnTo>
                  <a:pt x="490191" y="43317"/>
                </a:lnTo>
                <a:lnTo>
                  <a:pt x="490191" y="34974"/>
                </a:lnTo>
                <a:lnTo>
                  <a:pt x="546492" y="34974"/>
                </a:lnTo>
                <a:lnTo>
                  <a:pt x="546492" y="43317"/>
                </a:lnTo>
                <a:moveTo>
                  <a:pt x="546492" y="68843"/>
                </a:moveTo>
                <a:lnTo>
                  <a:pt x="490191" y="68843"/>
                </a:lnTo>
                <a:lnTo>
                  <a:pt x="490191" y="60500"/>
                </a:lnTo>
                <a:lnTo>
                  <a:pt x="546492" y="60500"/>
                </a:lnTo>
                <a:lnTo>
                  <a:pt x="546492" y="68843"/>
                </a:lnTo>
                <a:close/>
                <a:moveTo>
                  <a:pt x="640589" y="24310"/>
                </a:moveTo>
                <a:cubicBezTo>
                  <a:pt x="640589" y="19706"/>
                  <a:pt x="639134" y="16087"/>
                  <a:pt x="636224" y="13454"/>
                </a:cubicBezTo>
                <a:cubicBezTo>
                  <a:pt x="633314" y="10820"/>
                  <a:pt x="629354" y="9503"/>
                  <a:pt x="624345" y="9503"/>
                </a:cubicBezTo>
                <a:cubicBezTo>
                  <a:pt x="620809" y="9503"/>
                  <a:pt x="617236" y="10406"/>
                  <a:pt x="613626" y="12210"/>
                </a:cubicBezTo>
                <a:cubicBezTo>
                  <a:pt x="610016" y="14015"/>
                  <a:pt x="606646" y="16594"/>
                  <a:pt x="603515" y="19946"/>
                </a:cubicBezTo>
                <a:lnTo>
                  <a:pt x="603515" y="9448"/>
                </a:lnTo>
                <a:cubicBezTo>
                  <a:pt x="606315" y="6538"/>
                  <a:pt x="609492" y="4310"/>
                  <a:pt x="613046" y="2763"/>
                </a:cubicBezTo>
                <a:cubicBezTo>
                  <a:pt x="616601" y="1216"/>
                  <a:pt x="620772" y="442"/>
                  <a:pt x="625560" y="442"/>
                </a:cubicBezTo>
                <a:cubicBezTo>
                  <a:pt x="633296" y="442"/>
                  <a:pt x="639521" y="2514"/>
                  <a:pt x="644235" y="6658"/>
                </a:cubicBezTo>
                <a:cubicBezTo>
                  <a:pt x="648950" y="10802"/>
                  <a:pt x="651307" y="16410"/>
                  <a:pt x="651307" y="23482"/>
                </a:cubicBezTo>
                <a:cubicBezTo>
                  <a:pt x="651307" y="29780"/>
                  <a:pt x="649862" y="35232"/>
                  <a:pt x="646970" y="39836"/>
                </a:cubicBezTo>
                <a:cubicBezTo>
                  <a:pt x="644079" y="44440"/>
                  <a:pt x="639134" y="49155"/>
                  <a:pt x="632135" y="53980"/>
                </a:cubicBezTo>
                <a:cubicBezTo>
                  <a:pt x="624989" y="58916"/>
                  <a:pt x="620210" y="62452"/>
                  <a:pt x="617798" y="64588"/>
                </a:cubicBezTo>
                <a:cubicBezTo>
                  <a:pt x="615385" y="66725"/>
                  <a:pt x="613700" y="68769"/>
                  <a:pt x="612742" y="70721"/>
                </a:cubicBezTo>
                <a:cubicBezTo>
                  <a:pt x="611784" y="72674"/>
                  <a:pt x="611306" y="75049"/>
                  <a:pt x="611306" y="77849"/>
                </a:cubicBezTo>
                <a:lnTo>
                  <a:pt x="653849" y="77849"/>
                </a:lnTo>
                <a:lnTo>
                  <a:pt x="653849" y="87462"/>
                </a:lnTo>
                <a:lnTo>
                  <a:pt x="600034" y="87462"/>
                </a:lnTo>
                <a:lnTo>
                  <a:pt x="600034" y="83208"/>
                </a:lnTo>
                <a:cubicBezTo>
                  <a:pt x="600034" y="78272"/>
                  <a:pt x="600707" y="74082"/>
                  <a:pt x="602051" y="70638"/>
                </a:cubicBezTo>
                <a:cubicBezTo>
                  <a:pt x="603396" y="67194"/>
                  <a:pt x="605615" y="63843"/>
                  <a:pt x="608709" y="60583"/>
                </a:cubicBezTo>
                <a:cubicBezTo>
                  <a:pt x="611803" y="57323"/>
                  <a:pt x="616628" y="53409"/>
                  <a:pt x="623185" y="48842"/>
                </a:cubicBezTo>
                <a:cubicBezTo>
                  <a:pt x="629888" y="44127"/>
                  <a:pt x="634465" y="39993"/>
                  <a:pt x="636915" y="36438"/>
                </a:cubicBezTo>
                <a:cubicBezTo>
                  <a:pt x="639364" y="32884"/>
                  <a:pt x="640589" y="28841"/>
                  <a:pt x="640589" y="24310"/>
                </a:cubicBezTo>
                <a:close/>
                <a:moveTo>
                  <a:pt x="665169" y="46356"/>
                </a:moveTo>
                <a:cubicBezTo>
                  <a:pt x="665169" y="31254"/>
                  <a:pt x="667674" y="19826"/>
                  <a:pt x="672683" y="12072"/>
                </a:cubicBezTo>
                <a:cubicBezTo>
                  <a:pt x="677693" y="4319"/>
                  <a:pt x="684949" y="442"/>
                  <a:pt x="694452" y="442"/>
                </a:cubicBezTo>
                <a:cubicBezTo>
                  <a:pt x="712575" y="442"/>
                  <a:pt x="721636" y="15065"/>
                  <a:pt x="721636" y="44311"/>
                </a:cubicBezTo>
                <a:cubicBezTo>
                  <a:pt x="721636" y="58750"/>
                  <a:pt x="719085" y="69791"/>
                  <a:pt x="713983" y="77434"/>
                </a:cubicBezTo>
                <a:cubicBezTo>
                  <a:pt x="708882" y="85077"/>
                  <a:pt x="701727" y="88899"/>
                  <a:pt x="692518" y="88899"/>
                </a:cubicBezTo>
                <a:cubicBezTo>
                  <a:pt x="683826" y="88899"/>
                  <a:pt x="677094" y="85271"/>
                  <a:pt x="672324" y="78014"/>
                </a:cubicBezTo>
                <a:cubicBezTo>
                  <a:pt x="667554" y="70758"/>
                  <a:pt x="665169" y="60205"/>
                  <a:pt x="665169" y="46356"/>
                </a:cubicBezTo>
                <a:moveTo>
                  <a:pt x="676219" y="45858"/>
                </a:moveTo>
                <a:cubicBezTo>
                  <a:pt x="676219" y="68585"/>
                  <a:pt x="681984" y="79948"/>
                  <a:pt x="693513" y="79948"/>
                </a:cubicBezTo>
                <a:cubicBezTo>
                  <a:pt x="704858" y="79948"/>
                  <a:pt x="710530" y="68401"/>
                  <a:pt x="710530" y="45306"/>
                </a:cubicBezTo>
                <a:cubicBezTo>
                  <a:pt x="710530" y="21401"/>
                  <a:pt x="704968" y="9448"/>
                  <a:pt x="693844" y="9448"/>
                </a:cubicBezTo>
                <a:cubicBezTo>
                  <a:pt x="682094" y="9448"/>
                  <a:pt x="676219" y="21585"/>
                  <a:pt x="676219" y="45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ssert">
            <a:extLst xmlns:a="http://schemas.openxmlformats.org/drawingml/2006/main">
              <a:ext uri="{FF2B5EF4-FFF2-40B4-BE49-F238E27FC236}">
                <a16:creationId xmlns:a16="http://schemas.microsoft.com/office/drawing/2014/main" id="{044D515D-AA70-475B-8CEA-DD98ED3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730" y="844302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7" y="66927"/>
                  <a:pt x="80703" y="68788"/>
                  <a:pt x="86559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5" y="53501"/>
                  <a:pt x="75693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0" y="17017"/>
                  <a:pt x="95013" y="17017"/>
                </a:cubicBezTo>
                <a:cubicBezTo>
                  <a:pt x="100612" y="17017"/>
                  <a:pt x="106008" y="17846"/>
                  <a:pt x="111201" y="19504"/>
                </a:cubicBezTo>
                <a:lnTo>
                  <a:pt x="111201" y="33537"/>
                </a:lnTo>
                <a:cubicBezTo>
                  <a:pt x="106450" y="30738"/>
                  <a:pt x="101219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7" y="41659"/>
                </a:cubicBezTo>
                <a:cubicBezTo>
                  <a:pt x="99322" y="43501"/>
                  <a:pt x="103475" y="45177"/>
                  <a:pt x="106256" y="46687"/>
                </a:cubicBezTo>
                <a:cubicBezTo>
                  <a:pt x="109037" y="48197"/>
                  <a:pt x="111155" y="50186"/>
                  <a:pt x="112610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3" y="75887"/>
                </a:cubicBezTo>
                <a:cubicBezTo>
                  <a:pt x="102177" y="79368"/>
                  <a:pt x="95436" y="81109"/>
                  <a:pt x="87001" y="81109"/>
                </a:cubicBezTo>
                <a:cubicBezTo>
                  <a:pt x="80371" y="81109"/>
                  <a:pt x="74238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3" y="66817"/>
                  <a:pt x="153213" y="62876"/>
                </a:cubicBezTo>
                <a:cubicBezTo>
                  <a:pt x="153213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5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4" y="39928"/>
                  <a:pt x="149401" y="41659"/>
                </a:cubicBezTo>
                <a:cubicBezTo>
                  <a:pt x="154926" y="43501"/>
                  <a:pt x="159079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6" y="57977"/>
                  <a:pt x="170396" y="61218"/>
                </a:cubicBezTo>
                <a:cubicBezTo>
                  <a:pt x="170396" y="67517"/>
                  <a:pt x="167873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39" y="34698"/>
                </a:moveTo>
                <a:cubicBezTo>
                  <a:pt x="283866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7" y="37460"/>
                </a:cubicBezTo>
                <a:cubicBezTo>
                  <a:pt x="266121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7" y="79617"/>
                </a:lnTo>
                <a:lnTo>
                  <a:pt x="247087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1" y="21640"/>
                  <a:pt x="273461" y="17459"/>
                  <a:pt x="281233" y="17459"/>
                </a:cubicBezTo>
                <a:cubicBezTo>
                  <a:pt x="283332" y="17459"/>
                  <a:pt x="284934" y="17699"/>
                  <a:pt x="286039" y="18178"/>
                </a:cubicBezTo>
                <a:lnTo>
                  <a:pt x="286039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len(j)==n–k">
            <a:extLst xmlns:a="http://schemas.openxmlformats.org/drawingml/2006/main">
              <a:ext uri="{FF2B5EF4-FFF2-40B4-BE49-F238E27FC236}">
                <a16:creationId xmlns:a16="http://schemas.microsoft.com/office/drawing/2014/main" id="{33F58408-60CF-47BF-8EF0-4069EF7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340" y="833473"/>
            <a:ext cx="767085" cy="119232"/>
          </a:xfrm>
          <a:custGeom xmlns:a="http://schemas.openxmlformats.org/drawingml/2006/main">
            <a:pathLst>
              <a:path w="767085" h="119232">
                <a:moveTo>
                  <a:pt x="0" y="90446"/>
                </a:moveTo>
                <a:lnTo>
                  <a:pt x="0" y="0"/>
                </a:lnTo>
                <a:lnTo>
                  <a:pt x="10829" y="0"/>
                </a:lnTo>
                <a:lnTo>
                  <a:pt x="10829" y="90446"/>
                </a:lnTo>
                <a:lnTo>
                  <a:pt x="0" y="90446"/>
                </a:lnTo>
                <a:close/>
                <a:moveTo>
                  <a:pt x="80150" y="62655"/>
                </a:moveTo>
                <a:lnTo>
                  <a:pt x="37386" y="62655"/>
                </a:lnTo>
                <a:cubicBezTo>
                  <a:pt x="37570" y="69174"/>
                  <a:pt x="39357" y="74211"/>
                  <a:pt x="42745" y="77766"/>
                </a:cubicBezTo>
                <a:cubicBezTo>
                  <a:pt x="46134" y="81320"/>
                  <a:pt x="50867" y="83098"/>
                  <a:pt x="56945" y="83098"/>
                </a:cubicBezTo>
                <a:cubicBezTo>
                  <a:pt x="63796" y="83098"/>
                  <a:pt x="70076" y="80906"/>
                  <a:pt x="75785" y="76523"/>
                </a:cubicBezTo>
                <a:lnTo>
                  <a:pt x="75785" y="86192"/>
                </a:lnTo>
                <a:cubicBezTo>
                  <a:pt x="70408" y="89986"/>
                  <a:pt x="63280" y="91882"/>
                  <a:pt x="54403" y="91882"/>
                </a:cubicBezTo>
                <a:cubicBezTo>
                  <a:pt x="45563" y="91882"/>
                  <a:pt x="38666" y="89083"/>
                  <a:pt x="33712" y="83484"/>
                </a:cubicBezTo>
                <a:cubicBezTo>
                  <a:pt x="28758" y="77886"/>
                  <a:pt x="26280" y="70114"/>
                  <a:pt x="26280" y="60168"/>
                </a:cubicBezTo>
                <a:cubicBezTo>
                  <a:pt x="26280" y="50813"/>
                  <a:pt x="28997" y="43096"/>
                  <a:pt x="34430" y="37018"/>
                </a:cubicBezTo>
                <a:cubicBezTo>
                  <a:pt x="39863" y="30941"/>
                  <a:pt x="46613" y="27902"/>
                  <a:pt x="54679" y="27902"/>
                </a:cubicBezTo>
                <a:cubicBezTo>
                  <a:pt x="62672" y="27902"/>
                  <a:pt x="68916" y="30471"/>
                  <a:pt x="73410" y="35609"/>
                </a:cubicBezTo>
                <a:cubicBezTo>
                  <a:pt x="77903" y="40748"/>
                  <a:pt x="80150" y="47939"/>
                  <a:pt x="80150" y="57185"/>
                </a:cubicBezTo>
                <a:lnTo>
                  <a:pt x="80150" y="62655"/>
                </a:lnTo>
                <a:moveTo>
                  <a:pt x="69321" y="53980"/>
                </a:moveTo>
                <a:cubicBezTo>
                  <a:pt x="69284" y="48455"/>
                  <a:pt x="67977" y="44182"/>
                  <a:pt x="65398" y="41162"/>
                </a:cubicBezTo>
                <a:cubicBezTo>
                  <a:pt x="62820" y="38142"/>
                  <a:pt x="59192" y="36631"/>
                  <a:pt x="54514" y="36631"/>
                </a:cubicBezTo>
                <a:cubicBezTo>
                  <a:pt x="50204" y="36631"/>
                  <a:pt x="46475" y="38234"/>
                  <a:pt x="43325" y="41438"/>
                </a:cubicBezTo>
                <a:cubicBezTo>
                  <a:pt x="40176" y="44643"/>
                  <a:pt x="38196" y="48824"/>
                  <a:pt x="37386" y="53980"/>
                </a:cubicBezTo>
                <a:lnTo>
                  <a:pt x="69321" y="53980"/>
                </a:lnTo>
                <a:close/>
                <a:moveTo>
                  <a:pt x="146742" y="90446"/>
                </a:moveTo>
                <a:lnTo>
                  <a:pt x="135968" y="90446"/>
                </a:lnTo>
                <a:lnTo>
                  <a:pt x="135968" y="55693"/>
                </a:lnTo>
                <a:cubicBezTo>
                  <a:pt x="135968" y="43133"/>
                  <a:pt x="131382" y="36852"/>
                  <a:pt x="122211" y="36852"/>
                </a:cubicBezTo>
                <a:cubicBezTo>
                  <a:pt x="117459" y="36852"/>
                  <a:pt x="113555" y="38620"/>
                  <a:pt x="110497" y="42157"/>
                </a:cubicBezTo>
                <a:cubicBezTo>
                  <a:pt x="107440" y="45693"/>
                  <a:pt x="105911" y="50168"/>
                  <a:pt x="105911" y="55583"/>
                </a:cubicBezTo>
                <a:lnTo>
                  <a:pt x="105911" y="90446"/>
                </a:lnTo>
                <a:lnTo>
                  <a:pt x="95082" y="90446"/>
                </a:lnTo>
                <a:lnTo>
                  <a:pt x="95082" y="29338"/>
                </a:lnTo>
                <a:lnTo>
                  <a:pt x="105911" y="29338"/>
                </a:lnTo>
                <a:lnTo>
                  <a:pt x="105911" y="39449"/>
                </a:lnTo>
                <a:lnTo>
                  <a:pt x="106132" y="39449"/>
                </a:lnTo>
                <a:cubicBezTo>
                  <a:pt x="110737" y="31751"/>
                  <a:pt x="117422" y="27902"/>
                  <a:pt x="126189" y="27902"/>
                </a:cubicBezTo>
                <a:cubicBezTo>
                  <a:pt x="132892" y="27902"/>
                  <a:pt x="137994" y="30047"/>
                  <a:pt x="141493" y="34339"/>
                </a:cubicBezTo>
                <a:cubicBezTo>
                  <a:pt x="144992" y="38630"/>
                  <a:pt x="146742" y="44882"/>
                  <a:pt x="146742" y="53096"/>
                </a:cubicBezTo>
                <a:lnTo>
                  <a:pt x="146742" y="90446"/>
                </a:lnTo>
                <a:close/>
                <a:moveTo>
                  <a:pt x="182178" y="109894"/>
                </a:moveTo>
                <a:cubicBezTo>
                  <a:pt x="169765" y="95750"/>
                  <a:pt x="163558" y="78383"/>
                  <a:pt x="163558" y="57793"/>
                </a:cubicBezTo>
                <a:cubicBezTo>
                  <a:pt x="163558" y="37202"/>
                  <a:pt x="169765" y="19559"/>
                  <a:pt x="182178" y="4862"/>
                </a:cubicBezTo>
                <a:lnTo>
                  <a:pt x="191736" y="4862"/>
                </a:lnTo>
                <a:cubicBezTo>
                  <a:pt x="179286" y="20148"/>
                  <a:pt x="173061" y="37755"/>
                  <a:pt x="173061" y="57682"/>
                </a:cubicBezTo>
                <a:cubicBezTo>
                  <a:pt x="173061" y="77572"/>
                  <a:pt x="179249" y="94977"/>
                  <a:pt x="191626" y="109894"/>
                </a:cubicBezTo>
                <a:lnTo>
                  <a:pt x="182178" y="109894"/>
                </a:lnTo>
                <a:close/>
                <a:moveTo>
                  <a:pt x="214863" y="7790"/>
                </a:moveTo>
                <a:cubicBezTo>
                  <a:pt x="214863" y="5875"/>
                  <a:pt x="215508" y="4264"/>
                  <a:pt x="216797" y="2956"/>
                </a:cubicBezTo>
                <a:cubicBezTo>
                  <a:pt x="218086" y="1648"/>
                  <a:pt x="219707" y="995"/>
                  <a:pt x="221659" y="995"/>
                </a:cubicBezTo>
                <a:cubicBezTo>
                  <a:pt x="223648" y="995"/>
                  <a:pt x="225306" y="1639"/>
                  <a:pt x="226632" y="2928"/>
                </a:cubicBezTo>
                <a:cubicBezTo>
                  <a:pt x="227958" y="4217"/>
                  <a:pt x="228621" y="5838"/>
                  <a:pt x="228621" y="7790"/>
                </a:cubicBezTo>
                <a:cubicBezTo>
                  <a:pt x="228621" y="9669"/>
                  <a:pt x="227949" y="11253"/>
                  <a:pt x="226604" y="12542"/>
                </a:cubicBezTo>
                <a:cubicBezTo>
                  <a:pt x="225260" y="13831"/>
                  <a:pt x="223612" y="14476"/>
                  <a:pt x="221659" y="14476"/>
                </a:cubicBezTo>
                <a:cubicBezTo>
                  <a:pt x="219707" y="14476"/>
                  <a:pt x="218086" y="13822"/>
                  <a:pt x="216797" y="12514"/>
                </a:cubicBezTo>
                <a:cubicBezTo>
                  <a:pt x="215508" y="11207"/>
                  <a:pt x="214863" y="9632"/>
                  <a:pt x="214863" y="7790"/>
                </a:cubicBezTo>
                <a:moveTo>
                  <a:pt x="226963" y="88070"/>
                </a:moveTo>
                <a:cubicBezTo>
                  <a:pt x="226963" y="97979"/>
                  <a:pt x="224910" y="105649"/>
                  <a:pt x="220803" y="111082"/>
                </a:cubicBezTo>
                <a:cubicBezTo>
                  <a:pt x="216696" y="116515"/>
                  <a:pt x="210867" y="119232"/>
                  <a:pt x="203316" y="119232"/>
                </a:cubicBezTo>
                <a:cubicBezTo>
                  <a:pt x="200517" y="119232"/>
                  <a:pt x="197772" y="118587"/>
                  <a:pt x="195084" y="117298"/>
                </a:cubicBezTo>
                <a:lnTo>
                  <a:pt x="195084" y="107519"/>
                </a:lnTo>
                <a:cubicBezTo>
                  <a:pt x="197957" y="109287"/>
                  <a:pt x="200682" y="110171"/>
                  <a:pt x="203261" y="110171"/>
                </a:cubicBezTo>
                <a:cubicBezTo>
                  <a:pt x="211843" y="110171"/>
                  <a:pt x="216134" y="103338"/>
                  <a:pt x="216134" y="89672"/>
                </a:cubicBezTo>
                <a:lnTo>
                  <a:pt x="216134" y="29338"/>
                </a:lnTo>
                <a:lnTo>
                  <a:pt x="226963" y="29338"/>
                </a:lnTo>
                <a:lnTo>
                  <a:pt x="226963" y="88070"/>
                </a:lnTo>
                <a:close/>
                <a:moveTo>
                  <a:pt x="238161" y="109894"/>
                </a:moveTo>
                <a:cubicBezTo>
                  <a:pt x="250574" y="95013"/>
                  <a:pt x="256780" y="77609"/>
                  <a:pt x="256780" y="57682"/>
                </a:cubicBezTo>
                <a:cubicBezTo>
                  <a:pt x="256780" y="37718"/>
                  <a:pt x="250537" y="20111"/>
                  <a:pt x="238050" y="4862"/>
                </a:cubicBezTo>
                <a:lnTo>
                  <a:pt x="247664" y="4862"/>
                </a:lnTo>
                <a:cubicBezTo>
                  <a:pt x="260114" y="19448"/>
                  <a:pt x="266339" y="37092"/>
                  <a:pt x="266339" y="57793"/>
                </a:cubicBezTo>
                <a:cubicBezTo>
                  <a:pt x="266339" y="78493"/>
                  <a:pt x="260114" y="95861"/>
                  <a:pt x="247664" y="109894"/>
                </a:cubicBezTo>
                <a:lnTo>
                  <a:pt x="238161" y="109894"/>
                </a:lnTo>
                <a:close/>
                <a:moveTo>
                  <a:pt x="377644" y="46300"/>
                </a:moveTo>
                <a:lnTo>
                  <a:pt x="321343" y="46300"/>
                </a:lnTo>
                <a:lnTo>
                  <a:pt x="321343" y="37957"/>
                </a:lnTo>
                <a:lnTo>
                  <a:pt x="377644" y="37957"/>
                </a:lnTo>
                <a:lnTo>
                  <a:pt x="377644" y="46300"/>
                </a:lnTo>
                <a:moveTo>
                  <a:pt x="377644" y="71826"/>
                </a:moveTo>
                <a:lnTo>
                  <a:pt x="321343" y="71826"/>
                </a:lnTo>
                <a:lnTo>
                  <a:pt x="321343" y="63483"/>
                </a:lnTo>
                <a:lnTo>
                  <a:pt x="377644" y="63483"/>
                </a:lnTo>
                <a:lnTo>
                  <a:pt x="377644" y="71826"/>
                </a:lnTo>
                <a:close/>
                <a:moveTo>
                  <a:pt x="461502" y="46300"/>
                </a:moveTo>
                <a:lnTo>
                  <a:pt x="405201" y="46300"/>
                </a:lnTo>
                <a:lnTo>
                  <a:pt x="405201" y="37957"/>
                </a:lnTo>
                <a:lnTo>
                  <a:pt x="461502" y="37957"/>
                </a:lnTo>
                <a:lnTo>
                  <a:pt x="461502" y="46300"/>
                </a:lnTo>
                <a:moveTo>
                  <a:pt x="461502" y="71826"/>
                </a:moveTo>
                <a:lnTo>
                  <a:pt x="405201" y="71826"/>
                </a:lnTo>
                <a:lnTo>
                  <a:pt x="405201" y="63483"/>
                </a:lnTo>
                <a:lnTo>
                  <a:pt x="461502" y="63483"/>
                </a:lnTo>
                <a:lnTo>
                  <a:pt x="461502" y="71826"/>
                </a:lnTo>
                <a:close/>
                <a:moveTo>
                  <a:pt x="569799" y="90446"/>
                </a:moveTo>
                <a:lnTo>
                  <a:pt x="559025" y="90446"/>
                </a:lnTo>
                <a:lnTo>
                  <a:pt x="559025" y="55693"/>
                </a:lnTo>
                <a:cubicBezTo>
                  <a:pt x="559025" y="43133"/>
                  <a:pt x="554439" y="36852"/>
                  <a:pt x="545267" y="36852"/>
                </a:cubicBezTo>
                <a:cubicBezTo>
                  <a:pt x="540516" y="36852"/>
                  <a:pt x="536611" y="38620"/>
                  <a:pt x="533554" y="42157"/>
                </a:cubicBezTo>
                <a:cubicBezTo>
                  <a:pt x="530497" y="45693"/>
                  <a:pt x="528968" y="50168"/>
                  <a:pt x="528968" y="55583"/>
                </a:cubicBezTo>
                <a:lnTo>
                  <a:pt x="528968" y="90446"/>
                </a:lnTo>
                <a:lnTo>
                  <a:pt x="518139" y="90446"/>
                </a:lnTo>
                <a:lnTo>
                  <a:pt x="518139" y="29338"/>
                </a:lnTo>
                <a:lnTo>
                  <a:pt x="528968" y="29338"/>
                </a:lnTo>
                <a:lnTo>
                  <a:pt x="528968" y="39449"/>
                </a:lnTo>
                <a:lnTo>
                  <a:pt x="529189" y="39449"/>
                </a:lnTo>
                <a:cubicBezTo>
                  <a:pt x="533794" y="31751"/>
                  <a:pt x="540479" y="27902"/>
                  <a:pt x="549245" y="27902"/>
                </a:cubicBezTo>
                <a:cubicBezTo>
                  <a:pt x="555949" y="27902"/>
                  <a:pt x="561051" y="30047"/>
                  <a:pt x="564550" y="34339"/>
                </a:cubicBezTo>
                <a:cubicBezTo>
                  <a:pt x="568049" y="38630"/>
                  <a:pt x="569799" y="44882"/>
                  <a:pt x="569799" y="53096"/>
                </a:cubicBezTo>
                <a:lnTo>
                  <a:pt x="569799" y="90446"/>
                </a:lnTo>
                <a:close/>
                <a:moveTo>
                  <a:pt x="672630" y="60721"/>
                </a:moveTo>
                <a:lnTo>
                  <a:pt x="611522" y="60721"/>
                </a:lnTo>
                <a:lnTo>
                  <a:pt x="611522" y="52378"/>
                </a:lnTo>
                <a:lnTo>
                  <a:pt x="672630" y="52378"/>
                </a:lnTo>
                <a:lnTo>
                  <a:pt x="672630" y="60721"/>
                </a:lnTo>
                <a:close/>
                <a:moveTo>
                  <a:pt x="767085" y="90446"/>
                </a:moveTo>
                <a:lnTo>
                  <a:pt x="752333" y="90446"/>
                </a:lnTo>
                <a:lnTo>
                  <a:pt x="726199" y="60997"/>
                </a:lnTo>
                <a:lnTo>
                  <a:pt x="725978" y="60997"/>
                </a:lnTo>
                <a:lnTo>
                  <a:pt x="725978" y="90446"/>
                </a:lnTo>
                <a:lnTo>
                  <a:pt x="715149" y="90446"/>
                </a:lnTo>
                <a:lnTo>
                  <a:pt x="715149" y="0"/>
                </a:lnTo>
                <a:lnTo>
                  <a:pt x="725978" y="0"/>
                </a:lnTo>
                <a:lnTo>
                  <a:pt x="725978" y="57351"/>
                </a:lnTo>
                <a:lnTo>
                  <a:pt x="726199" y="57351"/>
                </a:lnTo>
                <a:lnTo>
                  <a:pt x="751007" y="29338"/>
                </a:lnTo>
                <a:lnTo>
                  <a:pt x="764930" y="29338"/>
                </a:lnTo>
                <a:lnTo>
                  <a:pt x="737304" y="58732"/>
                </a:lnTo>
                <a:lnTo>
                  <a:pt x="767085" y="90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...">
            <a:extLst xmlns:a="http://schemas.openxmlformats.org/drawingml/2006/main">
              <a:ext uri="{FF2B5EF4-FFF2-40B4-BE49-F238E27FC236}">
                <a16:creationId xmlns:a16="http://schemas.microsoft.com/office/drawing/2014/main" id="{92FD54C5-8351-4FF9-89BE-9B3B5448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714" y="1048881"/>
            <a:ext cx="68873" cy="14089"/>
          </a:xfrm>
          <a:custGeom xmlns:a="http://schemas.openxmlformats.org/drawingml/2006/main">
            <a:pathLst>
              <a:path w="68873" h="14089">
                <a:moveTo>
                  <a:pt x="0" y="7072"/>
                </a:moveTo>
                <a:cubicBezTo>
                  <a:pt x="0" y="5083"/>
                  <a:pt x="681" y="3407"/>
                  <a:pt x="2044" y="2044"/>
                </a:cubicBezTo>
                <a:cubicBezTo>
                  <a:pt x="3407" y="681"/>
                  <a:pt x="5102" y="0"/>
                  <a:pt x="7127" y="0"/>
                </a:cubicBezTo>
                <a:cubicBezTo>
                  <a:pt x="9190" y="0"/>
                  <a:pt x="10903" y="691"/>
                  <a:pt x="12266" y="2072"/>
                </a:cubicBezTo>
                <a:cubicBezTo>
                  <a:pt x="13629" y="3453"/>
                  <a:pt x="14310" y="5120"/>
                  <a:pt x="14310" y="7072"/>
                </a:cubicBezTo>
                <a:cubicBezTo>
                  <a:pt x="14310" y="8988"/>
                  <a:pt x="13629" y="10636"/>
                  <a:pt x="12266" y="12017"/>
                </a:cubicBezTo>
                <a:cubicBezTo>
                  <a:pt x="10903" y="13398"/>
                  <a:pt x="9172" y="14089"/>
                  <a:pt x="7072" y="14089"/>
                </a:cubicBezTo>
                <a:cubicBezTo>
                  <a:pt x="5046" y="14089"/>
                  <a:pt x="3361" y="13398"/>
                  <a:pt x="2017" y="12017"/>
                </a:cubicBezTo>
                <a:cubicBezTo>
                  <a:pt x="672" y="10636"/>
                  <a:pt x="0" y="8988"/>
                  <a:pt x="0" y="7072"/>
                </a:cubicBezTo>
                <a:close/>
                <a:moveTo>
                  <a:pt x="27281" y="7072"/>
                </a:moveTo>
                <a:cubicBezTo>
                  <a:pt x="27281" y="5083"/>
                  <a:pt x="27963" y="3407"/>
                  <a:pt x="29325" y="2044"/>
                </a:cubicBezTo>
                <a:cubicBezTo>
                  <a:pt x="30688" y="681"/>
                  <a:pt x="32383" y="0"/>
                  <a:pt x="34409" y="0"/>
                </a:cubicBezTo>
                <a:cubicBezTo>
                  <a:pt x="36471" y="0"/>
                  <a:pt x="38184" y="691"/>
                  <a:pt x="39547" y="2072"/>
                </a:cubicBezTo>
                <a:cubicBezTo>
                  <a:pt x="40910" y="3453"/>
                  <a:pt x="41591" y="5120"/>
                  <a:pt x="41591" y="7072"/>
                </a:cubicBezTo>
                <a:cubicBezTo>
                  <a:pt x="41591" y="8988"/>
                  <a:pt x="40910" y="10636"/>
                  <a:pt x="39547" y="12017"/>
                </a:cubicBezTo>
                <a:cubicBezTo>
                  <a:pt x="38184" y="13398"/>
                  <a:pt x="36453" y="14089"/>
                  <a:pt x="34353" y="14089"/>
                </a:cubicBezTo>
                <a:cubicBezTo>
                  <a:pt x="32327" y="14089"/>
                  <a:pt x="30642" y="13398"/>
                  <a:pt x="29298" y="12017"/>
                </a:cubicBezTo>
                <a:cubicBezTo>
                  <a:pt x="27953" y="10636"/>
                  <a:pt x="27281" y="8988"/>
                  <a:pt x="27281" y="7072"/>
                </a:cubicBezTo>
                <a:close/>
                <a:moveTo>
                  <a:pt x="54563" y="7072"/>
                </a:moveTo>
                <a:cubicBezTo>
                  <a:pt x="54563" y="5083"/>
                  <a:pt x="55245" y="3407"/>
                  <a:pt x="56607" y="2044"/>
                </a:cubicBezTo>
                <a:cubicBezTo>
                  <a:pt x="57970" y="681"/>
                  <a:pt x="59665" y="0"/>
                  <a:pt x="61690" y="0"/>
                </a:cubicBezTo>
                <a:cubicBezTo>
                  <a:pt x="63753" y="0"/>
                  <a:pt x="65466" y="691"/>
                  <a:pt x="66829" y="2072"/>
                </a:cubicBezTo>
                <a:cubicBezTo>
                  <a:pt x="68192" y="3453"/>
                  <a:pt x="68873" y="5120"/>
                  <a:pt x="68873" y="7072"/>
                </a:cubicBezTo>
                <a:cubicBezTo>
                  <a:pt x="68873" y="8988"/>
                  <a:pt x="68192" y="10636"/>
                  <a:pt x="66829" y="12017"/>
                </a:cubicBezTo>
                <a:cubicBezTo>
                  <a:pt x="65466" y="13398"/>
                  <a:pt x="63735" y="14089"/>
                  <a:pt x="61635" y="14089"/>
                </a:cubicBezTo>
                <a:cubicBezTo>
                  <a:pt x="59609" y="14089"/>
                  <a:pt x="57924" y="13398"/>
                  <a:pt x="56580" y="12017"/>
                </a:cubicBezTo>
                <a:cubicBezTo>
                  <a:pt x="55235" y="10636"/>
                  <a:pt x="54563" y="8988"/>
                  <a:pt x="54563" y="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ontracts">
            <a:extLst xmlns:a="http://schemas.openxmlformats.org/drawingml/2006/main">
              <a:ext uri="{FF2B5EF4-FFF2-40B4-BE49-F238E27FC236}">
                <a16:creationId xmlns:a16="http://schemas.microsoft.com/office/drawing/2014/main" id="{68BFD915-B0C1-4CBA-93DB-EEAC86B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760" y="504403"/>
            <a:ext cx="613746" cy="101157"/>
          </a:xfrm>
          <a:custGeom xmlns:a="http://schemas.openxmlformats.org/drawingml/2006/main">
            <a:pathLst>
              <a:path w="613746" h="101157">
                <a:moveTo>
                  <a:pt x="75899" y="95916"/>
                </a:moveTo>
                <a:cubicBezTo>
                  <a:pt x="68785" y="99410"/>
                  <a:pt x="59503" y="101157"/>
                  <a:pt x="48053" y="101157"/>
                </a:cubicBezTo>
                <a:cubicBezTo>
                  <a:pt x="33319" y="101157"/>
                  <a:pt x="21627" y="96747"/>
                  <a:pt x="12976" y="87928"/>
                </a:cubicBezTo>
                <a:cubicBezTo>
                  <a:pt x="4325" y="79109"/>
                  <a:pt x="0" y="67354"/>
                  <a:pt x="0" y="52662"/>
                </a:cubicBezTo>
                <a:cubicBezTo>
                  <a:pt x="0" y="37213"/>
                  <a:pt x="4831" y="24574"/>
                  <a:pt x="14492" y="14744"/>
                </a:cubicBezTo>
                <a:cubicBezTo>
                  <a:pt x="24153" y="4915"/>
                  <a:pt x="36624" y="0"/>
                  <a:pt x="51904" y="0"/>
                </a:cubicBezTo>
                <a:cubicBezTo>
                  <a:pt x="61460" y="0"/>
                  <a:pt x="69458" y="1242"/>
                  <a:pt x="75899" y="3725"/>
                </a:cubicBezTo>
                <a:lnTo>
                  <a:pt x="75899" y="23868"/>
                </a:lnTo>
                <a:cubicBezTo>
                  <a:pt x="69290" y="19996"/>
                  <a:pt x="61797" y="18059"/>
                  <a:pt x="53420" y="18059"/>
                </a:cubicBezTo>
                <a:cubicBezTo>
                  <a:pt x="43864" y="18059"/>
                  <a:pt x="36224" y="21111"/>
                  <a:pt x="30499" y="27215"/>
                </a:cubicBezTo>
                <a:cubicBezTo>
                  <a:pt x="24774" y="33319"/>
                  <a:pt x="21911" y="41296"/>
                  <a:pt x="21911" y="51147"/>
                </a:cubicBezTo>
                <a:cubicBezTo>
                  <a:pt x="21911" y="60745"/>
                  <a:pt x="24626" y="68469"/>
                  <a:pt x="30057" y="74321"/>
                </a:cubicBezTo>
                <a:cubicBezTo>
                  <a:pt x="35487" y="80172"/>
                  <a:pt x="42833" y="83098"/>
                  <a:pt x="52094" y="83098"/>
                </a:cubicBezTo>
                <a:cubicBezTo>
                  <a:pt x="60808" y="83098"/>
                  <a:pt x="68743" y="80993"/>
                  <a:pt x="75899" y="76783"/>
                </a:cubicBezTo>
                <a:lnTo>
                  <a:pt x="75899" y="95916"/>
                </a:lnTo>
                <a:close/>
                <a:moveTo>
                  <a:pt x="86827" y="64849"/>
                </a:moveTo>
                <a:cubicBezTo>
                  <a:pt x="86827" y="53357"/>
                  <a:pt x="90268" y="44327"/>
                  <a:pt x="97151" y="37760"/>
                </a:cubicBezTo>
                <a:cubicBezTo>
                  <a:pt x="104033" y="31193"/>
                  <a:pt x="113284" y="27910"/>
                  <a:pt x="124902" y="27910"/>
                </a:cubicBezTo>
                <a:cubicBezTo>
                  <a:pt x="136142" y="27910"/>
                  <a:pt x="145066" y="31141"/>
                  <a:pt x="151675" y="37602"/>
                </a:cubicBezTo>
                <a:cubicBezTo>
                  <a:pt x="158285" y="44064"/>
                  <a:pt x="161589" y="52746"/>
                  <a:pt x="161589" y="63649"/>
                </a:cubicBezTo>
                <a:cubicBezTo>
                  <a:pt x="161589" y="75099"/>
                  <a:pt x="158200" y="84213"/>
                  <a:pt x="151423" y="90991"/>
                </a:cubicBezTo>
                <a:cubicBezTo>
                  <a:pt x="144645" y="97768"/>
                  <a:pt x="135469" y="101157"/>
                  <a:pt x="123892" y="101157"/>
                </a:cubicBezTo>
                <a:cubicBezTo>
                  <a:pt x="112526" y="101157"/>
                  <a:pt x="103507" y="97905"/>
                  <a:pt x="96835" y="91401"/>
                </a:cubicBezTo>
                <a:cubicBezTo>
                  <a:pt x="90163" y="84897"/>
                  <a:pt x="86827" y="76046"/>
                  <a:pt x="86827" y="64849"/>
                </a:cubicBezTo>
                <a:moveTo>
                  <a:pt x="107475" y="64596"/>
                </a:moveTo>
                <a:cubicBezTo>
                  <a:pt x="107475" y="78530"/>
                  <a:pt x="113158" y="85497"/>
                  <a:pt x="124524" y="85497"/>
                </a:cubicBezTo>
                <a:cubicBezTo>
                  <a:pt x="135426" y="85497"/>
                  <a:pt x="140878" y="78341"/>
                  <a:pt x="140878" y="64028"/>
                </a:cubicBezTo>
                <a:cubicBezTo>
                  <a:pt x="140878" y="50389"/>
                  <a:pt x="135384" y="43569"/>
                  <a:pt x="124397" y="43569"/>
                </a:cubicBezTo>
                <a:cubicBezTo>
                  <a:pt x="119051" y="43569"/>
                  <a:pt x="114894" y="45401"/>
                  <a:pt x="111926" y="49063"/>
                </a:cubicBezTo>
                <a:cubicBezTo>
                  <a:pt x="108959" y="52725"/>
                  <a:pt x="107475" y="57903"/>
                  <a:pt x="107475" y="64596"/>
                </a:cubicBezTo>
                <a:close/>
                <a:moveTo>
                  <a:pt x="242179" y="99452"/>
                </a:moveTo>
                <a:lnTo>
                  <a:pt x="221910" y="99452"/>
                </a:lnTo>
                <a:lnTo>
                  <a:pt x="221910" y="60492"/>
                </a:lnTo>
                <a:cubicBezTo>
                  <a:pt x="221910" y="49210"/>
                  <a:pt x="217847" y="43569"/>
                  <a:pt x="209723" y="43569"/>
                </a:cubicBezTo>
                <a:cubicBezTo>
                  <a:pt x="205850" y="43569"/>
                  <a:pt x="202630" y="45074"/>
                  <a:pt x="200062" y="48084"/>
                </a:cubicBezTo>
                <a:cubicBezTo>
                  <a:pt x="197494" y="51094"/>
                  <a:pt x="196210" y="54935"/>
                  <a:pt x="196210" y="59608"/>
                </a:cubicBezTo>
                <a:lnTo>
                  <a:pt x="196210" y="99452"/>
                </a:lnTo>
                <a:lnTo>
                  <a:pt x="175814" y="99452"/>
                </a:lnTo>
                <a:lnTo>
                  <a:pt x="175814" y="29615"/>
                </a:lnTo>
                <a:lnTo>
                  <a:pt x="196210" y="29615"/>
                </a:lnTo>
                <a:lnTo>
                  <a:pt x="196210" y="40728"/>
                </a:lnTo>
                <a:lnTo>
                  <a:pt x="196462" y="40728"/>
                </a:lnTo>
                <a:cubicBezTo>
                  <a:pt x="201556" y="32182"/>
                  <a:pt x="209049" y="27910"/>
                  <a:pt x="218942" y="27910"/>
                </a:cubicBezTo>
                <a:cubicBezTo>
                  <a:pt x="234433" y="27910"/>
                  <a:pt x="242179" y="37508"/>
                  <a:pt x="242179" y="56703"/>
                </a:cubicBezTo>
                <a:lnTo>
                  <a:pt x="242179" y="99452"/>
                </a:lnTo>
                <a:close/>
                <a:moveTo>
                  <a:pt x="300836" y="98631"/>
                </a:moveTo>
                <a:cubicBezTo>
                  <a:pt x="297763" y="100315"/>
                  <a:pt x="293112" y="101157"/>
                  <a:pt x="286881" y="101157"/>
                </a:cubicBezTo>
                <a:cubicBezTo>
                  <a:pt x="272064" y="101157"/>
                  <a:pt x="264655" y="93369"/>
                  <a:pt x="264655" y="77793"/>
                </a:cubicBezTo>
                <a:lnTo>
                  <a:pt x="264655" y="44832"/>
                </a:lnTo>
                <a:lnTo>
                  <a:pt x="253162" y="44832"/>
                </a:lnTo>
                <a:lnTo>
                  <a:pt x="253162" y="29615"/>
                </a:lnTo>
                <a:lnTo>
                  <a:pt x="264655" y="29615"/>
                </a:lnTo>
                <a:lnTo>
                  <a:pt x="264655" y="14271"/>
                </a:lnTo>
                <a:lnTo>
                  <a:pt x="284924" y="8461"/>
                </a:lnTo>
                <a:lnTo>
                  <a:pt x="284924" y="29615"/>
                </a:lnTo>
                <a:lnTo>
                  <a:pt x="300836" y="29615"/>
                </a:lnTo>
                <a:lnTo>
                  <a:pt x="300836" y="44832"/>
                </a:lnTo>
                <a:lnTo>
                  <a:pt x="284924" y="44832"/>
                </a:lnTo>
                <a:lnTo>
                  <a:pt x="284924" y="74257"/>
                </a:lnTo>
                <a:cubicBezTo>
                  <a:pt x="284924" y="81708"/>
                  <a:pt x="287871" y="85434"/>
                  <a:pt x="293764" y="85434"/>
                </a:cubicBezTo>
                <a:cubicBezTo>
                  <a:pt x="296037" y="85434"/>
                  <a:pt x="298395" y="84760"/>
                  <a:pt x="300836" y="83413"/>
                </a:cubicBezTo>
                <a:lnTo>
                  <a:pt x="300836" y="98631"/>
                </a:lnTo>
                <a:close/>
                <a:moveTo>
                  <a:pt x="357771" y="48116"/>
                </a:moveTo>
                <a:cubicBezTo>
                  <a:pt x="355287" y="46684"/>
                  <a:pt x="352277" y="45969"/>
                  <a:pt x="348741" y="45969"/>
                </a:cubicBezTo>
                <a:cubicBezTo>
                  <a:pt x="344111" y="45969"/>
                  <a:pt x="340438" y="47737"/>
                  <a:pt x="337723" y="51273"/>
                </a:cubicBezTo>
                <a:cubicBezTo>
                  <a:pt x="335008" y="54809"/>
                  <a:pt x="333650" y="59671"/>
                  <a:pt x="333650" y="65859"/>
                </a:cubicBezTo>
                <a:lnTo>
                  <a:pt x="333650" y="99452"/>
                </a:lnTo>
                <a:lnTo>
                  <a:pt x="313254" y="99452"/>
                </a:lnTo>
                <a:lnTo>
                  <a:pt x="313254" y="29615"/>
                </a:lnTo>
                <a:lnTo>
                  <a:pt x="333650" y="29615"/>
                </a:lnTo>
                <a:lnTo>
                  <a:pt x="333650" y="42749"/>
                </a:lnTo>
                <a:lnTo>
                  <a:pt x="333903" y="42749"/>
                </a:lnTo>
                <a:cubicBezTo>
                  <a:pt x="337270" y="33193"/>
                  <a:pt x="343395" y="28415"/>
                  <a:pt x="352277" y="28415"/>
                </a:cubicBezTo>
                <a:cubicBezTo>
                  <a:pt x="354677" y="28415"/>
                  <a:pt x="356508" y="28688"/>
                  <a:pt x="357771" y="29236"/>
                </a:cubicBezTo>
                <a:lnTo>
                  <a:pt x="357771" y="48116"/>
                </a:lnTo>
                <a:close/>
                <a:moveTo>
                  <a:pt x="369519" y="33845"/>
                </a:moveTo>
                <a:cubicBezTo>
                  <a:pt x="372676" y="32077"/>
                  <a:pt x="376896" y="30646"/>
                  <a:pt x="382179" y="29551"/>
                </a:cubicBezTo>
                <a:cubicBezTo>
                  <a:pt x="387462" y="28457"/>
                  <a:pt x="391977" y="27910"/>
                  <a:pt x="395723" y="27910"/>
                </a:cubicBezTo>
                <a:cubicBezTo>
                  <a:pt x="415256" y="27910"/>
                  <a:pt x="425022" y="37697"/>
                  <a:pt x="425022" y="57272"/>
                </a:cubicBezTo>
                <a:lnTo>
                  <a:pt x="425022" y="99452"/>
                </a:lnTo>
                <a:lnTo>
                  <a:pt x="405637" y="99452"/>
                </a:lnTo>
                <a:lnTo>
                  <a:pt x="405637" y="89286"/>
                </a:lnTo>
                <a:lnTo>
                  <a:pt x="405385" y="89286"/>
                </a:lnTo>
                <a:cubicBezTo>
                  <a:pt x="400628" y="97200"/>
                  <a:pt x="393661" y="101157"/>
                  <a:pt x="384484" y="101157"/>
                </a:cubicBezTo>
                <a:cubicBezTo>
                  <a:pt x="377875" y="101157"/>
                  <a:pt x="372581" y="99273"/>
                  <a:pt x="368603" y="95505"/>
                </a:cubicBezTo>
                <a:cubicBezTo>
                  <a:pt x="364625" y="91738"/>
                  <a:pt x="362636" y="86613"/>
                  <a:pt x="362636" y="80130"/>
                </a:cubicBezTo>
                <a:cubicBezTo>
                  <a:pt x="362636" y="66743"/>
                  <a:pt x="370613" y="58955"/>
                  <a:pt x="386568" y="56766"/>
                </a:cubicBezTo>
                <a:lnTo>
                  <a:pt x="405763" y="54178"/>
                </a:lnTo>
                <a:cubicBezTo>
                  <a:pt x="405763" y="46053"/>
                  <a:pt x="401533" y="41991"/>
                  <a:pt x="393071" y="41991"/>
                </a:cubicBezTo>
                <a:cubicBezTo>
                  <a:pt x="384736" y="41991"/>
                  <a:pt x="376886" y="44517"/>
                  <a:pt x="369519" y="49568"/>
                </a:cubicBezTo>
                <a:lnTo>
                  <a:pt x="369519" y="33845"/>
                </a:lnTo>
                <a:moveTo>
                  <a:pt x="392566" y="67817"/>
                </a:moveTo>
                <a:cubicBezTo>
                  <a:pt x="385199" y="68785"/>
                  <a:pt x="381516" y="72110"/>
                  <a:pt x="381516" y="77793"/>
                </a:cubicBezTo>
                <a:cubicBezTo>
                  <a:pt x="381516" y="80403"/>
                  <a:pt x="382411" y="82508"/>
                  <a:pt x="384200" y="84108"/>
                </a:cubicBezTo>
                <a:cubicBezTo>
                  <a:pt x="385989" y="85708"/>
                  <a:pt x="388399" y="86507"/>
                  <a:pt x="391430" y="86507"/>
                </a:cubicBezTo>
                <a:cubicBezTo>
                  <a:pt x="395597" y="86507"/>
                  <a:pt x="399028" y="85034"/>
                  <a:pt x="401722" y="82087"/>
                </a:cubicBezTo>
                <a:cubicBezTo>
                  <a:pt x="404416" y="79141"/>
                  <a:pt x="405763" y="75478"/>
                  <a:pt x="405763" y="71100"/>
                </a:cubicBezTo>
                <a:lnTo>
                  <a:pt x="405763" y="66112"/>
                </a:lnTo>
                <a:lnTo>
                  <a:pt x="392566" y="67817"/>
                </a:lnTo>
                <a:close/>
                <a:moveTo>
                  <a:pt x="494894" y="96863"/>
                </a:moveTo>
                <a:cubicBezTo>
                  <a:pt x="490011" y="99725"/>
                  <a:pt x="483065" y="101157"/>
                  <a:pt x="474057" y="101157"/>
                </a:cubicBezTo>
                <a:cubicBezTo>
                  <a:pt x="463406" y="101157"/>
                  <a:pt x="454798" y="97915"/>
                  <a:pt x="448231" y="91433"/>
                </a:cubicBezTo>
                <a:cubicBezTo>
                  <a:pt x="441664" y="84950"/>
                  <a:pt x="438380" y="76552"/>
                  <a:pt x="438380" y="66238"/>
                </a:cubicBezTo>
                <a:cubicBezTo>
                  <a:pt x="438380" y="54367"/>
                  <a:pt x="441916" y="45011"/>
                  <a:pt x="448988" y="38171"/>
                </a:cubicBezTo>
                <a:cubicBezTo>
                  <a:pt x="456061" y="31330"/>
                  <a:pt x="465490" y="27910"/>
                  <a:pt x="477277" y="27910"/>
                </a:cubicBezTo>
                <a:cubicBezTo>
                  <a:pt x="485233" y="27910"/>
                  <a:pt x="491127" y="29004"/>
                  <a:pt x="494957" y="31193"/>
                </a:cubicBezTo>
                <a:lnTo>
                  <a:pt x="494957" y="48684"/>
                </a:lnTo>
                <a:cubicBezTo>
                  <a:pt x="490285" y="45274"/>
                  <a:pt x="485191" y="43569"/>
                  <a:pt x="479676" y="43569"/>
                </a:cubicBezTo>
                <a:cubicBezTo>
                  <a:pt x="473446" y="43569"/>
                  <a:pt x="468447" y="45464"/>
                  <a:pt x="464680" y="49252"/>
                </a:cubicBezTo>
                <a:cubicBezTo>
                  <a:pt x="460912" y="53041"/>
                  <a:pt x="459028" y="58240"/>
                  <a:pt x="459028" y="64849"/>
                </a:cubicBezTo>
                <a:cubicBezTo>
                  <a:pt x="459028" y="71248"/>
                  <a:pt x="460817" y="76289"/>
                  <a:pt x="464396" y="79972"/>
                </a:cubicBezTo>
                <a:cubicBezTo>
                  <a:pt x="467974" y="83655"/>
                  <a:pt x="472836" y="85497"/>
                  <a:pt x="478982" y="85497"/>
                </a:cubicBezTo>
                <a:cubicBezTo>
                  <a:pt x="484412" y="85497"/>
                  <a:pt x="489716" y="83771"/>
                  <a:pt x="494894" y="80319"/>
                </a:cubicBezTo>
                <a:lnTo>
                  <a:pt x="494894" y="96863"/>
                </a:lnTo>
                <a:close/>
                <a:moveTo>
                  <a:pt x="550370" y="98631"/>
                </a:moveTo>
                <a:cubicBezTo>
                  <a:pt x="547297" y="100315"/>
                  <a:pt x="542645" y="101157"/>
                  <a:pt x="536415" y="101157"/>
                </a:cubicBezTo>
                <a:cubicBezTo>
                  <a:pt x="521597" y="101157"/>
                  <a:pt x="514188" y="93369"/>
                  <a:pt x="514188" y="77793"/>
                </a:cubicBezTo>
                <a:lnTo>
                  <a:pt x="514188" y="44832"/>
                </a:lnTo>
                <a:lnTo>
                  <a:pt x="502696" y="44832"/>
                </a:lnTo>
                <a:lnTo>
                  <a:pt x="502696" y="29615"/>
                </a:lnTo>
                <a:lnTo>
                  <a:pt x="514188" y="29615"/>
                </a:lnTo>
                <a:lnTo>
                  <a:pt x="514188" y="14271"/>
                </a:lnTo>
                <a:lnTo>
                  <a:pt x="534458" y="8461"/>
                </a:lnTo>
                <a:lnTo>
                  <a:pt x="534458" y="29615"/>
                </a:lnTo>
                <a:lnTo>
                  <a:pt x="550370" y="29615"/>
                </a:lnTo>
                <a:lnTo>
                  <a:pt x="550370" y="44832"/>
                </a:lnTo>
                <a:lnTo>
                  <a:pt x="534458" y="44832"/>
                </a:lnTo>
                <a:lnTo>
                  <a:pt x="534458" y="74257"/>
                </a:lnTo>
                <a:cubicBezTo>
                  <a:pt x="534458" y="81708"/>
                  <a:pt x="537404" y="85434"/>
                  <a:pt x="543298" y="85434"/>
                </a:cubicBezTo>
                <a:cubicBezTo>
                  <a:pt x="545571" y="85434"/>
                  <a:pt x="547928" y="84760"/>
                  <a:pt x="550370" y="83413"/>
                </a:cubicBezTo>
                <a:lnTo>
                  <a:pt x="550370" y="98631"/>
                </a:lnTo>
                <a:close/>
                <a:moveTo>
                  <a:pt x="560957" y="80698"/>
                </a:moveTo>
                <a:cubicBezTo>
                  <a:pt x="567945" y="84950"/>
                  <a:pt x="574786" y="87076"/>
                  <a:pt x="581479" y="87076"/>
                </a:cubicBezTo>
                <a:cubicBezTo>
                  <a:pt x="589898" y="87076"/>
                  <a:pt x="594108" y="84823"/>
                  <a:pt x="594108" y="80319"/>
                </a:cubicBezTo>
                <a:cubicBezTo>
                  <a:pt x="594108" y="77120"/>
                  <a:pt x="590635" y="74447"/>
                  <a:pt x="583689" y="72300"/>
                </a:cubicBezTo>
                <a:cubicBezTo>
                  <a:pt x="575017" y="69606"/>
                  <a:pt x="569061" y="66606"/>
                  <a:pt x="565819" y="63302"/>
                </a:cubicBezTo>
                <a:cubicBezTo>
                  <a:pt x="562578" y="59997"/>
                  <a:pt x="560957" y="55525"/>
                  <a:pt x="560957" y="49884"/>
                </a:cubicBezTo>
                <a:cubicBezTo>
                  <a:pt x="560957" y="43022"/>
                  <a:pt x="563736" y="37644"/>
                  <a:pt x="569292" y="33750"/>
                </a:cubicBezTo>
                <a:cubicBezTo>
                  <a:pt x="574849" y="29857"/>
                  <a:pt x="582132" y="27910"/>
                  <a:pt x="591140" y="27910"/>
                </a:cubicBezTo>
                <a:cubicBezTo>
                  <a:pt x="597539" y="27910"/>
                  <a:pt x="603706" y="28857"/>
                  <a:pt x="609641" y="30751"/>
                </a:cubicBezTo>
                <a:lnTo>
                  <a:pt x="609641" y="46790"/>
                </a:lnTo>
                <a:cubicBezTo>
                  <a:pt x="604211" y="43590"/>
                  <a:pt x="598233" y="41991"/>
                  <a:pt x="591708" y="41991"/>
                </a:cubicBezTo>
                <a:cubicBezTo>
                  <a:pt x="588467" y="41991"/>
                  <a:pt x="585857" y="42570"/>
                  <a:pt x="583879" y="43727"/>
                </a:cubicBezTo>
                <a:cubicBezTo>
                  <a:pt x="581900" y="44885"/>
                  <a:pt x="580911" y="46411"/>
                  <a:pt x="580911" y="48305"/>
                </a:cubicBezTo>
                <a:cubicBezTo>
                  <a:pt x="580911" y="51504"/>
                  <a:pt x="583858" y="54093"/>
                  <a:pt x="589751" y="56072"/>
                </a:cubicBezTo>
                <a:cubicBezTo>
                  <a:pt x="596065" y="58177"/>
                  <a:pt x="600812" y="60092"/>
                  <a:pt x="603990" y="61818"/>
                </a:cubicBezTo>
                <a:cubicBezTo>
                  <a:pt x="607168" y="63544"/>
                  <a:pt x="609589" y="65817"/>
                  <a:pt x="611252" y="68638"/>
                </a:cubicBezTo>
                <a:cubicBezTo>
                  <a:pt x="612914" y="71458"/>
                  <a:pt x="613746" y="74720"/>
                  <a:pt x="613746" y="78425"/>
                </a:cubicBezTo>
                <a:cubicBezTo>
                  <a:pt x="613746" y="85623"/>
                  <a:pt x="610862" y="91212"/>
                  <a:pt x="605095" y="95190"/>
                </a:cubicBezTo>
                <a:cubicBezTo>
                  <a:pt x="599328" y="99168"/>
                  <a:pt x="591624" y="101157"/>
                  <a:pt x="581984" y="101157"/>
                </a:cubicBezTo>
                <a:cubicBezTo>
                  <a:pt x="574407" y="101157"/>
                  <a:pt x="567398" y="99957"/>
                  <a:pt x="560957" y="97558"/>
                </a:cubicBezTo>
                <a:lnTo>
                  <a:pt x="560957" y="80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478b6b46b4a3a"/>
          <a:stretch xmlns:a="http://schemas.openxmlformats.org/drawingml/2006/main"/>
        </p:blipFill>
        <p:spPr>
          <a:xfrm xmlns:a="http://schemas.openxmlformats.org/drawingml/2006/main">
            <a:off x="4333605" y="480363"/>
            <a:ext cx="161445" cy="161445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83b755789491e"/>
          <a:stretch xmlns:a="http://schemas.openxmlformats.org/drawingml/2006/main"/>
        </p:blipFill>
        <p:spPr>
          <a:xfrm xmlns:a="http://schemas.openxmlformats.org/drawingml/2006/main">
            <a:off x="4372583" y="543722"/>
            <a:ext cx="1419923" cy="735179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E047C-37B3-480A-ADB2-2287870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79" y="567874"/>
            <a:ext cx="1338294" cy="652108"/>
          </a:xfrm>
          <a:custGeom xmlns:a="http://schemas.openxmlformats.org/drawingml/2006/main">
            <a:pathLst>
              <a:path w="1338294" h="652108">
                <a:moveTo>
                  <a:pt x="0" y="0"/>
                </a:moveTo>
                <a:lnTo>
                  <a:pt x="1338294" y="0"/>
                </a:lnTo>
                <a:lnTo>
                  <a:pt x="1338294" y="652108"/>
                </a:lnTo>
                <a:lnTo>
                  <a:pt x="0" y="6521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6C22B-03B3-4EC4-A695-922C740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80" y="567874"/>
            <a:ext cx="1338294" cy="652108"/>
          </a:xfrm>
          <a:custGeom xmlns:a="http://schemas.openxmlformats.org/drawingml/2006/main">
            <a:pathLst>
              <a:path w="1338294" h="652108" fill="none">
                <a:moveTo>
                  <a:pt x="0" y="0"/>
                </a:moveTo>
                <a:lnTo>
                  <a:pt x="1338294" y="0"/>
                </a:lnTo>
                <a:lnTo>
                  <a:pt x="1338294" y="652108"/>
                </a:lnTo>
                <a:lnTo>
                  <a:pt x="0" y="6521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FD233-499D-4325-842F-95AB062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35" y="749888"/>
            <a:ext cx="1329759" cy="470095"/>
          </a:xfrm>
          <a:custGeom xmlns:a="http://schemas.openxmlformats.org/drawingml/2006/main">
            <a:pathLst>
              <a:path w="1329759" h="470095">
                <a:moveTo>
                  <a:pt x="0" y="0"/>
                </a:moveTo>
                <a:lnTo>
                  <a:pt x="1329759" y="0"/>
                </a:lnTo>
                <a:lnTo>
                  <a:pt x="1329759" y="470095"/>
                </a:lnTo>
                <a:lnTo>
                  <a:pt x="0" y="4700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assert">
            <a:extLst xmlns:a="http://schemas.openxmlformats.org/drawingml/2006/main">
              <a:ext uri="{FF2B5EF4-FFF2-40B4-BE49-F238E27FC236}">
                <a16:creationId xmlns:a16="http://schemas.microsoft.com/office/drawing/2014/main" id="{96B21D02-A93B-4F09-91D1-6FF33DB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19" y="803567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8" y="66927"/>
                  <a:pt x="80703" y="68788"/>
                  <a:pt x="86560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6" y="53501"/>
                  <a:pt x="75694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1" y="17017"/>
                  <a:pt x="95013" y="17017"/>
                </a:cubicBezTo>
                <a:cubicBezTo>
                  <a:pt x="100612" y="17017"/>
                  <a:pt x="106008" y="17846"/>
                  <a:pt x="111202" y="19504"/>
                </a:cubicBezTo>
                <a:lnTo>
                  <a:pt x="111202" y="33537"/>
                </a:lnTo>
                <a:cubicBezTo>
                  <a:pt x="106450" y="30738"/>
                  <a:pt x="101220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8" y="41659"/>
                </a:cubicBezTo>
                <a:cubicBezTo>
                  <a:pt x="99323" y="43501"/>
                  <a:pt x="103476" y="45177"/>
                  <a:pt x="106257" y="46687"/>
                </a:cubicBezTo>
                <a:cubicBezTo>
                  <a:pt x="109038" y="48197"/>
                  <a:pt x="111156" y="50186"/>
                  <a:pt x="112611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4" y="75887"/>
                </a:cubicBezTo>
                <a:cubicBezTo>
                  <a:pt x="102177" y="79368"/>
                  <a:pt x="95437" y="81109"/>
                  <a:pt x="87002" y="81109"/>
                </a:cubicBezTo>
                <a:cubicBezTo>
                  <a:pt x="80372" y="81109"/>
                  <a:pt x="74239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4" y="66817"/>
                  <a:pt x="153214" y="62876"/>
                </a:cubicBezTo>
                <a:cubicBezTo>
                  <a:pt x="153214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6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5" y="39928"/>
                  <a:pt x="149401" y="41659"/>
                </a:cubicBezTo>
                <a:cubicBezTo>
                  <a:pt x="154926" y="43501"/>
                  <a:pt x="159080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7" y="57977"/>
                  <a:pt x="170397" y="61218"/>
                </a:cubicBezTo>
                <a:cubicBezTo>
                  <a:pt x="170397" y="67517"/>
                  <a:pt x="167874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40" y="34698"/>
                </a:moveTo>
                <a:cubicBezTo>
                  <a:pt x="283867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8" y="37460"/>
                </a:cubicBezTo>
                <a:cubicBezTo>
                  <a:pt x="266122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8" y="79617"/>
                </a:lnTo>
                <a:lnTo>
                  <a:pt x="247088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2" y="21640"/>
                  <a:pt x="273461" y="17459"/>
                  <a:pt x="281233" y="17459"/>
                </a:cubicBezTo>
                <a:cubicBezTo>
                  <a:pt x="283332" y="17459"/>
                  <a:pt x="284935" y="17699"/>
                  <a:pt x="286040" y="18178"/>
                </a:cubicBezTo>
                <a:lnTo>
                  <a:pt x="286040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1&lt;=n&lt;=20">
            <a:extLst xmlns:a="http://schemas.openxmlformats.org/drawingml/2006/main">
              <a:ext uri="{FF2B5EF4-FFF2-40B4-BE49-F238E27FC236}">
                <a16:creationId xmlns:a16="http://schemas.microsoft.com/office/drawing/2014/main" id="{9B6FFCBA-9165-46C8-95DA-2F15100D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429" y="795722"/>
            <a:ext cx="721636" cy="88899"/>
          </a:xfrm>
          <a:custGeom xmlns:a="http://schemas.openxmlformats.org/drawingml/2006/main">
            <a:pathLst>
              <a:path w="721636" h="88899">
                <a:moveTo>
                  <a:pt x="19780" y="87462"/>
                </a:moveTo>
                <a:lnTo>
                  <a:pt x="19780" y="14255"/>
                </a:lnTo>
                <a:cubicBezTo>
                  <a:pt x="18086" y="15949"/>
                  <a:pt x="15222" y="17846"/>
                  <a:pt x="11188" y="19946"/>
                </a:cubicBezTo>
                <a:cubicBezTo>
                  <a:pt x="7155" y="22045"/>
                  <a:pt x="3426" y="23519"/>
                  <a:pt x="0" y="24366"/>
                </a:cubicBezTo>
                <a:lnTo>
                  <a:pt x="0" y="13758"/>
                </a:lnTo>
                <a:cubicBezTo>
                  <a:pt x="4531" y="12505"/>
                  <a:pt x="9374" y="10507"/>
                  <a:pt x="14531" y="7763"/>
                </a:cubicBezTo>
                <a:cubicBezTo>
                  <a:pt x="19688" y="5019"/>
                  <a:pt x="23647" y="2431"/>
                  <a:pt x="26410" y="0"/>
                </a:cubicBezTo>
                <a:lnTo>
                  <a:pt x="30499" y="0"/>
                </a:lnTo>
                <a:lnTo>
                  <a:pt x="30499" y="87462"/>
                </a:lnTo>
                <a:lnTo>
                  <a:pt x="19780" y="87462"/>
                </a:lnTo>
                <a:close/>
                <a:moveTo>
                  <a:pt x="156266" y="80335"/>
                </a:moveTo>
                <a:lnTo>
                  <a:pt x="104441" y="54588"/>
                </a:lnTo>
                <a:lnTo>
                  <a:pt x="104441" y="50389"/>
                </a:lnTo>
                <a:lnTo>
                  <a:pt x="156266" y="21824"/>
                </a:lnTo>
                <a:lnTo>
                  <a:pt x="156266" y="31383"/>
                </a:lnTo>
                <a:lnTo>
                  <a:pt x="117756" y="52102"/>
                </a:lnTo>
                <a:lnTo>
                  <a:pt x="117756" y="52378"/>
                </a:lnTo>
                <a:lnTo>
                  <a:pt x="156266" y="70832"/>
                </a:lnTo>
                <a:lnTo>
                  <a:pt x="156266" y="80335"/>
                </a:lnTo>
                <a:close/>
                <a:moveTo>
                  <a:pt x="242390" y="43317"/>
                </a:moveTo>
                <a:lnTo>
                  <a:pt x="186089" y="43317"/>
                </a:lnTo>
                <a:lnTo>
                  <a:pt x="186089" y="34974"/>
                </a:lnTo>
                <a:lnTo>
                  <a:pt x="242390" y="34974"/>
                </a:lnTo>
                <a:lnTo>
                  <a:pt x="242390" y="43317"/>
                </a:lnTo>
                <a:moveTo>
                  <a:pt x="242390" y="68843"/>
                </a:moveTo>
                <a:lnTo>
                  <a:pt x="186089" y="68843"/>
                </a:lnTo>
                <a:lnTo>
                  <a:pt x="186089" y="60500"/>
                </a:lnTo>
                <a:lnTo>
                  <a:pt x="242390" y="60500"/>
                </a:lnTo>
                <a:lnTo>
                  <a:pt x="242390" y="68843"/>
                </a:lnTo>
                <a:close/>
                <a:moveTo>
                  <a:pt x="350686" y="87462"/>
                </a:moveTo>
                <a:lnTo>
                  <a:pt x="339912" y="87462"/>
                </a:lnTo>
                <a:lnTo>
                  <a:pt x="339912" y="52709"/>
                </a:lnTo>
                <a:cubicBezTo>
                  <a:pt x="339912" y="40149"/>
                  <a:pt x="335326" y="33869"/>
                  <a:pt x="326155" y="33869"/>
                </a:cubicBezTo>
                <a:cubicBezTo>
                  <a:pt x="321403" y="33869"/>
                  <a:pt x="317499" y="35637"/>
                  <a:pt x="314442" y="39173"/>
                </a:cubicBezTo>
                <a:cubicBezTo>
                  <a:pt x="311384" y="42709"/>
                  <a:pt x="309856" y="47184"/>
                  <a:pt x="309856" y="52599"/>
                </a:cubicBezTo>
                <a:lnTo>
                  <a:pt x="309856" y="87462"/>
                </a:lnTo>
                <a:lnTo>
                  <a:pt x="299026" y="87462"/>
                </a:lnTo>
                <a:lnTo>
                  <a:pt x="299026" y="26355"/>
                </a:lnTo>
                <a:lnTo>
                  <a:pt x="309856" y="26355"/>
                </a:lnTo>
                <a:lnTo>
                  <a:pt x="309856" y="36466"/>
                </a:lnTo>
                <a:lnTo>
                  <a:pt x="310077" y="36466"/>
                </a:lnTo>
                <a:cubicBezTo>
                  <a:pt x="314681" y="28767"/>
                  <a:pt x="321366" y="24918"/>
                  <a:pt x="330133" y="24918"/>
                </a:cubicBezTo>
                <a:cubicBezTo>
                  <a:pt x="336837" y="24918"/>
                  <a:pt x="341938" y="27064"/>
                  <a:pt x="345437" y="31355"/>
                </a:cubicBezTo>
                <a:cubicBezTo>
                  <a:pt x="348937" y="35646"/>
                  <a:pt x="350686" y="41899"/>
                  <a:pt x="350686" y="50113"/>
                </a:cubicBezTo>
                <a:lnTo>
                  <a:pt x="350686" y="87462"/>
                </a:lnTo>
                <a:close/>
                <a:moveTo>
                  <a:pt x="460368" y="80335"/>
                </a:moveTo>
                <a:lnTo>
                  <a:pt x="408543" y="54588"/>
                </a:lnTo>
                <a:lnTo>
                  <a:pt x="408543" y="50389"/>
                </a:lnTo>
                <a:lnTo>
                  <a:pt x="460368" y="21824"/>
                </a:lnTo>
                <a:lnTo>
                  <a:pt x="460368" y="31383"/>
                </a:lnTo>
                <a:lnTo>
                  <a:pt x="421858" y="52102"/>
                </a:lnTo>
                <a:lnTo>
                  <a:pt x="421858" y="52378"/>
                </a:lnTo>
                <a:lnTo>
                  <a:pt x="460368" y="70832"/>
                </a:lnTo>
                <a:lnTo>
                  <a:pt x="460368" y="80335"/>
                </a:lnTo>
                <a:close/>
                <a:moveTo>
                  <a:pt x="546492" y="43317"/>
                </a:moveTo>
                <a:lnTo>
                  <a:pt x="490191" y="43317"/>
                </a:lnTo>
                <a:lnTo>
                  <a:pt x="490191" y="34974"/>
                </a:lnTo>
                <a:lnTo>
                  <a:pt x="546492" y="34974"/>
                </a:lnTo>
                <a:lnTo>
                  <a:pt x="546492" y="43317"/>
                </a:lnTo>
                <a:moveTo>
                  <a:pt x="546492" y="68843"/>
                </a:moveTo>
                <a:lnTo>
                  <a:pt x="490191" y="68843"/>
                </a:lnTo>
                <a:lnTo>
                  <a:pt x="490191" y="60500"/>
                </a:lnTo>
                <a:lnTo>
                  <a:pt x="546492" y="60500"/>
                </a:lnTo>
                <a:lnTo>
                  <a:pt x="546492" y="68843"/>
                </a:lnTo>
                <a:close/>
                <a:moveTo>
                  <a:pt x="640589" y="24310"/>
                </a:moveTo>
                <a:cubicBezTo>
                  <a:pt x="640589" y="19706"/>
                  <a:pt x="639134" y="16087"/>
                  <a:pt x="636224" y="13454"/>
                </a:cubicBezTo>
                <a:cubicBezTo>
                  <a:pt x="633314" y="10820"/>
                  <a:pt x="629355" y="9503"/>
                  <a:pt x="624345" y="9503"/>
                </a:cubicBezTo>
                <a:cubicBezTo>
                  <a:pt x="620809" y="9503"/>
                  <a:pt x="617236" y="10406"/>
                  <a:pt x="613626" y="12210"/>
                </a:cubicBezTo>
                <a:cubicBezTo>
                  <a:pt x="610017" y="14015"/>
                  <a:pt x="606646" y="16594"/>
                  <a:pt x="603516" y="19946"/>
                </a:cubicBezTo>
                <a:lnTo>
                  <a:pt x="603516" y="9448"/>
                </a:lnTo>
                <a:cubicBezTo>
                  <a:pt x="606315" y="6538"/>
                  <a:pt x="609492" y="4310"/>
                  <a:pt x="613046" y="2763"/>
                </a:cubicBezTo>
                <a:cubicBezTo>
                  <a:pt x="616601" y="1216"/>
                  <a:pt x="620772" y="442"/>
                  <a:pt x="625561" y="442"/>
                </a:cubicBezTo>
                <a:cubicBezTo>
                  <a:pt x="633296" y="442"/>
                  <a:pt x="639521" y="2514"/>
                  <a:pt x="644236" y="6658"/>
                </a:cubicBezTo>
                <a:cubicBezTo>
                  <a:pt x="648950" y="10802"/>
                  <a:pt x="651308" y="16410"/>
                  <a:pt x="651308" y="23482"/>
                </a:cubicBezTo>
                <a:cubicBezTo>
                  <a:pt x="651308" y="29780"/>
                  <a:pt x="649862" y="35232"/>
                  <a:pt x="646970" y="39836"/>
                </a:cubicBezTo>
                <a:cubicBezTo>
                  <a:pt x="644079" y="44440"/>
                  <a:pt x="639134" y="49155"/>
                  <a:pt x="632136" y="53980"/>
                </a:cubicBezTo>
                <a:cubicBezTo>
                  <a:pt x="624990" y="58916"/>
                  <a:pt x="620211" y="62452"/>
                  <a:pt x="617798" y="64588"/>
                </a:cubicBezTo>
                <a:cubicBezTo>
                  <a:pt x="615385" y="66725"/>
                  <a:pt x="613700" y="68769"/>
                  <a:pt x="612742" y="70721"/>
                </a:cubicBezTo>
                <a:cubicBezTo>
                  <a:pt x="611785" y="72674"/>
                  <a:pt x="611306" y="75049"/>
                  <a:pt x="611306" y="77849"/>
                </a:cubicBezTo>
                <a:lnTo>
                  <a:pt x="653849" y="77849"/>
                </a:lnTo>
                <a:lnTo>
                  <a:pt x="653849" y="87462"/>
                </a:lnTo>
                <a:lnTo>
                  <a:pt x="600035" y="87462"/>
                </a:lnTo>
                <a:lnTo>
                  <a:pt x="600035" y="83208"/>
                </a:lnTo>
                <a:cubicBezTo>
                  <a:pt x="600035" y="78272"/>
                  <a:pt x="600707" y="74082"/>
                  <a:pt x="602051" y="70638"/>
                </a:cubicBezTo>
                <a:cubicBezTo>
                  <a:pt x="603396" y="67194"/>
                  <a:pt x="605615" y="63843"/>
                  <a:pt x="608709" y="60583"/>
                </a:cubicBezTo>
                <a:cubicBezTo>
                  <a:pt x="611803" y="57323"/>
                  <a:pt x="616628" y="53409"/>
                  <a:pt x="623185" y="48842"/>
                </a:cubicBezTo>
                <a:cubicBezTo>
                  <a:pt x="629889" y="44127"/>
                  <a:pt x="634465" y="39993"/>
                  <a:pt x="636915" y="36438"/>
                </a:cubicBezTo>
                <a:cubicBezTo>
                  <a:pt x="639364" y="32884"/>
                  <a:pt x="640589" y="28841"/>
                  <a:pt x="640589" y="24310"/>
                </a:cubicBezTo>
                <a:close/>
                <a:moveTo>
                  <a:pt x="665169" y="46356"/>
                </a:moveTo>
                <a:cubicBezTo>
                  <a:pt x="665169" y="31254"/>
                  <a:pt x="667674" y="19826"/>
                  <a:pt x="672684" y="12072"/>
                </a:cubicBezTo>
                <a:cubicBezTo>
                  <a:pt x="677693" y="4319"/>
                  <a:pt x="684949" y="442"/>
                  <a:pt x="694453" y="442"/>
                </a:cubicBezTo>
                <a:cubicBezTo>
                  <a:pt x="712575" y="442"/>
                  <a:pt x="721636" y="15065"/>
                  <a:pt x="721636" y="44311"/>
                </a:cubicBezTo>
                <a:cubicBezTo>
                  <a:pt x="721636" y="58750"/>
                  <a:pt x="719085" y="69791"/>
                  <a:pt x="713984" y="77434"/>
                </a:cubicBezTo>
                <a:cubicBezTo>
                  <a:pt x="708882" y="85077"/>
                  <a:pt x="701727" y="88899"/>
                  <a:pt x="692519" y="88899"/>
                </a:cubicBezTo>
                <a:cubicBezTo>
                  <a:pt x="683826" y="88899"/>
                  <a:pt x="677094" y="85271"/>
                  <a:pt x="672324" y="78014"/>
                </a:cubicBezTo>
                <a:cubicBezTo>
                  <a:pt x="667554" y="70758"/>
                  <a:pt x="665169" y="60205"/>
                  <a:pt x="665169" y="46356"/>
                </a:cubicBezTo>
                <a:moveTo>
                  <a:pt x="676220" y="45858"/>
                </a:moveTo>
                <a:cubicBezTo>
                  <a:pt x="676220" y="68585"/>
                  <a:pt x="681984" y="79948"/>
                  <a:pt x="693513" y="79948"/>
                </a:cubicBezTo>
                <a:cubicBezTo>
                  <a:pt x="704858" y="79948"/>
                  <a:pt x="710531" y="68401"/>
                  <a:pt x="710531" y="45306"/>
                </a:cubicBezTo>
                <a:cubicBezTo>
                  <a:pt x="710531" y="21401"/>
                  <a:pt x="704969" y="9448"/>
                  <a:pt x="693845" y="9448"/>
                </a:cubicBezTo>
                <a:cubicBezTo>
                  <a:pt x="682095" y="9448"/>
                  <a:pt x="676220" y="21585"/>
                  <a:pt x="676220" y="45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assert">
            <a:extLst xmlns:a="http://schemas.openxmlformats.org/drawingml/2006/main">
              <a:ext uri="{FF2B5EF4-FFF2-40B4-BE49-F238E27FC236}">
                <a16:creationId xmlns:a16="http://schemas.microsoft.com/office/drawing/2014/main" id="{20BD1A27-8555-4BF2-B754-077C0A2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19" y="941292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8" y="66927"/>
                  <a:pt x="80703" y="68788"/>
                  <a:pt x="86560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6" y="53501"/>
                  <a:pt x="75694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1" y="17017"/>
                  <a:pt x="95013" y="17017"/>
                </a:cubicBezTo>
                <a:cubicBezTo>
                  <a:pt x="100612" y="17017"/>
                  <a:pt x="106008" y="17846"/>
                  <a:pt x="111202" y="19504"/>
                </a:cubicBezTo>
                <a:lnTo>
                  <a:pt x="111202" y="33537"/>
                </a:lnTo>
                <a:cubicBezTo>
                  <a:pt x="106450" y="30738"/>
                  <a:pt x="101220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8" y="41659"/>
                </a:cubicBezTo>
                <a:cubicBezTo>
                  <a:pt x="99323" y="43501"/>
                  <a:pt x="103476" y="45177"/>
                  <a:pt x="106257" y="46687"/>
                </a:cubicBezTo>
                <a:cubicBezTo>
                  <a:pt x="109038" y="48197"/>
                  <a:pt x="111156" y="50186"/>
                  <a:pt x="112611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4" y="75887"/>
                </a:cubicBezTo>
                <a:cubicBezTo>
                  <a:pt x="102177" y="79368"/>
                  <a:pt x="95437" y="81109"/>
                  <a:pt x="87002" y="81109"/>
                </a:cubicBezTo>
                <a:cubicBezTo>
                  <a:pt x="80372" y="81109"/>
                  <a:pt x="74239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4" y="66817"/>
                  <a:pt x="153214" y="62876"/>
                </a:cubicBezTo>
                <a:cubicBezTo>
                  <a:pt x="153214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6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5" y="39928"/>
                  <a:pt x="149401" y="41659"/>
                </a:cubicBezTo>
                <a:cubicBezTo>
                  <a:pt x="154926" y="43501"/>
                  <a:pt x="159080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7" y="57977"/>
                  <a:pt x="170397" y="61218"/>
                </a:cubicBezTo>
                <a:cubicBezTo>
                  <a:pt x="170397" y="67517"/>
                  <a:pt x="167874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40" y="34698"/>
                </a:moveTo>
                <a:cubicBezTo>
                  <a:pt x="283867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8" y="37460"/>
                </a:cubicBezTo>
                <a:cubicBezTo>
                  <a:pt x="266122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8" y="79617"/>
                </a:lnTo>
                <a:lnTo>
                  <a:pt x="247088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2" y="21640"/>
                  <a:pt x="273461" y="17459"/>
                  <a:pt x="281233" y="17459"/>
                </a:cubicBezTo>
                <a:cubicBezTo>
                  <a:pt x="283332" y="17459"/>
                  <a:pt x="284935" y="17699"/>
                  <a:pt x="286040" y="18178"/>
                </a:cubicBezTo>
                <a:lnTo>
                  <a:pt x="286040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len(j)==n–k">
            <a:extLst xmlns:a="http://schemas.openxmlformats.org/drawingml/2006/main">
              <a:ext uri="{FF2B5EF4-FFF2-40B4-BE49-F238E27FC236}">
                <a16:creationId xmlns:a16="http://schemas.microsoft.com/office/drawing/2014/main" id="{E8F952E4-A28B-4569-BD66-29F76BC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329" y="930463"/>
            <a:ext cx="767085" cy="119232"/>
          </a:xfrm>
          <a:custGeom xmlns:a="http://schemas.openxmlformats.org/drawingml/2006/main">
            <a:pathLst>
              <a:path w="767085" h="119232">
                <a:moveTo>
                  <a:pt x="0" y="90446"/>
                </a:moveTo>
                <a:lnTo>
                  <a:pt x="0" y="0"/>
                </a:lnTo>
                <a:lnTo>
                  <a:pt x="10829" y="0"/>
                </a:lnTo>
                <a:lnTo>
                  <a:pt x="10829" y="90446"/>
                </a:lnTo>
                <a:lnTo>
                  <a:pt x="0" y="90446"/>
                </a:lnTo>
                <a:close/>
                <a:moveTo>
                  <a:pt x="80150" y="62655"/>
                </a:moveTo>
                <a:lnTo>
                  <a:pt x="37386" y="62655"/>
                </a:lnTo>
                <a:cubicBezTo>
                  <a:pt x="37570" y="69174"/>
                  <a:pt x="39357" y="74211"/>
                  <a:pt x="42745" y="77766"/>
                </a:cubicBezTo>
                <a:cubicBezTo>
                  <a:pt x="46134" y="81320"/>
                  <a:pt x="50867" y="83098"/>
                  <a:pt x="56945" y="83098"/>
                </a:cubicBezTo>
                <a:cubicBezTo>
                  <a:pt x="63796" y="83098"/>
                  <a:pt x="70076" y="80906"/>
                  <a:pt x="75785" y="76523"/>
                </a:cubicBezTo>
                <a:lnTo>
                  <a:pt x="75785" y="86192"/>
                </a:lnTo>
                <a:cubicBezTo>
                  <a:pt x="70408" y="89986"/>
                  <a:pt x="63280" y="91882"/>
                  <a:pt x="54403" y="91882"/>
                </a:cubicBezTo>
                <a:cubicBezTo>
                  <a:pt x="45563" y="91882"/>
                  <a:pt x="38666" y="89083"/>
                  <a:pt x="33712" y="83484"/>
                </a:cubicBezTo>
                <a:cubicBezTo>
                  <a:pt x="28758" y="77886"/>
                  <a:pt x="26280" y="70114"/>
                  <a:pt x="26280" y="60168"/>
                </a:cubicBezTo>
                <a:cubicBezTo>
                  <a:pt x="26280" y="50813"/>
                  <a:pt x="28997" y="43096"/>
                  <a:pt x="34430" y="37018"/>
                </a:cubicBezTo>
                <a:cubicBezTo>
                  <a:pt x="39863" y="30941"/>
                  <a:pt x="46613" y="27902"/>
                  <a:pt x="54679" y="27902"/>
                </a:cubicBezTo>
                <a:cubicBezTo>
                  <a:pt x="62672" y="27902"/>
                  <a:pt x="68916" y="30471"/>
                  <a:pt x="73410" y="35609"/>
                </a:cubicBezTo>
                <a:cubicBezTo>
                  <a:pt x="77903" y="40748"/>
                  <a:pt x="80150" y="47939"/>
                  <a:pt x="80150" y="57185"/>
                </a:cubicBezTo>
                <a:lnTo>
                  <a:pt x="80150" y="62655"/>
                </a:lnTo>
                <a:moveTo>
                  <a:pt x="69321" y="53980"/>
                </a:moveTo>
                <a:cubicBezTo>
                  <a:pt x="69284" y="48455"/>
                  <a:pt x="67977" y="44182"/>
                  <a:pt x="65398" y="41162"/>
                </a:cubicBezTo>
                <a:cubicBezTo>
                  <a:pt x="62820" y="38142"/>
                  <a:pt x="59192" y="36631"/>
                  <a:pt x="54514" y="36631"/>
                </a:cubicBezTo>
                <a:cubicBezTo>
                  <a:pt x="50204" y="36631"/>
                  <a:pt x="46475" y="38234"/>
                  <a:pt x="43325" y="41438"/>
                </a:cubicBezTo>
                <a:cubicBezTo>
                  <a:pt x="40176" y="44643"/>
                  <a:pt x="38196" y="48824"/>
                  <a:pt x="37386" y="53980"/>
                </a:cubicBezTo>
                <a:lnTo>
                  <a:pt x="69321" y="53980"/>
                </a:lnTo>
                <a:close/>
                <a:moveTo>
                  <a:pt x="146742" y="90446"/>
                </a:moveTo>
                <a:lnTo>
                  <a:pt x="135968" y="90446"/>
                </a:lnTo>
                <a:lnTo>
                  <a:pt x="135968" y="55693"/>
                </a:lnTo>
                <a:cubicBezTo>
                  <a:pt x="135968" y="43133"/>
                  <a:pt x="131382" y="36852"/>
                  <a:pt x="122211" y="36852"/>
                </a:cubicBezTo>
                <a:cubicBezTo>
                  <a:pt x="117459" y="36852"/>
                  <a:pt x="113555" y="38620"/>
                  <a:pt x="110497" y="42157"/>
                </a:cubicBezTo>
                <a:cubicBezTo>
                  <a:pt x="107440" y="45693"/>
                  <a:pt x="105911" y="50168"/>
                  <a:pt x="105911" y="55583"/>
                </a:cubicBezTo>
                <a:lnTo>
                  <a:pt x="105911" y="90446"/>
                </a:lnTo>
                <a:lnTo>
                  <a:pt x="95082" y="90446"/>
                </a:lnTo>
                <a:lnTo>
                  <a:pt x="95082" y="29338"/>
                </a:lnTo>
                <a:lnTo>
                  <a:pt x="105911" y="29338"/>
                </a:lnTo>
                <a:lnTo>
                  <a:pt x="105911" y="39449"/>
                </a:lnTo>
                <a:lnTo>
                  <a:pt x="106132" y="39449"/>
                </a:lnTo>
                <a:cubicBezTo>
                  <a:pt x="110737" y="31751"/>
                  <a:pt x="117422" y="27902"/>
                  <a:pt x="126189" y="27902"/>
                </a:cubicBezTo>
                <a:cubicBezTo>
                  <a:pt x="132892" y="27902"/>
                  <a:pt x="137994" y="30047"/>
                  <a:pt x="141493" y="34339"/>
                </a:cubicBezTo>
                <a:cubicBezTo>
                  <a:pt x="144992" y="38630"/>
                  <a:pt x="146742" y="44882"/>
                  <a:pt x="146742" y="53096"/>
                </a:cubicBezTo>
                <a:lnTo>
                  <a:pt x="146742" y="90446"/>
                </a:lnTo>
                <a:close/>
                <a:moveTo>
                  <a:pt x="182178" y="109894"/>
                </a:moveTo>
                <a:cubicBezTo>
                  <a:pt x="169765" y="95750"/>
                  <a:pt x="163558" y="78383"/>
                  <a:pt x="163558" y="57793"/>
                </a:cubicBezTo>
                <a:cubicBezTo>
                  <a:pt x="163558" y="37202"/>
                  <a:pt x="169765" y="19559"/>
                  <a:pt x="182178" y="4862"/>
                </a:cubicBezTo>
                <a:lnTo>
                  <a:pt x="191736" y="4862"/>
                </a:lnTo>
                <a:cubicBezTo>
                  <a:pt x="179286" y="20148"/>
                  <a:pt x="173061" y="37755"/>
                  <a:pt x="173061" y="57682"/>
                </a:cubicBezTo>
                <a:cubicBezTo>
                  <a:pt x="173061" y="77572"/>
                  <a:pt x="179249" y="94977"/>
                  <a:pt x="191626" y="109894"/>
                </a:cubicBezTo>
                <a:lnTo>
                  <a:pt x="182178" y="109894"/>
                </a:lnTo>
                <a:close/>
                <a:moveTo>
                  <a:pt x="214864" y="7790"/>
                </a:moveTo>
                <a:cubicBezTo>
                  <a:pt x="214864" y="5875"/>
                  <a:pt x="215508" y="4264"/>
                  <a:pt x="216798" y="2956"/>
                </a:cubicBezTo>
                <a:cubicBezTo>
                  <a:pt x="218087" y="1648"/>
                  <a:pt x="219707" y="995"/>
                  <a:pt x="221660" y="995"/>
                </a:cubicBezTo>
                <a:cubicBezTo>
                  <a:pt x="223649" y="995"/>
                  <a:pt x="225306" y="1639"/>
                  <a:pt x="226632" y="2928"/>
                </a:cubicBezTo>
                <a:cubicBezTo>
                  <a:pt x="227958" y="4217"/>
                  <a:pt x="228621" y="5838"/>
                  <a:pt x="228621" y="7790"/>
                </a:cubicBezTo>
                <a:cubicBezTo>
                  <a:pt x="228621" y="9669"/>
                  <a:pt x="227949" y="11253"/>
                  <a:pt x="226605" y="12542"/>
                </a:cubicBezTo>
                <a:cubicBezTo>
                  <a:pt x="225260" y="13831"/>
                  <a:pt x="223612" y="14476"/>
                  <a:pt x="221660" y="14476"/>
                </a:cubicBezTo>
                <a:cubicBezTo>
                  <a:pt x="219707" y="14476"/>
                  <a:pt x="218087" y="13822"/>
                  <a:pt x="216798" y="12514"/>
                </a:cubicBezTo>
                <a:cubicBezTo>
                  <a:pt x="215508" y="11207"/>
                  <a:pt x="214864" y="9632"/>
                  <a:pt x="214864" y="7790"/>
                </a:cubicBezTo>
                <a:moveTo>
                  <a:pt x="226964" y="88070"/>
                </a:moveTo>
                <a:cubicBezTo>
                  <a:pt x="226964" y="97979"/>
                  <a:pt x="224910" y="105649"/>
                  <a:pt x="220803" y="111082"/>
                </a:cubicBezTo>
                <a:cubicBezTo>
                  <a:pt x="216696" y="116515"/>
                  <a:pt x="210867" y="119232"/>
                  <a:pt x="203316" y="119232"/>
                </a:cubicBezTo>
                <a:cubicBezTo>
                  <a:pt x="200517" y="119232"/>
                  <a:pt x="197773" y="118587"/>
                  <a:pt x="195084" y="117298"/>
                </a:cubicBezTo>
                <a:lnTo>
                  <a:pt x="195084" y="107519"/>
                </a:lnTo>
                <a:cubicBezTo>
                  <a:pt x="197957" y="109287"/>
                  <a:pt x="200683" y="110171"/>
                  <a:pt x="203261" y="110171"/>
                </a:cubicBezTo>
                <a:cubicBezTo>
                  <a:pt x="211843" y="110171"/>
                  <a:pt x="216135" y="103338"/>
                  <a:pt x="216135" y="89672"/>
                </a:cubicBezTo>
                <a:lnTo>
                  <a:pt x="216135" y="29338"/>
                </a:lnTo>
                <a:lnTo>
                  <a:pt x="226964" y="29338"/>
                </a:lnTo>
                <a:lnTo>
                  <a:pt x="226964" y="88070"/>
                </a:lnTo>
                <a:close/>
                <a:moveTo>
                  <a:pt x="238161" y="109894"/>
                </a:moveTo>
                <a:cubicBezTo>
                  <a:pt x="250574" y="95013"/>
                  <a:pt x="256780" y="77609"/>
                  <a:pt x="256780" y="57682"/>
                </a:cubicBezTo>
                <a:cubicBezTo>
                  <a:pt x="256780" y="37718"/>
                  <a:pt x="250537" y="20111"/>
                  <a:pt x="238050" y="4862"/>
                </a:cubicBezTo>
                <a:lnTo>
                  <a:pt x="247664" y="4862"/>
                </a:lnTo>
                <a:cubicBezTo>
                  <a:pt x="260114" y="19448"/>
                  <a:pt x="266339" y="37092"/>
                  <a:pt x="266339" y="57793"/>
                </a:cubicBezTo>
                <a:cubicBezTo>
                  <a:pt x="266339" y="78493"/>
                  <a:pt x="260114" y="95861"/>
                  <a:pt x="247664" y="109894"/>
                </a:cubicBezTo>
                <a:lnTo>
                  <a:pt x="238161" y="109894"/>
                </a:lnTo>
                <a:close/>
                <a:moveTo>
                  <a:pt x="377644" y="46300"/>
                </a:moveTo>
                <a:lnTo>
                  <a:pt x="321343" y="46300"/>
                </a:lnTo>
                <a:lnTo>
                  <a:pt x="321343" y="37957"/>
                </a:lnTo>
                <a:lnTo>
                  <a:pt x="377644" y="37957"/>
                </a:lnTo>
                <a:lnTo>
                  <a:pt x="377644" y="46300"/>
                </a:lnTo>
                <a:moveTo>
                  <a:pt x="377644" y="71826"/>
                </a:moveTo>
                <a:lnTo>
                  <a:pt x="321343" y="71826"/>
                </a:lnTo>
                <a:lnTo>
                  <a:pt x="321343" y="63483"/>
                </a:lnTo>
                <a:lnTo>
                  <a:pt x="377644" y="63483"/>
                </a:lnTo>
                <a:lnTo>
                  <a:pt x="377644" y="71826"/>
                </a:lnTo>
                <a:close/>
                <a:moveTo>
                  <a:pt x="461502" y="46300"/>
                </a:moveTo>
                <a:lnTo>
                  <a:pt x="405201" y="46300"/>
                </a:lnTo>
                <a:lnTo>
                  <a:pt x="405201" y="37957"/>
                </a:lnTo>
                <a:lnTo>
                  <a:pt x="461502" y="37957"/>
                </a:lnTo>
                <a:lnTo>
                  <a:pt x="461502" y="46300"/>
                </a:lnTo>
                <a:moveTo>
                  <a:pt x="461502" y="71826"/>
                </a:moveTo>
                <a:lnTo>
                  <a:pt x="405201" y="71826"/>
                </a:lnTo>
                <a:lnTo>
                  <a:pt x="405201" y="63483"/>
                </a:lnTo>
                <a:lnTo>
                  <a:pt x="461502" y="63483"/>
                </a:lnTo>
                <a:lnTo>
                  <a:pt x="461502" y="71826"/>
                </a:lnTo>
                <a:close/>
                <a:moveTo>
                  <a:pt x="569799" y="90446"/>
                </a:moveTo>
                <a:lnTo>
                  <a:pt x="559025" y="90446"/>
                </a:lnTo>
                <a:lnTo>
                  <a:pt x="559025" y="55693"/>
                </a:lnTo>
                <a:cubicBezTo>
                  <a:pt x="559025" y="43133"/>
                  <a:pt x="554439" y="36852"/>
                  <a:pt x="545268" y="36852"/>
                </a:cubicBezTo>
                <a:cubicBezTo>
                  <a:pt x="540516" y="36852"/>
                  <a:pt x="536612" y="38620"/>
                  <a:pt x="533554" y="42157"/>
                </a:cubicBezTo>
                <a:cubicBezTo>
                  <a:pt x="530497" y="45693"/>
                  <a:pt x="528969" y="50168"/>
                  <a:pt x="528969" y="55583"/>
                </a:cubicBezTo>
                <a:lnTo>
                  <a:pt x="528969" y="90446"/>
                </a:lnTo>
                <a:lnTo>
                  <a:pt x="518139" y="90446"/>
                </a:lnTo>
                <a:lnTo>
                  <a:pt x="518139" y="29338"/>
                </a:lnTo>
                <a:lnTo>
                  <a:pt x="528969" y="29338"/>
                </a:lnTo>
                <a:lnTo>
                  <a:pt x="528969" y="39449"/>
                </a:lnTo>
                <a:lnTo>
                  <a:pt x="529190" y="39449"/>
                </a:lnTo>
                <a:cubicBezTo>
                  <a:pt x="533794" y="31751"/>
                  <a:pt x="540479" y="27902"/>
                  <a:pt x="549246" y="27902"/>
                </a:cubicBezTo>
                <a:cubicBezTo>
                  <a:pt x="555950" y="27902"/>
                  <a:pt x="561051" y="30047"/>
                  <a:pt x="564550" y="34339"/>
                </a:cubicBezTo>
                <a:cubicBezTo>
                  <a:pt x="568050" y="38630"/>
                  <a:pt x="569799" y="44882"/>
                  <a:pt x="569799" y="53096"/>
                </a:cubicBezTo>
                <a:lnTo>
                  <a:pt x="569799" y="90446"/>
                </a:lnTo>
                <a:close/>
                <a:moveTo>
                  <a:pt x="672630" y="60721"/>
                </a:moveTo>
                <a:lnTo>
                  <a:pt x="611522" y="60721"/>
                </a:lnTo>
                <a:lnTo>
                  <a:pt x="611522" y="52378"/>
                </a:lnTo>
                <a:lnTo>
                  <a:pt x="672630" y="52378"/>
                </a:lnTo>
                <a:lnTo>
                  <a:pt x="672630" y="60721"/>
                </a:lnTo>
                <a:close/>
                <a:moveTo>
                  <a:pt x="767085" y="90446"/>
                </a:moveTo>
                <a:lnTo>
                  <a:pt x="752333" y="90446"/>
                </a:lnTo>
                <a:lnTo>
                  <a:pt x="726199" y="60997"/>
                </a:lnTo>
                <a:lnTo>
                  <a:pt x="725978" y="60997"/>
                </a:lnTo>
                <a:lnTo>
                  <a:pt x="725978" y="90446"/>
                </a:lnTo>
                <a:lnTo>
                  <a:pt x="715149" y="90446"/>
                </a:lnTo>
                <a:lnTo>
                  <a:pt x="715149" y="0"/>
                </a:lnTo>
                <a:lnTo>
                  <a:pt x="725978" y="0"/>
                </a:lnTo>
                <a:lnTo>
                  <a:pt x="725978" y="57351"/>
                </a:lnTo>
                <a:lnTo>
                  <a:pt x="726199" y="57351"/>
                </a:lnTo>
                <a:lnTo>
                  <a:pt x="751007" y="29338"/>
                </a:lnTo>
                <a:lnTo>
                  <a:pt x="764930" y="29338"/>
                </a:lnTo>
                <a:lnTo>
                  <a:pt x="737305" y="58732"/>
                </a:lnTo>
                <a:lnTo>
                  <a:pt x="767085" y="90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...">
            <a:extLst xmlns:a="http://schemas.openxmlformats.org/drawingml/2006/main">
              <a:ext uri="{FF2B5EF4-FFF2-40B4-BE49-F238E27FC236}">
                <a16:creationId xmlns:a16="http://schemas.microsoft.com/office/drawing/2014/main" id="{259C1EA4-F2B4-4E1D-9716-44B10533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703" y="1145871"/>
            <a:ext cx="68873" cy="14089"/>
          </a:xfrm>
          <a:custGeom xmlns:a="http://schemas.openxmlformats.org/drawingml/2006/main">
            <a:pathLst>
              <a:path w="68873" h="14089">
                <a:moveTo>
                  <a:pt x="0" y="7072"/>
                </a:moveTo>
                <a:cubicBezTo>
                  <a:pt x="0" y="5083"/>
                  <a:pt x="681" y="3407"/>
                  <a:pt x="2044" y="2044"/>
                </a:cubicBezTo>
                <a:cubicBezTo>
                  <a:pt x="3407" y="681"/>
                  <a:pt x="5102" y="0"/>
                  <a:pt x="7127" y="0"/>
                </a:cubicBezTo>
                <a:cubicBezTo>
                  <a:pt x="9190" y="0"/>
                  <a:pt x="10903" y="691"/>
                  <a:pt x="12266" y="2072"/>
                </a:cubicBezTo>
                <a:cubicBezTo>
                  <a:pt x="13629" y="3453"/>
                  <a:pt x="14310" y="5120"/>
                  <a:pt x="14310" y="7072"/>
                </a:cubicBezTo>
                <a:cubicBezTo>
                  <a:pt x="14310" y="8988"/>
                  <a:pt x="13629" y="10636"/>
                  <a:pt x="12266" y="12017"/>
                </a:cubicBezTo>
                <a:cubicBezTo>
                  <a:pt x="10903" y="13398"/>
                  <a:pt x="9172" y="14089"/>
                  <a:pt x="7072" y="14089"/>
                </a:cubicBezTo>
                <a:cubicBezTo>
                  <a:pt x="5046" y="14089"/>
                  <a:pt x="3361" y="13398"/>
                  <a:pt x="2017" y="12017"/>
                </a:cubicBezTo>
                <a:cubicBezTo>
                  <a:pt x="672" y="10636"/>
                  <a:pt x="0" y="8988"/>
                  <a:pt x="0" y="7072"/>
                </a:cubicBezTo>
                <a:close/>
                <a:moveTo>
                  <a:pt x="27281" y="7072"/>
                </a:moveTo>
                <a:cubicBezTo>
                  <a:pt x="27281" y="5083"/>
                  <a:pt x="27963" y="3407"/>
                  <a:pt x="29326" y="2044"/>
                </a:cubicBezTo>
                <a:cubicBezTo>
                  <a:pt x="30689" y="681"/>
                  <a:pt x="32383" y="0"/>
                  <a:pt x="34409" y="0"/>
                </a:cubicBezTo>
                <a:cubicBezTo>
                  <a:pt x="36471" y="0"/>
                  <a:pt x="38184" y="691"/>
                  <a:pt x="39547" y="2072"/>
                </a:cubicBezTo>
                <a:cubicBezTo>
                  <a:pt x="40910" y="3453"/>
                  <a:pt x="41591" y="5120"/>
                  <a:pt x="41591" y="7072"/>
                </a:cubicBezTo>
                <a:cubicBezTo>
                  <a:pt x="41591" y="8988"/>
                  <a:pt x="40910" y="10636"/>
                  <a:pt x="39547" y="12017"/>
                </a:cubicBezTo>
                <a:cubicBezTo>
                  <a:pt x="38184" y="13398"/>
                  <a:pt x="36453" y="14089"/>
                  <a:pt x="34354" y="14089"/>
                </a:cubicBezTo>
                <a:cubicBezTo>
                  <a:pt x="32328" y="14089"/>
                  <a:pt x="30643" y="13398"/>
                  <a:pt x="29298" y="12017"/>
                </a:cubicBezTo>
                <a:cubicBezTo>
                  <a:pt x="27954" y="10636"/>
                  <a:pt x="27281" y="8988"/>
                  <a:pt x="27281" y="7072"/>
                </a:cubicBezTo>
                <a:close/>
                <a:moveTo>
                  <a:pt x="54563" y="7072"/>
                </a:moveTo>
                <a:cubicBezTo>
                  <a:pt x="54563" y="5083"/>
                  <a:pt x="55245" y="3407"/>
                  <a:pt x="56607" y="2044"/>
                </a:cubicBezTo>
                <a:cubicBezTo>
                  <a:pt x="57970" y="681"/>
                  <a:pt x="59665" y="0"/>
                  <a:pt x="61690" y="0"/>
                </a:cubicBezTo>
                <a:cubicBezTo>
                  <a:pt x="63753" y="0"/>
                  <a:pt x="65466" y="691"/>
                  <a:pt x="66829" y="2072"/>
                </a:cubicBezTo>
                <a:cubicBezTo>
                  <a:pt x="68192" y="3453"/>
                  <a:pt x="68873" y="5120"/>
                  <a:pt x="68873" y="7072"/>
                </a:cubicBezTo>
                <a:cubicBezTo>
                  <a:pt x="68873" y="8988"/>
                  <a:pt x="68192" y="10636"/>
                  <a:pt x="66829" y="12017"/>
                </a:cubicBezTo>
                <a:cubicBezTo>
                  <a:pt x="65466" y="13398"/>
                  <a:pt x="63735" y="14089"/>
                  <a:pt x="61635" y="14089"/>
                </a:cubicBezTo>
                <a:cubicBezTo>
                  <a:pt x="59609" y="14089"/>
                  <a:pt x="57924" y="13398"/>
                  <a:pt x="56580" y="12017"/>
                </a:cubicBezTo>
                <a:cubicBezTo>
                  <a:pt x="55235" y="10636"/>
                  <a:pt x="54563" y="8988"/>
                  <a:pt x="54563" y="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Contracts">
            <a:extLst xmlns:a="http://schemas.openxmlformats.org/drawingml/2006/main">
              <a:ext uri="{FF2B5EF4-FFF2-40B4-BE49-F238E27FC236}">
                <a16:creationId xmlns:a16="http://schemas.microsoft.com/office/drawing/2014/main" id="{A0AE6B57-B13F-462C-8F36-6D09A88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750" y="601393"/>
            <a:ext cx="613746" cy="101157"/>
          </a:xfrm>
          <a:custGeom xmlns:a="http://schemas.openxmlformats.org/drawingml/2006/main">
            <a:pathLst>
              <a:path w="613746" h="101157">
                <a:moveTo>
                  <a:pt x="75899" y="95916"/>
                </a:moveTo>
                <a:cubicBezTo>
                  <a:pt x="68785" y="99410"/>
                  <a:pt x="59503" y="101157"/>
                  <a:pt x="48053" y="101157"/>
                </a:cubicBezTo>
                <a:cubicBezTo>
                  <a:pt x="33319" y="101157"/>
                  <a:pt x="21627" y="96747"/>
                  <a:pt x="12976" y="87928"/>
                </a:cubicBezTo>
                <a:cubicBezTo>
                  <a:pt x="4325" y="79109"/>
                  <a:pt x="0" y="67354"/>
                  <a:pt x="0" y="52662"/>
                </a:cubicBezTo>
                <a:cubicBezTo>
                  <a:pt x="0" y="37213"/>
                  <a:pt x="4831" y="24574"/>
                  <a:pt x="14492" y="14744"/>
                </a:cubicBezTo>
                <a:cubicBezTo>
                  <a:pt x="24153" y="4915"/>
                  <a:pt x="36624" y="0"/>
                  <a:pt x="51904" y="0"/>
                </a:cubicBezTo>
                <a:cubicBezTo>
                  <a:pt x="61460" y="0"/>
                  <a:pt x="69458" y="1242"/>
                  <a:pt x="75899" y="3725"/>
                </a:cubicBezTo>
                <a:lnTo>
                  <a:pt x="75899" y="23868"/>
                </a:lnTo>
                <a:cubicBezTo>
                  <a:pt x="69290" y="19996"/>
                  <a:pt x="61797" y="18059"/>
                  <a:pt x="53420" y="18059"/>
                </a:cubicBezTo>
                <a:cubicBezTo>
                  <a:pt x="43864" y="18059"/>
                  <a:pt x="36224" y="21111"/>
                  <a:pt x="30499" y="27215"/>
                </a:cubicBezTo>
                <a:cubicBezTo>
                  <a:pt x="24774" y="33319"/>
                  <a:pt x="21911" y="41296"/>
                  <a:pt x="21911" y="51147"/>
                </a:cubicBezTo>
                <a:cubicBezTo>
                  <a:pt x="21911" y="60745"/>
                  <a:pt x="24626" y="68469"/>
                  <a:pt x="30057" y="74321"/>
                </a:cubicBezTo>
                <a:cubicBezTo>
                  <a:pt x="35487" y="80172"/>
                  <a:pt x="42833" y="83098"/>
                  <a:pt x="52094" y="83098"/>
                </a:cubicBezTo>
                <a:cubicBezTo>
                  <a:pt x="60808" y="83098"/>
                  <a:pt x="68743" y="80993"/>
                  <a:pt x="75899" y="76783"/>
                </a:cubicBezTo>
                <a:lnTo>
                  <a:pt x="75899" y="95916"/>
                </a:lnTo>
                <a:close/>
                <a:moveTo>
                  <a:pt x="86826" y="64849"/>
                </a:moveTo>
                <a:cubicBezTo>
                  <a:pt x="86826" y="53357"/>
                  <a:pt x="90268" y="44327"/>
                  <a:pt x="97150" y="37760"/>
                </a:cubicBezTo>
                <a:cubicBezTo>
                  <a:pt x="104033" y="31193"/>
                  <a:pt x="113284" y="27910"/>
                  <a:pt x="124902" y="27910"/>
                </a:cubicBezTo>
                <a:cubicBezTo>
                  <a:pt x="136142" y="27910"/>
                  <a:pt x="145066" y="31141"/>
                  <a:pt x="151675" y="37602"/>
                </a:cubicBezTo>
                <a:cubicBezTo>
                  <a:pt x="158284" y="44064"/>
                  <a:pt x="161589" y="52746"/>
                  <a:pt x="161589" y="63649"/>
                </a:cubicBezTo>
                <a:cubicBezTo>
                  <a:pt x="161589" y="75099"/>
                  <a:pt x="158200" y="84213"/>
                  <a:pt x="151423" y="90991"/>
                </a:cubicBezTo>
                <a:cubicBezTo>
                  <a:pt x="144645" y="97768"/>
                  <a:pt x="135468" y="101157"/>
                  <a:pt x="123892" y="101157"/>
                </a:cubicBezTo>
                <a:cubicBezTo>
                  <a:pt x="112526" y="101157"/>
                  <a:pt x="103507" y="97905"/>
                  <a:pt x="96835" y="91401"/>
                </a:cubicBezTo>
                <a:cubicBezTo>
                  <a:pt x="90162" y="84897"/>
                  <a:pt x="86826" y="76046"/>
                  <a:pt x="86826" y="64849"/>
                </a:cubicBezTo>
                <a:moveTo>
                  <a:pt x="107474" y="64596"/>
                </a:moveTo>
                <a:cubicBezTo>
                  <a:pt x="107474" y="78530"/>
                  <a:pt x="113157" y="85497"/>
                  <a:pt x="124523" y="85497"/>
                </a:cubicBezTo>
                <a:cubicBezTo>
                  <a:pt x="135426" y="85497"/>
                  <a:pt x="140878" y="78341"/>
                  <a:pt x="140878" y="64028"/>
                </a:cubicBezTo>
                <a:cubicBezTo>
                  <a:pt x="140878" y="50389"/>
                  <a:pt x="135384" y="43569"/>
                  <a:pt x="124397" y="43569"/>
                </a:cubicBezTo>
                <a:cubicBezTo>
                  <a:pt x="119051" y="43569"/>
                  <a:pt x="114894" y="45401"/>
                  <a:pt x="111926" y="49063"/>
                </a:cubicBezTo>
                <a:cubicBezTo>
                  <a:pt x="108958" y="52725"/>
                  <a:pt x="107474" y="57903"/>
                  <a:pt x="107474" y="64596"/>
                </a:cubicBezTo>
                <a:close/>
                <a:moveTo>
                  <a:pt x="242178" y="99452"/>
                </a:moveTo>
                <a:lnTo>
                  <a:pt x="221909" y="99452"/>
                </a:lnTo>
                <a:lnTo>
                  <a:pt x="221909" y="60492"/>
                </a:lnTo>
                <a:cubicBezTo>
                  <a:pt x="221909" y="49210"/>
                  <a:pt x="217847" y="43569"/>
                  <a:pt x="209722" y="43569"/>
                </a:cubicBezTo>
                <a:cubicBezTo>
                  <a:pt x="205850" y="43569"/>
                  <a:pt x="202629" y="45074"/>
                  <a:pt x="200061" y="48084"/>
                </a:cubicBezTo>
                <a:cubicBezTo>
                  <a:pt x="197494" y="51094"/>
                  <a:pt x="196210" y="54935"/>
                  <a:pt x="196210" y="59608"/>
                </a:cubicBezTo>
                <a:lnTo>
                  <a:pt x="196210" y="99452"/>
                </a:lnTo>
                <a:lnTo>
                  <a:pt x="175814" y="99452"/>
                </a:lnTo>
                <a:lnTo>
                  <a:pt x="175814" y="29615"/>
                </a:lnTo>
                <a:lnTo>
                  <a:pt x="196210" y="29615"/>
                </a:lnTo>
                <a:lnTo>
                  <a:pt x="196210" y="40728"/>
                </a:lnTo>
                <a:lnTo>
                  <a:pt x="196462" y="40728"/>
                </a:lnTo>
                <a:cubicBezTo>
                  <a:pt x="201556" y="32182"/>
                  <a:pt x="209049" y="27910"/>
                  <a:pt x="218941" y="27910"/>
                </a:cubicBezTo>
                <a:cubicBezTo>
                  <a:pt x="234433" y="27910"/>
                  <a:pt x="242178" y="37508"/>
                  <a:pt x="242178" y="56703"/>
                </a:cubicBezTo>
                <a:lnTo>
                  <a:pt x="242178" y="99452"/>
                </a:lnTo>
                <a:close/>
                <a:moveTo>
                  <a:pt x="300836" y="98631"/>
                </a:moveTo>
                <a:cubicBezTo>
                  <a:pt x="297763" y="100315"/>
                  <a:pt x="293111" y="101157"/>
                  <a:pt x="286881" y="101157"/>
                </a:cubicBezTo>
                <a:cubicBezTo>
                  <a:pt x="272063" y="101157"/>
                  <a:pt x="264654" y="93369"/>
                  <a:pt x="264654" y="77793"/>
                </a:cubicBezTo>
                <a:lnTo>
                  <a:pt x="264654" y="44832"/>
                </a:lnTo>
                <a:lnTo>
                  <a:pt x="253162" y="44832"/>
                </a:lnTo>
                <a:lnTo>
                  <a:pt x="253162" y="29615"/>
                </a:lnTo>
                <a:lnTo>
                  <a:pt x="264654" y="29615"/>
                </a:lnTo>
                <a:lnTo>
                  <a:pt x="264654" y="14271"/>
                </a:lnTo>
                <a:lnTo>
                  <a:pt x="284924" y="8461"/>
                </a:lnTo>
                <a:lnTo>
                  <a:pt x="284924" y="29615"/>
                </a:lnTo>
                <a:lnTo>
                  <a:pt x="300836" y="29615"/>
                </a:lnTo>
                <a:lnTo>
                  <a:pt x="300836" y="44832"/>
                </a:lnTo>
                <a:lnTo>
                  <a:pt x="284924" y="44832"/>
                </a:lnTo>
                <a:lnTo>
                  <a:pt x="284924" y="74257"/>
                </a:lnTo>
                <a:cubicBezTo>
                  <a:pt x="284924" y="81708"/>
                  <a:pt x="287870" y="85434"/>
                  <a:pt x="293764" y="85434"/>
                </a:cubicBezTo>
                <a:cubicBezTo>
                  <a:pt x="296037" y="85434"/>
                  <a:pt x="298394" y="84760"/>
                  <a:pt x="300836" y="83413"/>
                </a:cubicBezTo>
                <a:lnTo>
                  <a:pt x="300836" y="98631"/>
                </a:lnTo>
                <a:close/>
                <a:moveTo>
                  <a:pt x="357771" y="48116"/>
                </a:moveTo>
                <a:cubicBezTo>
                  <a:pt x="355287" y="46684"/>
                  <a:pt x="352277" y="45969"/>
                  <a:pt x="348741" y="45969"/>
                </a:cubicBezTo>
                <a:cubicBezTo>
                  <a:pt x="344111" y="45969"/>
                  <a:pt x="340438" y="47737"/>
                  <a:pt x="337722" y="51273"/>
                </a:cubicBezTo>
                <a:cubicBezTo>
                  <a:pt x="335007" y="54809"/>
                  <a:pt x="333650" y="59671"/>
                  <a:pt x="333650" y="65859"/>
                </a:cubicBezTo>
                <a:lnTo>
                  <a:pt x="333650" y="99452"/>
                </a:lnTo>
                <a:lnTo>
                  <a:pt x="313254" y="99452"/>
                </a:lnTo>
                <a:lnTo>
                  <a:pt x="313254" y="29615"/>
                </a:lnTo>
                <a:lnTo>
                  <a:pt x="333650" y="29615"/>
                </a:lnTo>
                <a:lnTo>
                  <a:pt x="333650" y="42749"/>
                </a:lnTo>
                <a:lnTo>
                  <a:pt x="333902" y="42749"/>
                </a:lnTo>
                <a:cubicBezTo>
                  <a:pt x="337270" y="33193"/>
                  <a:pt x="343395" y="28415"/>
                  <a:pt x="352277" y="28415"/>
                </a:cubicBezTo>
                <a:cubicBezTo>
                  <a:pt x="354677" y="28415"/>
                  <a:pt x="356508" y="28688"/>
                  <a:pt x="357771" y="29236"/>
                </a:cubicBezTo>
                <a:lnTo>
                  <a:pt x="357771" y="48116"/>
                </a:lnTo>
                <a:close/>
                <a:moveTo>
                  <a:pt x="369518" y="33845"/>
                </a:moveTo>
                <a:cubicBezTo>
                  <a:pt x="372676" y="32077"/>
                  <a:pt x="376896" y="30646"/>
                  <a:pt x="382179" y="29551"/>
                </a:cubicBezTo>
                <a:cubicBezTo>
                  <a:pt x="387462" y="28457"/>
                  <a:pt x="391977" y="27910"/>
                  <a:pt x="395723" y="27910"/>
                </a:cubicBezTo>
                <a:cubicBezTo>
                  <a:pt x="415256" y="27910"/>
                  <a:pt x="425022" y="37697"/>
                  <a:pt x="425022" y="57272"/>
                </a:cubicBezTo>
                <a:lnTo>
                  <a:pt x="425022" y="99452"/>
                </a:lnTo>
                <a:lnTo>
                  <a:pt x="405637" y="99452"/>
                </a:lnTo>
                <a:lnTo>
                  <a:pt x="405637" y="89286"/>
                </a:lnTo>
                <a:lnTo>
                  <a:pt x="405384" y="89286"/>
                </a:lnTo>
                <a:cubicBezTo>
                  <a:pt x="400627" y="97200"/>
                  <a:pt x="393660" y="101157"/>
                  <a:pt x="384484" y="101157"/>
                </a:cubicBezTo>
                <a:cubicBezTo>
                  <a:pt x="377874" y="101157"/>
                  <a:pt x="372581" y="99273"/>
                  <a:pt x="368603" y="95505"/>
                </a:cubicBezTo>
                <a:cubicBezTo>
                  <a:pt x="364625" y="91738"/>
                  <a:pt x="362636" y="86613"/>
                  <a:pt x="362636" y="80130"/>
                </a:cubicBezTo>
                <a:cubicBezTo>
                  <a:pt x="362636" y="66743"/>
                  <a:pt x="370613" y="58955"/>
                  <a:pt x="386567" y="56766"/>
                </a:cubicBezTo>
                <a:lnTo>
                  <a:pt x="405763" y="54178"/>
                </a:lnTo>
                <a:cubicBezTo>
                  <a:pt x="405763" y="46053"/>
                  <a:pt x="401532" y="41991"/>
                  <a:pt x="393071" y="41991"/>
                </a:cubicBezTo>
                <a:cubicBezTo>
                  <a:pt x="384736" y="41991"/>
                  <a:pt x="376885" y="44517"/>
                  <a:pt x="369518" y="49568"/>
                </a:cubicBezTo>
                <a:lnTo>
                  <a:pt x="369518" y="33845"/>
                </a:lnTo>
                <a:moveTo>
                  <a:pt x="392566" y="67817"/>
                </a:moveTo>
                <a:cubicBezTo>
                  <a:pt x="385199" y="68785"/>
                  <a:pt x="381516" y="72110"/>
                  <a:pt x="381516" y="77793"/>
                </a:cubicBezTo>
                <a:cubicBezTo>
                  <a:pt x="381516" y="80403"/>
                  <a:pt x="382410" y="82508"/>
                  <a:pt x="384199" y="84108"/>
                </a:cubicBezTo>
                <a:cubicBezTo>
                  <a:pt x="385988" y="85708"/>
                  <a:pt x="388398" y="86507"/>
                  <a:pt x="391429" y="86507"/>
                </a:cubicBezTo>
                <a:cubicBezTo>
                  <a:pt x="395597" y="86507"/>
                  <a:pt x="399028" y="85034"/>
                  <a:pt x="401722" y="82087"/>
                </a:cubicBezTo>
                <a:cubicBezTo>
                  <a:pt x="404416" y="79141"/>
                  <a:pt x="405763" y="75478"/>
                  <a:pt x="405763" y="71100"/>
                </a:cubicBezTo>
                <a:lnTo>
                  <a:pt x="405763" y="66112"/>
                </a:lnTo>
                <a:lnTo>
                  <a:pt x="392566" y="67817"/>
                </a:lnTo>
                <a:close/>
                <a:moveTo>
                  <a:pt x="494894" y="96863"/>
                </a:moveTo>
                <a:cubicBezTo>
                  <a:pt x="490011" y="99725"/>
                  <a:pt x="483065" y="101157"/>
                  <a:pt x="474057" y="101157"/>
                </a:cubicBezTo>
                <a:cubicBezTo>
                  <a:pt x="463406" y="101157"/>
                  <a:pt x="454798" y="97915"/>
                  <a:pt x="448231" y="91433"/>
                </a:cubicBezTo>
                <a:cubicBezTo>
                  <a:pt x="441664" y="84950"/>
                  <a:pt x="438380" y="76552"/>
                  <a:pt x="438380" y="66238"/>
                </a:cubicBezTo>
                <a:cubicBezTo>
                  <a:pt x="438380" y="54367"/>
                  <a:pt x="441916" y="45011"/>
                  <a:pt x="448988" y="38171"/>
                </a:cubicBezTo>
                <a:cubicBezTo>
                  <a:pt x="456061" y="31330"/>
                  <a:pt x="465490" y="27910"/>
                  <a:pt x="477277" y="27910"/>
                </a:cubicBezTo>
                <a:cubicBezTo>
                  <a:pt x="485233" y="27910"/>
                  <a:pt x="491127" y="29004"/>
                  <a:pt x="494957" y="31193"/>
                </a:cubicBezTo>
                <a:lnTo>
                  <a:pt x="494957" y="48684"/>
                </a:lnTo>
                <a:cubicBezTo>
                  <a:pt x="490285" y="45274"/>
                  <a:pt x="485191" y="43569"/>
                  <a:pt x="479676" y="43569"/>
                </a:cubicBezTo>
                <a:cubicBezTo>
                  <a:pt x="473446" y="43569"/>
                  <a:pt x="468447" y="45464"/>
                  <a:pt x="464680" y="49252"/>
                </a:cubicBezTo>
                <a:cubicBezTo>
                  <a:pt x="460912" y="53041"/>
                  <a:pt x="459028" y="58240"/>
                  <a:pt x="459028" y="64849"/>
                </a:cubicBezTo>
                <a:cubicBezTo>
                  <a:pt x="459028" y="71248"/>
                  <a:pt x="460817" y="76289"/>
                  <a:pt x="464396" y="79972"/>
                </a:cubicBezTo>
                <a:cubicBezTo>
                  <a:pt x="467974" y="83655"/>
                  <a:pt x="472836" y="85497"/>
                  <a:pt x="478982" y="85497"/>
                </a:cubicBezTo>
                <a:cubicBezTo>
                  <a:pt x="484412" y="85497"/>
                  <a:pt x="489716" y="83771"/>
                  <a:pt x="494894" y="80319"/>
                </a:cubicBezTo>
                <a:lnTo>
                  <a:pt x="494894" y="96863"/>
                </a:lnTo>
                <a:close/>
                <a:moveTo>
                  <a:pt x="550370" y="98631"/>
                </a:moveTo>
                <a:cubicBezTo>
                  <a:pt x="547297" y="100315"/>
                  <a:pt x="542645" y="101157"/>
                  <a:pt x="536415" y="101157"/>
                </a:cubicBezTo>
                <a:cubicBezTo>
                  <a:pt x="521597" y="101157"/>
                  <a:pt x="514188" y="93369"/>
                  <a:pt x="514188" y="77793"/>
                </a:cubicBezTo>
                <a:lnTo>
                  <a:pt x="514188" y="44832"/>
                </a:lnTo>
                <a:lnTo>
                  <a:pt x="502696" y="44832"/>
                </a:lnTo>
                <a:lnTo>
                  <a:pt x="502696" y="29615"/>
                </a:lnTo>
                <a:lnTo>
                  <a:pt x="514188" y="29615"/>
                </a:lnTo>
                <a:lnTo>
                  <a:pt x="514188" y="14271"/>
                </a:lnTo>
                <a:lnTo>
                  <a:pt x="534457" y="8461"/>
                </a:lnTo>
                <a:lnTo>
                  <a:pt x="534457" y="29615"/>
                </a:lnTo>
                <a:lnTo>
                  <a:pt x="550370" y="29615"/>
                </a:lnTo>
                <a:lnTo>
                  <a:pt x="550370" y="44832"/>
                </a:lnTo>
                <a:lnTo>
                  <a:pt x="534457" y="44832"/>
                </a:lnTo>
                <a:lnTo>
                  <a:pt x="534457" y="74257"/>
                </a:lnTo>
                <a:cubicBezTo>
                  <a:pt x="534457" y="81708"/>
                  <a:pt x="537404" y="85434"/>
                  <a:pt x="543298" y="85434"/>
                </a:cubicBezTo>
                <a:cubicBezTo>
                  <a:pt x="545571" y="85434"/>
                  <a:pt x="547928" y="84760"/>
                  <a:pt x="550370" y="83413"/>
                </a:cubicBezTo>
                <a:lnTo>
                  <a:pt x="550370" y="98631"/>
                </a:lnTo>
                <a:close/>
                <a:moveTo>
                  <a:pt x="560957" y="80698"/>
                </a:moveTo>
                <a:cubicBezTo>
                  <a:pt x="567945" y="84950"/>
                  <a:pt x="574786" y="87076"/>
                  <a:pt x="581479" y="87076"/>
                </a:cubicBezTo>
                <a:cubicBezTo>
                  <a:pt x="589898" y="87076"/>
                  <a:pt x="594108" y="84823"/>
                  <a:pt x="594108" y="80319"/>
                </a:cubicBezTo>
                <a:cubicBezTo>
                  <a:pt x="594108" y="77120"/>
                  <a:pt x="590635" y="74447"/>
                  <a:pt x="583689" y="72300"/>
                </a:cubicBezTo>
                <a:cubicBezTo>
                  <a:pt x="575017" y="69606"/>
                  <a:pt x="569061" y="66606"/>
                  <a:pt x="565819" y="63302"/>
                </a:cubicBezTo>
                <a:cubicBezTo>
                  <a:pt x="562578" y="59997"/>
                  <a:pt x="560957" y="55525"/>
                  <a:pt x="560957" y="49884"/>
                </a:cubicBezTo>
                <a:cubicBezTo>
                  <a:pt x="560957" y="43022"/>
                  <a:pt x="563736" y="37644"/>
                  <a:pt x="569292" y="33750"/>
                </a:cubicBezTo>
                <a:cubicBezTo>
                  <a:pt x="574849" y="29857"/>
                  <a:pt x="582132" y="27910"/>
                  <a:pt x="591140" y="27910"/>
                </a:cubicBezTo>
                <a:cubicBezTo>
                  <a:pt x="597539" y="27910"/>
                  <a:pt x="603706" y="28857"/>
                  <a:pt x="609641" y="30751"/>
                </a:cubicBezTo>
                <a:lnTo>
                  <a:pt x="609641" y="46790"/>
                </a:lnTo>
                <a:cubicBezTo>
                  <a:pt x="604211" y="43590"/>
                  <a:pt x="598233" y="41991"/>
                  <a:pt x="591708" y="41991"/>
                </a:cubicBezTo>
                <a:cubicBezTo>
                  <a:pt x="588467" y="41991"/>
                  <a:pt x="585857" y="42570"/>
                  <a:pt x="583879" y="43727"/>
                </a:cubicBezTo>
                <a:cubicBezTo>
                  <a:pt x="581900" y="44885"/>
                  <a:pt x="580911" y="46411"/>
                  <a:pt x="580911" y="48305"/>
                </a:cubicBezTo>
                <a:cubicBezTo>
                  <a:pt x="580911" y="51504"/>
                  <a:pt x="583858" y="54093"/>
                  <a:pt x="589751" y="56072"/>
                </a:cubicBezTo>
                <a:cubicBezTo>
                  <a:pt x="596065" y="58177"/>
                  <a:pt x="600812" y="60092"/>
                  <a:pt x="603990" y="61818"/>
                </a:cubicBezTo>
                <a:cubicBezTo>
                  <a:pt x="607168" y="63544"/>
                  <a:pt x="609589" y="65817"/>
                  <a:pt x="611252" y="68638"/>
                </a:cubicBezTo>
                <a:cubicBezTo>
                  <a:pt x="612914" y="71458"/>
                  <a:pt x="613746" y="74720"/>
                  <a:pt x="613746" y="78425"/>
                </a:cubicBezTo>
                <a:cubicBezTo>
                  <a:pt x="613746" y="85623"/>
                  <a:pt x="610862" y="91212"/>
                  <a:pt x="605095" y="95190"/>
                </a:cubicBezTo>
                <a:cubicBezTo>
                  <a:pt x="599328" y="99168"/>
                  <a:pt x="591624" y="101157"/>
                  <a:pt x="581984" y="101157"/>
                </a:cubicBezTo>
                <a:cubicBezTo>
                  <a:pt x="574407" y="101157"/>
                  <a:pt x="567398" y="99957"/>
                  <a:pt x="560957" y="97558"/>
                </a:cubicBezTo>
                <a:lnTo>
                  <a:pt x="560957" y="80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2c502a5c94140"/>
          <a:stretch xmlns:a="http://schemas.openxmlformats.org/drawingml/2006/main"/>
        </p:blipFill>
        <p:spPr>
          <a:xfrm xmlns:a="http://schemas.openxmlformats.org/drawingml/2006/main">
            <a:off x="4412697" y="577352"/>
            <a:ext cx="161445" cy="161445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24928309845a7"/>
          <a:stretch xmlns:a="http://schemas.openxmlformats.org/drawingml/2006/main"/>
        </p:blipFill>
        <p:spPr>
          <a:xfrm xmlns:a="http://schemas.openxmlformats.org/drawingml/2006/main">
            <a:off x="4469572" y="640711"/>
            <a:ext cx="1449020" cy="735179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DEB31-468A-4E46-8BD7-15279F0D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567" y="664864"/>
            <a:ext cx="1367019" cy="652108"/>
          </a:xfrm>
          <a:custGeom xmlns:a="http://schemas.openxmlformats.org/drawingml/2006/main">
            <a:pathLst>
              <a:path w="1367019" h="652108">
                <a:moveTo>
                  <a:pt x="0" y="0"/>
                </a:moveTo>
                <a:lnTo>
                  <a:pt x="1367019" y="0"/>
                </a:lnTo>
                <a:lnTo>
                  <a:pt x="1367019" y="652108"/>
                </a:lnTo>
                <a:lnTo>
                  <a:pt x="0" y="6521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53C72-6786-43E7-81ED-324ABAF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567" y="664863"/>
            <a:ext cx="1367019" cy="652108"/>
          </a:xfrm>
          <a:custGeom xmlns:a="http://schemas.openxmlformats.org/drawingml/2006/main">
            <a:pathLst>
              <a:path w="1367019" h="652108" fill="none">
                <a:moveTo>
                  <a:pt x="0" y="0"/>
                </a:moveTo>
                <a:lnTo>
                  <a:pt x="1367019" y="0"/>
                </a:lnTo>
                <a:lnTo>
                  <a:pt x="1367019" y="652108"/>
                </a:lnTo>
                <a:lnTo>
                  <a:pt x="0" y="6521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859C8-4682-4ECC-BBC9-06393045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924" y="846877"/>
            <a:ext cx="1352359" cy="470095"/>
          </a:xfrm>
          <a:custGeom xmlns:a="http://schemas.openxmlformats.org/drawingml/2006/main">
            <a:pathLst>
              <a:path w="1352359" h="470095">
                <a:moveTo>
                  <a:pt x="0" y="0"/>
                </a:moveTo>
                <a:lnTo>
                  <a:pt x="1352359" y="0"/>
                </a:lnTo>
                <a:lnTo>
                  <a:pt x="1352359" y="470095"/>
                </a:lnTo>
                <a:lnTo>
                  <a:pt x="0" y="4700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assert">
            <a:extLst xmlns:a="http://schemas.openxmlformats.org/drawingml/2006/main">
              <a:ext uri="{FF2B5EF4-FFF2-40B4-BE49-F238E27FC236}">
                <a16:creationId xmlns:a16="http://schemas.microsoft.com/office/drawing/2014/main" id="{D8E81336-C22A-418F-993D-CFF78FD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710" y="900556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7" y="66927"/>
                  <a:pt x="80703" y="68788"/>
                  <a:pt x="86559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5" y="53501"/>
                  <a:pt x="75693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0" y="17017"/>
                  <a:pt x="95013" y="17017"/>
                </a:cubicBezTo>
                <a:cubicBezTo>
                  <a:pt x="100612" y="17017"/>
                  <a:pt x="106008" y="17846"/>
                  <a:pt x="111201" y="19504"/>
                </a:cubicBezTo>
                <a:lnTo>
                  <a:pt x="111201" y="33537"/>
                </a:lnTo>
                <a:cubicBezTo>
                  <a:pt x="106450" y="30738"/>
                  <a:pt x="101219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7" y="41659"/>
                </a:cubicBezTo>
                <a:cubicBezTo>
                  <a:pt x="99322" y="43501"/>
                  <a:pt x="103475" y="45177"/>
                  <a:pt x="106256" y="46687"/>
                </a:cubicBezTo>
                <a:cubicBezTo>
                  <a:pt x="109037" y="48197"/>
                  <a:pt x="111155" y="50186"/>
                  <a:pt x="112610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3" y="75887"/>
                </a:cubicBezTo>
                <a:cubicBezTo>
                  <a:pt x="102177" y="79368"/>
                  <a:pt x="95436" y="81109"/>
                  <a:pt x="87001" y="81109"/>
                </a:cubicBezTo>
                <a:cubicBezTo>
                  <a:pt x="80371" y="81109"/>
                  <a:pt x="74238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3" y="66817"/>
                  <a:pt x="153213" y="62876"/>
                </a:cubicBezTo>
                <a:cubicBezTo>
                  <a:pt x="153213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5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4" y="39928"/>
                  <a:pt x="149401" y="41659"/>
                </a:cubicBezTo>
                <a:cubicBezTo>
                  <a:pt x="154926" y="43501"/>
                  <a:pt x="159079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6" y="57977"/>
                  <a:pt x="170396" y="61218"/>
                </a:cubicBezTo>
                <a:cubicBezTo>
                  <a:pt x="170396" y="67517"/>
                  <a:pt x="167873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39" y="34698"/>
                </a:moveTo>
                <a:cubicBezTo>
                  <a:pt x="283866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7" y="37460"/>
                </a:cubicBezTo>
                <a:cubicBezTo>
                  <a:pt x="266121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7" y="79617"/>
                </a:lnTo>
                <a:lnTo>
                  <a:pt x="247087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1" y="21640"/>
                  <a:pt x="273461" y="17459"/>
                  <a:pt x="281233" y="17459"/>
                </a:cubicBezTo>
                <a:cubicBezTo>
                  <a:pt x="283332" y="17459"/>
                  <a:pt x="284934" y="17699"/>
                  <a:pt x="286039" y="18178"/>
                </a:cubicBezTo>
                <a:lnTo>
                  <a:pt x="286039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1&lt;=n&lt;10**4">
            <a:extLst xmlns:a="http://schemas.openxmlformats.org/drawingml/2006/main">
              <a:ext uri="{FF2B5EF4-FFF2-40B4-BE49-F238E27FC236}">
                <a16:creationId xmlns:a16="http://schemas.microsoft.com/office/drawing/2014/main" id="{7E09B5F3-930B-4383-AA24-EE92D46E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418" y="892711"/>
            <a:ext cx="810218" cy="88899"/>
          </a:xfrm>
          <a:custGeom xmlns:a="http://schemas.openxmlformats.org/drawingml/2006/main">
            <a:pathLst>
              <a:path w="810218" h="88899">
                <a:moveTo>
                  <a:pt x="19780" y="87462"/>
                </a:moveTo>
                <a:lnTo>
                  <a:pt x="19780" y="14255"/>
                </a:lnTo>
                <a:cubicBezTo>
                  <a:pt x="18086" y="15949"/>
                  <a:pt x="15222" y="17846"/>
                  <a:pt x="11188" y="19946"/>
                </a:cubicBezTo>
                <a:cubicBezTo>
                  <a:pt x="7155" y="22045"/>
                  <a:pt x="3426" y="23519"/>
                  <a:pt x="0" y="24366"/>
                </a:cubicBezTo>
                <a:lnTo>
                  <a:pt x="0" y="13758"/>
                </a:lnTo>
                <a:cubicBezTo>
                  <a:pt x="4531" y="12505"/>
                  <a:pt x="9374" y="10507"/>
                  <a:pt x="14531" y="7763"/>
                </a:cubicBezTo>
                <a:cubicBezTo>
                  <a:pt x="19688" y="5019"/>
                  <a:pt x="23647" y="2431"/>
                  <a:pt x="26410" y="0"/>
                </a:cubicBezTo>
                <a:lnTo>
                  <a:pt x="30499" y="0"/>
                </a:lnTo>
                <a:lnTo>
                  <a:pt x="30499" y="87462"/>
                </a:lnTo>
                <a:lnTo>
                  <a:pt x="19780" y="87462"/>
                </a:lnTo>
                <a:close/>
                <a:moveTo>
                  <a:pt x="156266" y="80335"/>
                </a:moveTo>
                <a:lnTo>
                  <a:pt x="104440" y="54588"/>
                </a:lnTo>
                <a:lnTo>
                  <a:pt x="104440" y="50389"/>
                </a:lnTo>
                <a:lnTo>
                  <a:pt x="156266" y="21824"/>
                </a:lnTo>
                <a:lnTo>
                  <a:pt x="156266" y="31383"/>
                </a:lnTo>
                <a:lnTo>
                  <a:pt x="117756" y="52102"/>
                </a:lnTo>
                <a:lnTo>
                  <a:pt x="117756" y="52378"/>
                </a:lnTo>
                <a:lnTo>
                  <a:pt x="156266" y="70832"/>
                </a:lnTo>
                <a:lnTo>
                  <a:pt x="156266" y="80335"/>
                </a:lnTo>
                <a:close/>
                <a:moveTo>
                  <a:pt x="242390" y="43317"/>
                </a:moveTo>
                <a:lnTo>
                  <a:pt x="186089" y="43317"/>
                </a:lnTo>
                <a:lnTo>
                  <a:pt x="186089" y="34974"/>
                </a:lnTo>
                <a:lnTo>
                  <a:pt x="242390" y="34974"/>
                </a:lnTo>
                <a:lnTo>
                  <a:pt x="242390" y="43317"/>
                </a:lnTo>
                <a:moveTo>
                  <a:pt x="242390" y="68843"/>
                </a:moveTo>
                <a:lnTo>
                  <a:pt x="186089" y="68843"/>
                </a:lnTo>
                <a:lnTo>
                  <a:pt x="186089" y="60500"/>
                </a:lnTo>
                <a:lnTo>
                  <a:pt x="242390" y="60500"/>
                </a:lnTo>
                <a:lnTo>
                  <a:pt x="242390" y="68843"/>
                </a:lnTo>
                <a:close/>
                <a:moveTo>
                  <a:pt x="350686" y="87462"/>
                </a:moveTo>
                <a:lnTo>
                  <a:pt x="339912" y="87462"/>
                </a:lnTo>
                <a:lnTo>
                  <a:pt x="339912" y="52709"/>
                </a:lnTo>
                <a:cubicBezTo>
                  <a:pt x="339912" y="40149"/>
                  <a:pt x="335326" y="33869"/>
                  <a:pt x="326155" y="33869"/>
                </a:cubicBezTo>
                <a:cubicBezTo>
                  <a:pt x="321403" y="33869"/>
                  <a:pt x="317499" y="35637"/>
                  <a:pt x="314442" y="39173"/>
                </a:cubicBezTo>
                <a:cubicBezTo>
                  <a:pt x="311384" y="42709"/>
                  <a:pt x="309856" y="47184"/>
                  <a:pt x="309856" y="52599"/>
                </a:cubicBezTo>
                <a:lnTo>
                  <a:pt x="309856" y="87462"/>
                </a:lnTo>
                <a:lnTo>
                  <a:pt x="299026" y="87462"/>
                </a:lnTo>
                <a:lnTo>
                  <a:pt x="299026" y="26355"/>
                </a:lnTo>
                <a:lnTo>
                  <a:pt x="309856" y="26355"/>
                </a:lnTo>
                <a:lnTo>
                  <a:pt x="309856" y="36466"/>
                </a:lnTo>
                <a:lnTo>
                  <a:pt x="310077" y="36466"/>
                </a:lnTo>
                <a:cubicBezTo>
                  <a:pt x="314681" y="28767"/>
                  <a:pt x="321366" y="24918"/>
                  <a:pt x="330133" y="24918"/>
                </a:cubicBezTo>
                <a:cubicBezTo>
                  <a:pt x="336837" y="24918"/>
                  <a:pt x="341938" y="27064"/>
                  <a:pt x="345437" y="31355"/>
                </a:cubicBezTo>
                <a:cubicBezTo>
                  <a:pt x="348937" y="35646"/>
                  <a:pt x="350686" y="41899"/>
                  <a:pt x="350686" y="50113"/>
                </a:cubicBezTo>
                <a:lnTo>
                  <a:pt x="350686" y="87462"/>
                </a:lnTo>
                <a:close/>
                <a:moveTo>
                  <a:pt x="460368" y="80335"/>
                </a:moveTo>
                <a:lnTo>
                  <a:pt x="408542" y="54588"/>
                </a:lnTo>
                <a:lnTo>
                  <a:pt x="408542" y="50389"/>
                </a:lnTo>
                <a:lnTo>
                  <a:pt x="460368" y="21824"/>
                </a:lnTo>
                <a:lnTo>
                  <a:pt x="460368" y="31383"/>
                </a:lnTo>
                <a:lnTo>
                  <a:pt x="421858" y="52102"/>
                </a:lnTo>
                <a:lnTo>
                  <a:pt x="421858" y="52378"/>
                </a:lnTo>
                <a:lnTo>
                  <a:pt x="460368" y="70832"/>
                </a:lnTo>
                <a:lnTo>
                  <a:pt x="460368" y="80335"/>
                </a:lnTo>
                <a:close/>
                <a:moveTo>
                  <a:pt x="541097" y="87462"/>
                </a:moveTo>
                <a:lnTo>
                  <a:pt x="541097" y="14255"/>
                </a:lnTo>
                <a:cubicBezTo>
                  <a:pt x="539403" y="15949"/>
                  <a:pt x="536539" y="17846"/>
                  <a:pt x="532506" y="19946"/>
                </a:cubicBezTo>
                <a:cubicBezTo>
                  <a:pt x="528472" y="22045"/>
                  <a:pt x="524743" y="23519"/>
                  <a:pt x="521317" y="24366"/>
                </a:cubicBezTo>
                <a:lnTo>
                  <a:pt x="521317" y="13758"/>
                </a:lnTo>
                <a:cubicBezTo>
                  <a:pt x="525848" y="12505"/>
                  <a:pt x="530692" y="10507"/>
                  <a:pt x="535848" y="7763"/>
                </a:cubicBezTo>
                <a:cubicBezTo>
                  <a:pt x="541005" y="5019"/>
                  <a:pt x="544965" y="2431"/>
                  <a:pt x="547727" y="0"/>
                </a:cubicBezTo>
                <a:lnTo>
                  <a:pt x="551816" y="0"/>
                </a:lnTo>
                <a:lnTo>
                  <a:pt x="551816" y="87462"/>
                </a:lnTo>
                <a:lnTo>
                  <a:pt x="541097" y="87462"/>
                </a:lnTo>
                <a:close/>
                <a:moveTo>
                  <a:pt x="581314" y="46356"/>
                </a:moveTo>
                <a:cubicBezTo>
                  <a:pt x="581314" y="31254"/>
                  <a:pt x="583819" y="19826"/>
                  <a:pt x="588828" y="12072"/>
                </a:cubicBezTo>
                <a:cubicBezTo>
                  <a:pt x="593838" y="4319"/>
                  <a:pt x="601094" y="442"/>
                  <a:pt x="610597" y="442"/>
                </a:cubicBezTo>
                <a:cubicBezTo>
                  <a:pt x="628720" y="442"/>
                  <a:pt x="637781" y="15065"/>
                  <a:pt x="637781" y="44311"/>
                </a:cubicBezTo>
                <a:cubicBezTo>
                  <a:pt x="637781" y="58750"/>
                  <a:pt x="635230" y="69791"/>
                  <a:pt x="630128" y="77434"/>
                </a:cubicBezTo>
                <a:cubicBezTo>
                  <a:pt x="625027" y="85077"/>
                  <a:pt x="617872" y="88899"/>
                  <a:pt x="608663" y="88899"/>
                </a:cubicBezTo>
                <a:cubicBezTo>
                  <a:pt x="599971" y="88899"/>
                  <a:pt x="593239" y="85271"/>
                  <a:pt x="588469" y="78014"/>
                </a:cubicBezTo>
                <a:cubicBezTo>
                  <a:pt x="583699" y="70758"/>
                  <a:pt x="581314" y="60205"/>
                  <a:pt x="581314" y="46356"/>
                </a:cubicBezTo>
                <a:moveTo>
                  <a:pt x="592364" y="45858"/>
                </a:moveTo>
                <a:cubicBezTo>
                  <a:pt x="592364" y="68585"/>
                  <a:pt x="598129" y="79948"/>
                  <a:pt x="609658" y="79948"/>
                </a:cubicBezTo>
                <a:cubicBezTo>
                  <a:pt x="621003" y="79948"/>
                  <a:pt x="626675" y="68401"/>
                  <a:pt x="626675" y="45306"/>
                </a:cubicBezTo>
                <a:cubicBezTo>
                  <a:pt x="626675" y="21401"/>
                  <a:pt x="621113" y="9448"/>
                  <a:pt x="609989" y="9448"/>
                </a:cubicBezTo>
                <a:cubicBezTo>
                  <a:pt x="598239" y="9448"/>
                  <a:pt x="592364" y="21585"/>
                  <a:pt x="592364" y="45858"/>
                </a:cubicBezTo>
                <a:close/>
                <a:moveTo>
                  <a:pt x="690038" y="21935"/>
                </a:moveTo>
                <a:lnTo>
                  <a:pt x="673684" y="25139"/>
                </a:lnTo>
                <a:lnTo>
                  <a:pt x="685121" y="39449"/>
                </a:lnTo>
                <a:lnTo>
                  <a:pt x="678049" y="44311"/>
                </a:lnTo>
                <a:lnTo>
                  <a:pt x="668877" y="28510"/>
                </a:lnTo>
                <a:lnTo>
                  <a:pt x="659595" y="44311"/>
                </a:lnTo>
                <a:lnTo>
                  <a:pt x="652523" y="39449"/>
                </a:lnTo>
                <a:lnTo>
                  <a:pt x="663905" y="25139"/>
                </a:lnTo>
                <a:lnTo>
                  <a:pt x="647440" y="21935"/>
                </a:lnTo>
                <a:lnTo>
                  <a:pt x="650313" y="13979"/>
                </a:lnTo>
                <a:lnTo>
                  <a:pt x="665894" y="19946"/>
                </a:lnTo>
                <a:lnTo>
                  <a:pt x="664402" y="1879"/>
                </a:lnTo>
                <a:lnTo>
                  <a:pt x="673297" y="1879"/>
                </a:lnTo>
                <a:lnTo>
                  <a:pt x="671750" y="19946"/>
                </a:lnTo>
                <a:lnTo>
                  <a:pt x="687331" y="13979"/>
                </a:lnTo>
                <a:lnTo>
                  <a:pt x="690038" y="21935"/>
                </a:lnTo>
                <a:close/>
                <a:moveTo>
                  <a:pt x="741569" y="21935"/>
                </a:moveTo>
                <a:lnTo>
                  <a:pt x="725215" y="25139"/>
                </a:lnTo>
                <a:lnTo>
                  <a:pt x="736652" y="39449"/>
                </a:lnTo>
                <a:lnTo>
                  <a:pt x="729579" y="44311"/>
                </a:lnTo>
                <a:lnTo>
                  <a:pt x="720408" y="28510"/>
                </a:lnTo>
                <a:lnTo>
                  <a:pt x="711126" y="44311"/>
                </a:lnTo>
                <a:lnTo>
                  <a:pt x="704053" y="39449"/>
                </a:lnTo>
                <a:lnTo>
                  <a:pt x="715435" y="25139"/>
                </a:lnTo>
                <a:lnTo>
                  <a:pt x="698970" y="21935"/>
                </a:lnTo>
                <a:lnTo>
                  <a:pt x="701843" y="13979"/>
                </a:lnTo>
                <a:lnTo>
                  <a:pt x="717424" y="19946"/>
                </a:lnTo>
                <a:lnTo>
                  <a:pt x="715932" y="1879"/>
                </a:lnTo>
                <a:lnTo>
                  <a:pt x="724828" y="1879"/>
                </a:lnTo>
                <a:lnTo>
                  <a:pt x="723281" y="19946"/>
                </a:lnTo>
                <a:lnTo>
                  <a:pt x="738862" y="13979"/>
                </a:lnTo>
                <a:lnTo>
                  <a:pt x="741569" y="21935"/>
                </a:lnTo>
                <a:close/>
                <a:moveTo>
                  <a:pt x="797400" y="1879"/>
                </a:moveTo>
                <a:lnTo>
                  <a:pt x="797400" y="58400"/>
                </a:lnTo>
                <a:lnTo>
                  <a:pt x="810218" y="58400"/>
                </a:lnTo>
                <a:lnTo>
                  <a:pt x="810218" y="67351"/>
                </a:lnTo>
                <a:lnTo>
                  <a:pt x="797400" y="67351"/>
                </a:lnTo>
                <a:lnTo>
                  <a:pt x="797400" y="87462"/>
                </a:lnTo>
                <a:lnTo>
                  <a:pt x="786902" y="87462"/>
                </a:lnTo>
                <a:lnTo>
                  <a:pt x="786902" y="67351"/>
                </a:lnTo>
                <a:lnTo>
                  <a:pt x="746955" y="67351"/>
                </a:lnTo>
                <a:lnTo>
                  <a:pt x="746955" y="58898"/>
                </a:lnTo>
                <a:cubicBezTo>
                  <a:pt x="754064" y="50905"/>
                  <a:pt x="761210" y="41696"/>
                  <a:pt x="768393" y="31272"/>
                </a:cubicBezTo>
                <a:cubicBezTo>
                  <a:pt x="775575" y="20848"/>
                  <a:pt x="781506" y="11050"/>
                  <a:pt x="786184" y="1879"/>
                </a:cubicBezTo>
                <a:lnTo>
                  <a:pt x="797400" y="1879"/>
                </a:lnTo>
                <a:moveTo>
                  <a:pt x="759111" y="58400"/>
                </a:moveTo>
                <a:lnTo>
                  <a:pt x="786902" y="58400"/>
                </a:lnTo>
                <a:lnTo>
                  <a:pt x="786902" y="17625"/>
                </a:lnTo>
                <a:cubicBezTo>
                  <a:pt x="783071" y="24513"/>
                  <a:pt x="778964" y="31189"/>
                  <a:pt x="774581" y="37654"/>
                </a:cubicBezTo>
                <a:cubicBezTo>
                  <a:pt x="770198" y="44118"/>
                  <a:pt x="765041" y="51034"/>
                  <a:pt x="759111" y="5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assert">
            <a:extLst xmlns:a="http://schemas.openxmlformats.org/drawingml/2006/main">
              <a:ext uri="{FF2B5EF4-FFF2-40B4-BE49-F238E27FC236}">
                <a16:creationId xmlns:a16="http://schemas.microsoft.com/office/drawing/2014/main" id="{38570E61-9948-4AE0-8CDA-7C119AAD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710" y="1038281"/>
            <a:ext cx="334021" cy="81109"/>
          </a:xfrm>
          <a:custGeom xmlns:a="http://schemas.openxmlformats.org/drawingml/2006/main">
            <a:pathLst>
              <a:path w="334021" h="81109">
                <a:moveTo>
                  <a:pt x="6022" y="22211"/>
                </a:moveTo>
                <a:cubicBezTo>
                  <a:pt x="8785" y="20664"/>
                  <a:pt x="12478" y="19412"/>
                  <a:pt x="17100" y="18454"/>
                </a:cubicBezTo>
                <a:cubicBezTo>
                  <a:pt x="21723" y="17496"/>
                  <a:pt x="25673" y="17017"/>
                  <a:pt x="28952" y="17017"/>
                </a:cubicBezTo>
                <a:cubicBezTo>
                  <a:pt x="46043" y="17017"/>
                  <a:pt x="54588" y="25581"/>
                  <a:pt x="54588" y="42709"/>
                </a:cubicBezTo>
                <a:lnTo>
                  <a:pt x="54588" y="79617"/>
                </a:lnTo>
                <a:lnTo>
                  <a:pt x="37626" y="79617"/>
                </a:lnTo>
                <a:lnTo>
                  <a:pt x="37626" y="70721"/>
                </a:lnTo>
                <a:lnTo>
                  <a:pt x="37405" y="70721"/>
                </a:lnTo>
                <a:cubicBezTo>
                  <a:pt x="33243" y="77646"/>
                  <a:pt x="27147" y="81109"/>
                  <a:pt x="19117" y="81109"/>
                </a:cubicBezTo>
                <a:cubicBezTo>
                  <a:pt x="13334" y="81109"/>
                  <a:pt x="8702" y="79460"/>
                  <a:pt x="5221" y="76164"/>
                </a:cubicBezTo>
                <a:cubicBezTo>
                  <a:pt x="1740" y="72867"/>
                  <a:pt x="0" y="68382"/>
                  <a:pt x="0" y="62710"/>
                </a:cubicBezTo>
                <a:cubicBezTo>
                  <a:pt x="0" y="50997"/>
                  <a:pt x="6980" y="44182"/>
                  <a:pt x="20940" y="42267"/>
                </a:cubicBezTo>
                <a:lnTo>
                  <a:pt x="37736" y="40002"/>
                </a:lnTo>
                <a:cubicBezTo>
                  <a:pt x="37736" y="32893"/>
                  <a:pt x="34035" y="29338"/>
                  <a:pt x="26631" y="29338"/>
                </a:cubicBezTo>
                <a:cubicBezTo>
                  <a:pt x="19338" y="29338"/>
                  <a:pt x="12468" y="31548"/>
                  <a:pt x="6022" y="35968"/>
                </a:cubicBezTo>
                <a:lnTo>
                  <a:pt x="6022" y="22211"/>
                </a:lnTo>
                <a:moveTo>
                  <a:pt x="26189" y="51936"/>
                </a:moveTo>
                <a:cubicBezTo>
                  <a:pt x="19743" y="52783"/>
                  <a:pt x="16520" y="55693"/>
                  <a:pt x="16520" y="60666"/>
                </a:cubicBezTo>
                <a:cubicBezTo>
                  <a:pt x="16520" y="62949"/>
                  <a:pt x="17303" y="64791"/>
                  <a:pt x="18868" y="66191"/>
                </a:cubicBezTo>
                <a:cubicBezTo>
                  <a:pt x="20434" y="67590"/>
                  <a:pt x="22542" y="68290"/>
                  <a:pt x="25194" y="68290"/>
                </a:cubicBezTo>
                <a:cubicBezTo>
                  <a:pt x="28841" y="68290"/>
                  <a:pt x="31843" y="67001"/>
                  <a:pt x="34200" y="64423"/>
                </a:cubicBezTo>
                <a:cubicBezTo>
                  <a:pt x="36558" y="61844"/>
                  <a:pt x="37736" y="58640"/>
                  <a:pt x="37736" y="54809"/>
                </a:cubicBezTo>
                <a:lnTo>
                  <a:pt x="37736" y="50444"/>
                </a:lnTo>
                <a:lnTo>
                  <a:pt x="26189" y="51936"/>
                </a:lnTo>
                <a:close/>
                <a:moveTo>
                  <a:pt x="68603" y="63207"/>
                </a:moveTo>
                <a:cubicBezTo>
                  <a:pt x="74717" y="66927"/>
                  <a:pt x="80703" y="68788"/>
                  <a:pt x="86559" y="68788"/>
                </a:cubicBezTo>
                <a:cubicBezTo>
                  <a:pt x="93926" y="68788"/>
                  <a:pt x="97610" y="66817"/>
                  <a:pt x="97610" y="62876"/>
                </a:cubicBezTo>
                <a:cubicBezTo>
                  <a:pt x="97610" y="60076"/>
                  <a:pt x="94571" y="57737"/>
                  <a:pt x="88493" y="55859"/>
                </a:cubicBezTo>
                <a:cubicBezTo>
                  <a:pt x="80905" y="53501"/>
                  <a:pt x="75693" y="50877"/>
                  <a:pt x="72857" y="47986"/>
                </a:cubicBezTo>
                <a:cubicBezTo>
                  <a:pt x="70021" y="45094"/>
                  <a:pt x="68603" y="41180"/>
                  <a:pt x="68603" y="36245"/>
                </a:cubicBezTo>
                <a:cubicBezTo>
                  <a:pt x="68603" y="30241"/>
                  <a:pt x="71034" y="25535"/>
                  <a:pt x="75896" y="22128"/>
                </a:cubicBezTo>
                <a:cubicBezTo>
                  <a:pt x="80758" y="18721"/>
                  <a:pt x="87130" y="17017"/>
                  <a:pt x="95013" y="17017"/>
                </a:cubicBezTo>
                <a:cubicBezTo>
                  <a:pt x="100612" y="17017"/>
                  <a:pt x="106008" y="17846"/>
                  <a:pt x="111201" y="19504"/>
                </a:cubicBezTo>
                <a:lnTo>
                  <a:pt x="111201" y="33537"/>
                </a:lnTo>
                <a:cubicBezTo>
                  <a:pt x="106450" y="30738"/>
                  <a:pt x="101219" y="29338"/>
                  <a:pt x="95510" y="29338"/>
                </a:cubicBezTo>
                <a:cubicBezTo>
                  <a:pt x="92674" y="29338"/>
                  <a:pt x="90390" y="29845"/>
                  <a:pt x="88659" y="30858"/>
                </a:cubicBezTo>
                <a:cubicBezTo>
                  <a:pt x="86928" y="31871"/>
                  <a:pt x="86062" y="33206"/>
                  <a:pt x="86062" y="34863"/>
                </a:cubicBezTo>
                <a:cubicBezTo>
                  <a:pt x="86062" y="37663"/>
                  <a:pt x="88641" y="39928"/>
                  <a:pt x="93797" y="41659"/>
                </a:cubicBezTo>
                <a:cubicBezTo>
                  <a:pt x="99322" y="43501"/>
                  <a:pt x="103475" y="45177"/>
                  <a:pt x="106256" y="46687"/>
                </a:cubicBezTo>
                <a:cubicBezTo>
                  <a:pt x="109037" y="48197"/>
                  <a:pt x="111155" y="50186"/>
                  <a:pt x="112610" y="52654"/>
                </a:cubicBezTo>
                <a:cubicBezTo>
                  <a:pt x="114065" y="55122"/>
                  <a:pt x="114793" y="57977"/>
                  <a:pt x="114793" y="61218"/>
                </a:cubicBezTo>
                <a:cubicBezTo>
                  <a:pt x="114793" y="67517"/>
                  <a:pt x="112270" y="72406"/>
                  <a:pt x="107223" y="75887"/>
                </a:cubicBezTo>
                <a:cubicBezTo>
                  <a:pt x="102177" y="79368"/>
                  <a:pt x="95436" y="81109"/>
                  <a:pt x="87001" y="81109"/>
                </a:cubicBezTo>
                <a:cubicBezTo>
                  <a:pt x="80371" y="81109"/>
                  <a:pt x="74238" y="80059"/>
                  <a:pt x="68603" y="77959"/>
                </a:cubicBezTo>
                <a:lnTo>
                  <a:pt x="68603" y="63207"/>
                </a:lnTo>
                <a:close/>
                <a:moveTo>
                  <a:pt x="124207" y="63207"/>
                </a:moveTo>
                <a:cubicBezTo>
                  <a:pt x="130321" y="66927"/>
                  <a:pt x="136307" y="68788"/>
                  <a:pt x="142163" y="68788"/>
                </a:cubicBezTo>
                <a:cubicBezTo>
                  <a:pt x="149530" y="68788"/>
                  <a:pt x="153213" y="66817"/>
                  <a:pt x="153213" y="62876"/>
                </a:cubicBezTo>
                <a:cubicBezTo>
                  <a:pt x="153213" y="60076"/>
                  <a:pt x="150175" y="57737"/>
                  <a:pt x="144097" y="55859"/>
                </a:cubicBezTo>
                <a:cubicBezTo>
                  <a:pt x="136509" y="53501"/>
                  <a:pt x="131297" y="50877"/>
                  <a:pt x="128461" y="47986"/>
                </a:cubicBezTo>
                <a:cubicBezTo>
                  <a:pt x="125625" y="45094"/>
                  <a:pt x="124207" y="41180"/>
                  <a:pt x="124207" y="36245"/>
                </a:cubicBezTo>
                <a:cubicBezTo>
                  <a:pt x="124207" y="30241"/>
                  <a:pt x="126638" y="25535"/>
                  <a:pt x="131500" y="22128"/>
                </a:cubicBezTo>
                <a:cubicBezTo>
                  <a:pt x="136362" y="18721"/>
                  <a:pt x="142734" y="17017"/>
                  <a:pt x="150617" y="17017"/>
                </a:cubicBezTo>
                <a:cubicBezTo>
                  <a:pt x="156215" y="17017"/>
                  <a:pt x="161612" y="17846"/>
                  <a:pt x="166805" y="19504"/>
                </a:cubicBezTo>
                <a:lnTo>
                  <a:pt x="166805" y="33537"/>
                </a:lnTo>
                <a:cubicBezTo>
                  <a:pt x="162054" y="30738"/>
                  <a:pt x="156823" y="29338"/>
                  <a:pt x="151114" y="29338"/>
                </a:cubicBezTo>
                <a:cubicBezTo>
                  <a:pt x="148278" y="29338"/>
                  <a:pt x="145994" y="29845"/>
                  <a:pt x="144263" y="30858"/>
                </a:cubicBezTo>
                <a:cubicBezTo>
                  <a:pt x="142532" y="31871"/>
                  <a:pt x="141666" y="33206"/>
                  <a:pt x="141666" y="34863"/>
                </a:cubicBezTo>
                <a:cubicBezTo>
                  <a:pt x="141666" y="37663"/>
                  <a:pt x="144244" y="39928"/>
                  <a:pt x="149401" y="41659"/>
                </a:cubicBezTo>
                <a:cubicBezTo>
                  <a:pt x="154926" y="43501"/>
                  <a:pt x="159079" y="45177"/>
                  <a:pt x="161860" y="46687"/>
                </a:cubicBezTo>
                <a:cubicBezTo>
                  <a:pt x="164641" y="48197"/>
                  <a:pt x="166759" y="50186"/>
                  <a:pt x="168214" y="52654"/>
                </a:cubicBezTo>
                <a:cubicBezTo>
                  <a:pt x="169669" y="55122"/>
                  <a:pt x="170396" y="57977"/>
                  <a:pt x="170396" y="61218"/>
                </a:cubicBezTo>
                <a:cubicBezTo>
                  <a:pt x="170396" y="67517"/>
                  <a:pt x="167873" y="72406"/>
                  <a:pt x="162827" y="75887"/>
                </a:cubicBezTo>
                <a:cubicBezTo>
                  <a:pt x="157781" y="79368"/>
                  <a:pt x="151040" y="81109"/>
                  <a:pt x="142605" y="81109"/>
                </a:cubicBezTo>
                <a:cubicBezTo>
                  <a:pt x="135975" y="81109"/>
                  <a:pt x="129842" y="80059"/>
                  <a:pt x="124207" y="77959"/>
                </a:cubicBezTo>
                <a:lnTo>
                  <a:pt x="124207" y="63207"/>
                </a:lnTo>
                <a:close/>
                <a:moveTo>
                  <a:pt x="235670" y="54091"/>
                </a:moveTo>
                <a:lnTo>
                  <a:pt x="195447" y="54091"/>
                </a:lnTo>
                <a:cubicBezTo>
                  <a:pt x="196073" y="63557"/>
                  <a:pt x="201782" y="68290"/>
                  <a:pt x="212575" y="68290"/>
                </a:cubicBezTo>
                <a:cubicBezTo>
                  <a:pt x="219315" y="68290"/>
                  <a:pt x="225264" y="66633"/>
                  <a:pt x="230421" y="63318"/>
                </a:cubicBezTo>
                <a:lnTo>
                  <a:pt x="230421" y="76412"/>
                </a:lnTo>
                <a:cubicBezTo>
                  <a:pt x="224859" y="79543"/>
                  <a:pt x="217566" y="81109"/>
                  <a:pt x="208541" y="81109"/>
                </a:cubicBezTo>
                <a:cubicBezTo>
                  <a:pt x="198817" y="81109"/>
                  <a:pt x="191257" y="78364"/>
                  <a:pt x="185861" y="72876"/>
                </a:cubicBezTo>
                <a:cubicBezTo>
                  <a:pt x="180465" y="67388"/>
                  <a:pt x="177766" y="59745"/>
                  <a:pt x="177766" y="49947"/>
                </a:cubicBezTo>
                <a:cubicBezTo>
                  <a:pt x="177766" y="40186"/>
                  <a:pt x="180639" y="32257"/>
                  <a:pt x="186386" y="26161"/>
                </a:cubicBezTo>
                <a:cubicBezTo>
                  <a:pt x="192132" y="20065"/>
                  <a:pt x="199351" y="17017"/>
                  <a:pt x="208044" y="17017"/>
                </a:cubicBezTo>
                <a:cubicBezTo>
                  <a:pt x="216700" y="17017"/>
                  <a:pt x="223468" y="19642"/>
                  <a:pt x="228349" y="24891"/>
                </a:cubicBezTo>
                <a:cubicBezTo>
                  <a:pt x="233229" y="30139"/>
                  <a:pt x="235670" y="37350"/>
                  <a:pt x="235670" y="46521"/>
                </a:cubicBezTo>
                <a:lnTo>
                  <a:pt x="235670" y="54091"/>
                </a:lnTo>
                <a:moveTo>
                  <a:pt x="219039" y="42930"/>
                </a:moveTo>
                <a:cubicBezTo>
                  <a:pt x="219039" y="33795"/>
                  <a:pt x="215337" y="29228"/>
                  <a:pt x="207933" y="29228"/>
                </a:cubicBezTo>
                <a:cubicBezTo>
                  <a:pt x="204876" y="29228"/>
                  <a:pt x="202169" y="30480"/>
                  <a:pt x="199812" y="32985"/>
                </a:cubicBezTo>
                <a:cubicBezTo>
                  <a:pt x="197454" y="35490"/>
                  <a:pt x="195981" y="38805"/>
                  <a:pt x="195391" y="42930"/>
                </a:cubicBezTo>
                <a:lnTo>
                  <a:pt x="219039" y="42930"/>
                </a:lnTo>
                <a:close/>
                <a:moveTo>
                  <a:pt x="286039" y="34698"/>
                </a:moveTo>
                <a:cubicBezTo>
                  <a:pt x="283866" y="33445"/>
                  <a:pt x="281233" y="32819"/>
                  <a:pt x="278139" y="32819"/>
                </a:cubicBezTo>
                <a:cubicBezTo>
                  <a:pt x="274087" y="32819"/>
                  <a:pt x="270873" y="34366"/>
                  <a:pt x="268497" y="37460"/>
                </a:cubicBezTo>
                <a:cubicBezTo>
                  <a:pt x="266121" y="40554"/>
                  <a:pt x="264934" y="44809"/>
                  <a:pt x="264934" y="50223"/>
                </a:cubicBezTo>
                <a:lnTo>
                  <a:pt x="264934" y="79617"/>
                </a:lnTo>
                <a:lnTo>
                  <a:pt x="247087" y="79617"/>
                </a:lnTo>
                <a:lnTo>
                  <a:pt x="247087" y="18509"/>
                </a:lnTo>
                <a:lnTo>
                  <a:pt x="264934" y="18509"/>
                </a:lnTo>
                <a:lnTo>
                  <a:pt x="264934" y="30001"/>
                </a:lnTo>
                <a:lnTo>
                  <a:pt x="265155" y="30001"/>
                </a:lnTo>
                <a:cubicBezTo>
                  <a:pt x="268101" y="21640"/>
                  <a:pt x="273461" y="17459"/>
                  <a:pt x="281233" y="17459"/>
                </a:cubicBezTo>
                <a:cubicBezTo>
                  <a:pt x="283332" y="17459"/>
                  <a:pt x="284934" y="17699"/>
                  <a:pt x="286039" y="18178"/>
                </a:cubicBezTo>
                <a:lnTo>
                  <a:pt x="286039" y="34698"/>
                </a:lnTo>
                <a:close/>
                <a:moveTo>
                  <a:pt x="334021" y="78898"/>
                </a:moveTo>
                <a:cubicBezTo>
                  <a:pt x="331332" y="80372"/>
                  <a:pt x="327262" y="81109"/>
                  <a:pt x="321810" y="81109"/>
                </a:cubicBezTo>
                <a:cubicBezTo>
                  <a:pt x="308844" y="81109"/>
                  <a:pt x="302362" y="74294"/>
                  <a:pt x="302362" y="60666"/>
                </a:cubicBezTo>
                <a:lnTo>
                  <a:pt x="302362" y="31825"/>
                </a:lnTo>
                <a:lnTo>
                  <a:pt x="292306" y="31825"/>
                </a:lnTo>
                <a:lnTo>
                  <a:pt x="292306" y="18509"/>
                </a:lnTo>
                <a:lnTo>
                  <a:pt x="302362" y="18509"/>
                </a:lnTo>
                <a:lnTo>
                  <a:pt x="302362" y="5083"/>
                </a:lnTo>
                <a:lnTo>
                  <a:pt x="320097" y="0"/>
                </a:lnTo>
                <a:lnTo>
                  <a:pt x="320097" y="18509"/>
                </a:lnTo>
                <a:lnTo>
                  <a:pt x="334021" y="18509"/>
                </a:lnTo>
                <a:lnTo>
                  <a:pt x="334021" y="31825"/>
                </a:lnTo>
                <a:lnTo>
                  <a:pt x="320097" y="31825"/>
                </a:lnTo>
                <a:lnTo>
                  <a:pt x="320097" y="57572"/>
                </a:lnTo>
                <a:cubicBezTo>
                  <a:pt x="320097" y="64091"/>
                  <a:pt x="322676" y="67351"/>
                  <a:pt x="327832" y="67351"/>
                </a:cubicBezTo>
                <a:cubicBezTo>
                  <a:pt x="329821" y="67351"/>
                  <a:pt x="331884" y="66762"/>
                  <a:pt x="334021" y="65583"/>
                </a:cubicBezTo>
                <a:lnTo>
                  <a:pt x="334021" y="7889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len(j)==n–k">
            <a:extLst xmlns:a="http://schemas.openxmlformats.org/drawingml/2006/main">
              <a:ext uri="{FF2B5EF4-FFF2-40B4-BE49-F238E27FC236}">
                <a16:creationId xmlns:a16="http://schemas.microsoft.com/office/drawing/2014/main" id="{64B952E3-89A3-412E-873B-7D87EEBD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319" y="1027452"/>
            <a:ext cx="767085" cy="119232"/>
          </a:xfrm>
          <a:custGeom xmlns:a="http://schemas.openxmlformats.org/drawingml/2006/main">
            <a:pathLst>
              <a:path w="767085" h="119232">
                <a:moveTo>
                  <a:pt x="0" y="90446"/>
                </a:moveTo>
                <a:lnTo>
                  <a:pt x="0" y="0"/>
                </a:lnTo>
                <a:lnTo>
                  <a:pt x="10829" y="0"/>
                </a:lnTo>
                <a:lnTo>
                  <a:pt x="10829" y="90446"/>
                </a:lnTo>
                <a:lnTo>
                  <a:pt x="0" y="90446"/>
                </a:lnTo>
                <a:close/>
                <a:moveTo>
                  <a:pt x="80150" y="62655"/>
                </a:moveTo>
                <a:lnTo>
                  <a:pt x="37386" y="62655"/>
                </a:lnTo>
                <a:cubicBezTo>
                  <a:pt x="37570" y="69174"/>
                  <a:pt x="39357" y="74211"/>
                  <a:pt x="42745" y="77766"/>
                </a:cubicBezTo>
                <a:cubicBezTo>
                  <a:pt x="46134" y="81320"/>
                  <a:pt x="50867" y="83098"/>
                  <a:pt x="56945" y="83098"/>
                </a:cubicBezTo>
                <a:cubicBezTo>
                  <a:pt x="63796" y="83098"/>
                  <a:pt x="70076" y="80906"/>
                  <a:pt x="75785" y="76523"/>
                </a:cubicBezTo>
                <a:lnTo>
                  <a:pt x="75785" y="86192"/>
                </a:lnTo>
                <a:cubicBezTo>
                  <a:pt x="70408" y="89986"/>
                  <a:pt x="63280" y="91882"/>
                  <a:pt x="54403" y="91882"/>
                </a:cubicBezTo>
                <a:cubicBezTo>
                  <a:pt x="45563" y="91882"/>
                  <a:pt x="38666" y="89083"/>
                  <a:pt x="33712" y="83484"/>
                </a:cubicBezTo>
                <a:cubicBezTo>
                  <a:pt x="28758" y="77886"/>
                  <a:pt x="26280" y="70114"/>
                  <a:pt x="26280" y="60168"/>
                </a:cubicBezTo>
                <a:cubicBezTo>
                  <a:pt x="26280" y="50813"/>
                  <a:pt x="28997" y="43096"/>
                  <a:pt x="34430" y="37018"/>
                </a:cubicBezTo>
                <a:cubicBezTo>
                  <a:pt x="39863" y="30941"/>
                  <a:pt x="46613" y="27902"/>
                  <a:pt x="54679" y="27902"/>
                </a:cubicBezTo>
                <a:cubicBezTo>
                  <a:pt x="62672" y="27902"/>
                  <a:pt x="68916" y="30471"/>
                  <a:pt x="73410" y="35609"/>
                </a:cubicBezTo>
                <a:cubicBezTo>
                  <a:pt x="77903" y="40748"/>
                  <a:pt x="80150" y="47939"/>
                  <a:pt x="80150" y="57185"/>
                </a:cubicBezTo>
                <a:lnTo>
                  <a:pt x="80150" y="62655"/>
                </a:lnTo>
                <a:moveTo>
                  <a:pt x="69321" y="53980"/>
                </a:moveTo>
                <a:cubicBezTo>
                  <a:pt x="69284" y="48455"/>
                  <a:pt x="67977" y="44182"/>
                  <a:pt x="65398" y="41162"/>
                </a:cubicBezTo>
                <a:cubicBezTo>
                  <a:pt x="62820" y="38142"/>
                  <a:pt x="59192" y="36631"/>
                  <a:pt x="54514" y="36631"/>
                </a:cubicBezTo>
                <a:cubicBezTo>
                  <a:pt x="50204" y="36631"/>
                  <a:pt x="46475" y="38234"/>
                  <a:pt x="43325" y="41438"/>
                </a:cubicBezTo>
                <a:cubicBezTo>
                  <a:pt x="40176" y="44643"/>
                  <a:pt x="38196" y="48824"/>
                  <a:pt x="37386" y="53980"/>
                </a:cubicBezTo>
                <a:lnTo>
                  <a:pt x="69321" y="53980"/>
                </a:lnTo>
                <a:close/>
                <a:moveTo>
                  <a:pt x="146742" y="90446"/>
                </a:moveTo>
                <a:lnTo>
                  <a:pt x="135968" y="90446"/>
                </a:lnTo>
                <a:lnTo>
                  <a:pt x="135968" y="55693"/>
                </a:lnTo>
                <a:cubicBezTo>
                  <a:pt x="135968" y="43133"/>
                  <a:pt x="131382" y="36852"/>
                  <a:pt x="122211" y="36852"/>
                </a:cubicBezTo>
                <a:cubicBezTo>
                  <a:pt x="117459" y="36852"/>
                  <a:pt x="113555" y="38620"/>
                  <a:pt x="110497" y="42157"/>
                </a:cubicBezTo>
                <a:cubicBezTo>
                  <a:pt x="107440" y="45693"/>
                  <a:pt x="105911" y="50168"/>
                  <a:pt x="105911" y="55583"/>
                </a:cubicBezTo>
                <a:lnTo>
                  <a:pt x="105911" y="90446"/>
                </a:lnTo>
                <a:lnTo>
                  <a:pt x="95082" y="90446"/>
                </a:lnTo>
                <a:lnTo>
                  <a:pt x="95082" y="29338"/>
                </a:lnTo>
                <a:lnTo>
                  <a:pt x="105911" y="29338"/>
                </a:lnTo>
                <a:lnTo>
                  <a:pt x="105911" y="39449"/>
                </a:lnTo>
                <a:lnTo>
                  <a:pt x="106132" y="39449"/>
                </a:lnTo>
                <a:cubicBezTo>
                  <a:pt x="110737" y="31751"/>
                  <a:pt x="117422" y="27902"/>
                  <a:pt x="126189" y="27902"/>
                </a:cubicBezTo>
                <a:cubicBezTo>
                  <a:pt x="132892" y="27902"/>
                  <a:pt x="137994" y="30047"/>
                  <a:pt x="141493" y="34339"/>
                </a:cubicBezTo>
                <a:cubicBezTo>
                  <a:pt x="144992" y="38630"/>
                  <a:pt x="146742" y="44882"/>
                  <a:pt x="146742" y="53096"/>
                </a:cubicBezTo>
                <a:lnTo>
                  <a:pt x="146742" y="90446"/>
                </a:lnTo>
                <a:close/>
                <a:moveTo>
                  <a:pt x="182178" y="109894"/>
                </a:moveTo>
                <a:cubicBezTo>
                  <a:pt x="169765" y="95750"/>
                  <a:pt x="163558" y="78383"/>
                  <a:pt x="163558" y="57793"/>
                </a:cubicBezTo>
                <a:cubicBezTo>
                  <a:pt x="163558" y="37202"/>
                  <a:pt x="169765" y="19559"/>
                  <a:pt x="182178" y="4862"/>
                </a:cubicBezTo>
                <a:lnTo>
                  <a:pt x="191736" y="4862"/>
                </a:lnTo>
                <a:cubicBezTo>
                  <a:pt x="179286" y="20148"/>
                  <a:pt x="173061" y="37755"/>
                  <a:pt x="173061" y="57682"/>
                </a:cubicBezTo>
                <a:cubicBezTo>
                  <a:pt x="173061" y="77572"/>
                  <a:pt x="179249" y="94977"/>
                  <a:pt x="191626" y="109894"/>
                </a:cubicBezTo>
                <a:lnTo>
                  <a:pt x="182178" y="109894"/>
                </a:lnTo>
                <a:close/>
                <a:moveTo>
                  <a:pt x="214864" y="7790"/>
                </a:moveTo>
                <a:cubicBezTo>
                  <a:pt x="214864" y="5875"/>
                  <a:pt x="215508" y="4264"/>
                  <a:pt x="216798" y="2956"/>
                </a:cubicBezTo>
                <a:cubicBezTo>
                  <a:pt x="218087" y="1648"/>
                  <a:pt x="219707" y="995"/>
                  <a:pt x="221660" y="995"/>
                </a:cubicBezTo>
                <a:cubicBezTo>
                  <a:pt x="223649" y="995"/>
                  <a:pt x="225306" y="1639"/>
                  <a:pt x="226632" y="2928"/>
                </a:cubicBezTo>
                <a:cubicBezTo>
                  <a:pt x="227958" y="4217"/>
                  <a:pt x="228621" y="5838"/>
                  <a:pt x="228621" y="7790"/>
                </a:cubicBezTo>
                <a:cubicBezTo>
                  <a:pt x="228621" y="9669"/>
                  <a:pt x="227949" y="11253"/>
                  <a:pt x="226605" y="12542"/>
                </a:cubicBezTo>
                <a:cubicBezTo>
                  <a:pt x="225260" y="13831"/>
                  <a:pt x="223612" y="14476"/>
                  <a:pt x="221660" y="14476"/>
                </a:cubicBezTo>
                <a:cubicBezTo>
                  <a:pt x="219707" y="14476"/>
                  <a:pt x="218087" y="13822"/>
                  <a:pt x="216798" y="12514"/>
                </a:cubicBezTo>
                <a:cubicBezTo>
                  <a:pt x="215508" y="11207"/>
                  <a:pt x="214864" y="9632"/>
                  <a:pt x="214864" y="7790"/>
                </a:cubicBezTo>
                <a:moveTo>
                  <a:pt x="226964" y="88070"/>
                </a:moveTo>
                <a:cubicBezTo>
                  <a:pt x="226964" y="97979"/>
                  <a:pt x="224910" y="105649"/>
                  <a:pt x="220803" y="111082"/>
                </a:cubicBezTo>
                <a:cubicBezTo>
                  <a:pt x="216696" y="116515"/>
                  <a:pt x="210867" y="119232"/>
                  <a:pt x="203316" y="119232"/>
                </a:cubicBezTo>
                <a:cubicBezTo>
                  <a:pt x="200517" y="119232"/>
                  <a:pt x="197773" y="118587"/>
                  <a:pt x="195084" y="117298"/>
                </a:cubicBezTo>
                <a:lnTo>
                  <a:pt x="195084" y="107519"/>
                </a:lnTo>
                <a:cubicBezTo>
                  <a:pt x="197957" y="109287"/>
                  <a:pt x="200683" y="110171"/>
                  <a:pt x="203261" y="110171"/>
                </a:cubicBezTo>
                <a:cubicBezTo>
                  <a:pt x="211843" y="110171"/>
                  <a:pt x="216135" y="103338"/>
                  <a:pt x="216135" y="89672"/>
                </a:cubicBezTo>
                <a:lnTo>
                  <a:pt x="216135" y="29338"/>
                </a:lnTo>
                <a:lnTo>
                  <a:pt x="226964" y="29338"/>
                </a:lnTo>
                <a:lnTo>
                  <a:pt x="226964" y="88070"/>
                </a:lnTo>
                <a:close/>
                <a:moveTo>
                  <a:pt x="238161" y="109894"/>
                </a:moveTo>
                <a:cubicBezTo>
                  <a:pt x="250574" y="95013"/>
                  <a:pt x="256780" y="77609"/>
                  <a:pt x="256780" y="57682"/>
                </a:cubicBezTo>
                <a:cubicBezTo>
                  <a:pt x="256780" y="37718"/>
                  <a:pt x="250537" y="20111"/>
                  <a:pt x="238050" y="4862"/>
                </a:cubicBezTo>
                <a:lnTo>
                  <a:pt x="247664" y="4862"/>
                </a:lnTo>
                <a:cubicBezTo>
                  <a:pt x="260114" y="19448"/>
                  <a:pt x="266339" y="37092"/>
                  <a:pt x="266339" y="57793"/>
                </a:cubicBezTo>
                <a:cubicBezTo>
                  <a:pt x="266339" y="78493"/>
                  <a:pt x="260114" y="95861"/>
                  <a:pt x="247664" y="109894"/>
                </a:cubicBezTo>
                <a:lnTo>
                  <a:pt x="238161" y="109894"/>
                </a:lnTo>
                <a:close/>
                <a:moveTo>
                  <a:pt x="377644" y="46300"/>
                </a:moveTo>
                <a:lnTo>
                  <a:pt x="321343" y="46300"/>
                </a:lnTo>
                <a:lnTo>
                  <a:pt x="321343" y="37957"/>
                </a:lnTo>
                <a:lnTo>
                  <a:pt x="377644" y="37957"/>
                </a:lnTo>
                <a:lnTo>
                  <a:pt x="377644" y="46300"/>
                </a:lnTo>
                <a:moveTo>
                  <a:pt x="377644" y="71826"/>
                </a:moveTo>
                <a:lnTo>
                  <a:pt x="321343" y="71826"/>
                </a:lnTo>
                <a:lnTo>
                  <a:pt x="321343" y="63483"/>
                </a:lnTo>
                <a:lnTo>
                  <a:pt x="377644" y="63483"/>
                </a:lnTo>
                <a:lnTo>
                  <a:pt x="377644" y="71826"/>
                </a:lnTo>
                <a:close/>
                <a:moveTo>
                  <a:pt x="461502" y="46300"/>
                </a:moveTo>
                <a:lnTo>
                  <a:pt x="405201" y="46300"/>
                </a:lnTo>
                <a:lnTo>
                  <a:pt x="405201" y="37957"/>
                </a:lnTo>
                <a:lnTo>
                  <a:pt x="461502" y="37957"/>
                </a:lnTo>
                <a:lnTo>
                  <a:pt x="461502" y="46300"/>
                </a:lnTo>
                <a:moveTo>
                  <a:pt x="461502" y="71826"/>
                </a:moveTo>
                <a:lnTo>
                  <a:pt x="405201" y="71826"/>
                </a:lnTo>
                <a:lnTo>
                  <a:pt x="405201" y="63483"/>
                </a:lnTo>
                <a:lnTo>
                  <a:pt x="461502" y="63483"/>
                </a:lnTo>
                <a:lnTo>
                  <a:pt x="461502" y="71826"/>
                </a:lnTo>
                <a:close/>
                <a:moveTo>
                  <a:pt x="569800" y="90446"/>
                </a:moveTo>
                <a:lnTo>
                  <a:pt x="559026" y="90446"/>
                </a:lnTo>
                <a:lnTo>
                  <a:pt x="559026" y="55693"/>
                </a:lnTo>
                <a:cubicBezTo>
                  <a:pt x="559026" y="43133"/>
                  <a:pt x="554440" y="36852"/>
                  <a:pt x="545268" y="36852"/>
                </a:cubicBezTo>
                <a:cubicBezTo>
                  <a:pt x="540517" y="36852"/>
                  <a:pt x="536612" y="38620"/>
                  <a:pt x="533555" y="42157"/>
                </a:cubicBezTo>
                <a:cubicBezTo>
                  <a:pt x="530498" y="45693"/>
                  <a:pt x="528969" y="50168"/>
                  <a:pt x="528969" y="55583"/>
                </a:cubicBezTo>
                <a:lnTo>
                  <a:pt x="528969" y="90446"/>
                </a:lnTo>
                <a:lnTo>
                  <a:pt x="518140" y="90446"/>
                </a:lnTo>
                <a:lnTo>
                  <a:pt x="518140" y="29338"/>
                </a:lnTo>
                <a:lnTo>
                  <a:pt x="528969" y="29338"/>
                </a:lnTo>
                <a:lnTo>
                  <a:pt x="528969" y="39449"/>
                </a:lnTo>
                <a:lnTo>
                  <a:pt x="529190" y="39449"/>
                </a:lnTo>
                <a:cubicBezTo>
                  <a:pt x="533794" y="31751"/>
                  <a:pt x="540480" y="27902"/>
                  <a:pt x="549246" y="27902"/>
                </a:cubicBezTo>
                <a:cubicBezTo>
                  <a:pt x="555950" y="27902"/>
                  <a:pt x="561052" y="30047"/>
                  <a:pt x="564551" y="34339"/>
                </a:cubicBezTo>
                <a:cubicBezTo>
                  <a:pt x="568050" y="38630"/>
                  <a:pt x="569800" y="44882"/>
                  <a:pt x="569800" y="53096"/>
                </a:cubicBezTo>
                <a:lnTo>
                  <a:pt x="569800" y="90446"/>
                </a:lnTo>
                <a:close/>
                <a:moveTo>
                  <a:pt x="672630" y="60721"/>
                </a:moveTo>
                <a:lnTo>
                  <a:pt x="611522" y="60721"/>
                </a:lnTo>
                <a:lnTo>
                  <a:pt x="611522" y="52378"/>
                </a:lnTo>
                <a:lnTo>
                  <a:pt x="672630" y="52378"/>
                </a:lnTo>
                <a:lnTo>
                  <a:pt x="672630" y="60721"/>
                </a:lnTo>
                <a:close/>
                <a:moveTo>
                  <a:pt x="767085" y="90446"/>
                </a:moveTo>
                <a:lnTo>
                  <a:pt x="752333" y="90446"/>
                </a:lnTo>
                <a:lnTo>
                  <a:pt x="726199" y="60997"/>
                </a:lnTo>
                <a:lnTo>
                  <a:pt x="725978" y="60997"/>
                </a:lnTo>
                <a:lnTo>
                  <a:pt x="725978" y="90446"/>
                </a:lnTo>
                <a:lnTo>
                  <a:pt x="715149" y="90446"/>
                </a:lnTo>
                <a:lnTo>
                  <a:pt x="715149" y="0"/>
                </a:lnTo>
                <a:lnTo>
                  <a:pt x="725978" y="0"/>
                </a:lnTo>
                <a:lnTo>
                  <a:pt x="725978" y="57351"/>
                </a:lnTo>
                <a:lnTo>
                  <a:pt x="726199" y="57351"/>
                </a:lnTo>
                <a:lnTo>
                  <a:pt x="751007" y="29338"/>
                </a:lnTo>
                <a:lnTo>
                  <a:pt x="764930" y="29338"/>
                </a:lnTo>
                <a:lnTo>
                  <a:pt x="737304" y="58732"/>
                </a:lnTo>
                <a:lnTo>
                  <a:pt x="767085" y="90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...">
            <a:extLst xmlns:a="http://schemas.openxmlformats.org/drawingml/2006/main">
              <a:ext uri="{FF2B5EF4-FFF2-40B4-BE49-F238E27FC236}">
                <a16:creationId xmlns:a16="http://schemas.microsoft.com/office/drawing/2014/main" id="{03D9E71D-3069-4530-93F7-7FF3767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693" y="1242860"/>
            <a:ext cx="68873" cy="14089"/>
          </a:xfrm>
          <a:custGeom xmlns:a="http://schemas.openxmlformats.org/drawingml/2006/main">
            <a:pathLst>
              <a:path w="68873" h="14089">
                <a:moveTo>
                  <a:pt x="0" y="7072"/>
                </a:moveTo>
                <a:cubicBezTo>
                  <a:pt x="0" y="5083"/>
                  <a:pt x="681" y="3407"/>
                  <a:pt x="2044" y="2044"/>
                </a:cubicBezTo>
                <a:cubicBezTo>
                  <a:pt x="3407" y="681"/>
                  <a:pt x="5102" y="0"/>
                  <a:pt x="7127" y="0"/>
                </a:cubicBezTo>
                <a:cubicBezTo>
                  <a:pt x="9190" y="0"/>
                  <a:pt x="10903" y="691"/>
                  <a:pt x="12266" y="2072"/>
                </a:cubicBezTo>
                <a:cubicBezTo>
                  <a:pt x="13629" y="3453"/>
                  <a:pt x="14310" y="5120"/>
                  <a:pt x="14310" y="7072"/>
                </a:cubicBezTo>
                <a:cubicBezTo>
                  <a:pt x="14310" y="8988"/>
                  <a:pt x="13629" y="10636"/>
                  <a:pt x="12266" y="12017"/>
                </a:cubicBezTo>
                <a:cubicBezTo>
                  <a:pt x="10903" y="13398"/>
                  <a:pt x="9172" y="14089"/>
                  <a:pt x="7072" y="14089"/>
                </a:cubicBezTo>
                <a:cubicBezTo>
                  <a:pt x="5046" y="14089"/>
                  <a:pt x="3361" y="13398"/>
                  <a:pt x="2017" y="12017"/>
                </a:cubicBezTo>
                <a:cubicBezTo>
                  <a:pt x="672" y="10636"/>
                  <a:pt x="0" y="8988"/>
                  <a:pt x="0" y="7072"/>
                </a:cubicBezTo>
                <a:close/>
                <a:moveTo>
                  <a:pt x="27281" y="7072"/>
                </a:moveTo>
                <a:cubicBezTo>
                  <a:pt x="27281" y="5083"/>
                  <a:pt x="27963" y="3407"/>
                  <a:pt x="29325" y="2044"/>
                </a:cubicBezTo>
                <a:cubicBezTo>
                  <a:pt x="30688" y="681"/>
                  <a:pt x="32383" y="0"/>
                  <a:pt x="34409" y="0"/>
                </a:cubicBezTo>
                <a:cubicBezTo>
                  <a:pt x="36471" y="0"/>
                  <a:pt x="38184" y="691"/>
                  <a:pt x="39547" y="2072"/>
                </a:cubicBezTo>
                <a:cubicBezTo>
                  <a:pt x="40910" y="3453"/>
                  <a:pt x="41591" y="5120"/>
                  <a:pt x="41591" y="7072"/>
                </a:cubicBezTo>
                <a:cubicBezTo>
                  <a:pt x="41591" y="8988"/>
                  <a:pt x="40910" y="10636"/>
                  <a:pt x="39547" y="12017"/>
                </a:cubicBezTo>
                <a:cubicBezTo>
                  <a:pt x="38184" y="13398"/>
                  <a:pt x="36453" y="14089"/>
                  <a:pt x="34353" y="14089"/>
                </a:cubicBezTo>
                <a:cubicBezTo>
                  <a:pt x="32327" y="14089"/>
                  <a:pt x="30642" y="13398"/>
                  <a:pt x="29298" y="12017"/>
                </a:cubicBezTo>
                <a:cubicBezTo>
                  <a:pt x="27953" y="10636"/>
                  <a:pt x="27281" y="8988"/>
                  <a:pt x="27281" y="7072"/>
                </a:cubicBezTo>
                <a:close/>
                <a:moveTo>
                  <a:pt x="54563" y="7072"/>
                </a:moveTo>
                <a:cubicBezTo>
                  <a:pt x="54563" y="5083"/>
                  <a:pt x="55245" y="3407"/>
                  <a:pt x="56607" y="2044"/>
                </a:cubicBezTo>
                <a:cubicBezTo>
                  <a:pt x="57970" y="681"/>
                  <a:pt x="59665" y="0"/>
                  <a:pt x="61690" y="0"/>
                </a:cubicBezTo>
                <a:cubicBezTo>
                  <a:pt x="63753" y="0"/>
                  <a:pt x="65466" y="691"/>
                  <a:pt x="66829" y="2072"/>
                </a:cubicBezTo>
                <a:cubicBezTo>
                  <a:pt x="68192" y="3453"/>
                  <a:pt x="68873" y="5120"/>
                  <a:pt x="68873" y="7072"/>
                </a:cubicBezTo>
                <a:cubicBezTo>
                  <a:pt x="68873" y="8988"/>
                  <a:pt x="68192" y="10636"/>
                  <a:pt x="66829" y="12017"/>
                </a:cubicBezTo>
                <a:cubicBezTo>
                  <a:pt x="65466" y="13398"/>
                  <a:pt x="63735" y="14089"/>
                  <a:pt x="61635" y="14089"/>
                </a:cubicBezTo>
                <a:cubicBezTo>
                  <a:pt x="59609" y="14089"/>
                  <a:pt x="57924" y="13398"/>
                  <a:pt x="56580" y="12017"/>
                </a:cubicBezTo>
                <a:cubicBezTo>
                  <a:pt x="55235" y="10636"/>
                  <a:pt x="54563" y="8988"/>
                  <a:pt x="54563" y="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Contracts">
            <a:extLst xmlns:a="http://schemas.openxmlformats.org/drawingml/2006/main">
              <a:ext uri="{FF2B5EF4-FFF2-40B4-BE49-F238E27FC236}">
                <a16:creationId xmlns:a16="http://schemas.microsoft.com/office/drawing/2014/main" id="{5F207D93-6EF4-42FE-85E3-262AA64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740" y="698382"/>
            <a:ext cx="613746" cy="101157"/>
          </a:xfrm>
          <a:custGeom xmlns:a="http://schemas.openxmlformats.org/drawingml/2006/main">
            <a:pathLst>
              <a:path w="613746" h="101157">
                <a:moveTo>
                  <a:pt x="75899" y="95916"/>
                </a:moveTo>
                <a:cubicBezTo>
                  <a:pt x="68785" y="99410"/>
                  <a:pt x="59503" y="101157"/>
                  <a:pt x="48053" y="101157"/>
                </a:cubicBezTo>
                <a:cubicBezTo>
                  <a:pt x="33319" y="101157"/>
                  <a:pt x="21627" y="96747"/>
                  <a:pt x="12976" y="87928"/>
                </a:cubicBezTo>
                <a:cubicBezTo>
                  <a:pt x="4325" y="79109"/>
                  <a:pt x="0" y="67354"/>
                  <a:pt x="0" y="52662"/>
                </a:cubicBezTo>
                <a:cubicBezTo>
                  <a:pt x="0" y="37213"/>
                  <a:pt x="4831" y="24574"/>
                  <a:pt x="14492" y="14744"/>
                </a:cubicBezTo>
                <a:cubicBezTo>
                  <a:pt x="24153" y="4915"/>
                  <a:pt x="36624" y="0"/>
                  <a:pt x="51904" y="0"/>
                </a:cubicBezTo>
                <a:cubicBezTo>
                  <a:pt x="61460" y="0"/>
                  <a:pt x="69458" y="1242"/>
                  <a:pt x="75899" y="3725"/>
                </a:cubicBezTo>
                <a:lnTo>
                  <a:pt x="75899" y="23868"/>
                </a:lnTo>
                <a:cubicBezTo>
                  <a:pt x="69290" y="19996"/>
                  <a:pt x="61797" y="18059"/>
                  <a:pt x="53420" y="18059"/>
                </a:cubicBezTo>
                <a:cubicBezTo>
                  <a:pt x="43864" y="18059"/>
                  <a:pt x="36224" y="21111"/>
                  <a:pt x="30499" y="27215"/>
                </a:cubicBezTo>
                <a:cubicBezTo>
                  <a:pt x="24774" y="33319"/>
                  <a:pt x="21911" y="41296"/>
                  <a:pt x="21911" y="51147"/>
                </a:cubicBezTo>
                <a:cubicBezTo>
                  <a:pt x="21911" y="60745"/>
                  <a:pt x="24626" y="68469"/>
                  <a:pt x="30057" y="74321"/>
                </a:cubicBezTo>
                <a:cubicBezTo>
                  <a:pt x="35487" y="80172"/>
                  <a:pt x="42833" y="83098"/>
                  <a:pt x="52094" y="83098"/>
                </a:cubicBezTo>
                <a:cubicBezTo>
                  <a:pt x="60808" y="83098"/>
                  <a:pt x="68743" y="80993"/>
                  <a:pt x="75899" y="76783"/>
                </a:cubicBezTo>
                <a:lnTo>
                  <a:pt x="75899" y="95916"/>
                </a:lnTo>
                <a:close/>
                <a:moveTo>
                  <a:pt x="86827" y="64849"/>
                </a:moveTo>
                <a:cubicBezTo>
                  <a:pt x="86827" y="53357"/>
                  <a:pt x="90268" y="44327"/>
                  <a:pt x="97151" y="37760"/>
                </a:cubicBezTo>
                <a:cubicBezTo>
                  <a:pt x="104033" y="31193"/>
                  <a:pt x="113284" y="27910"/>
                  <a:pt x="124902" y="27910"/>
                </a:cubicBezTo>
                <a:cubicBezTo>
                  <a:pt x="136142" y="27910"/>
                  <a:pt x="145066" y="31141"/>
                  <a:pt x="151675" y="37602"/>
                </a:cubicBezTo>
                <a:cubicBezTo>
                  <a:pt x="158285" y="44064"/>
                  <a:pt x="161589" y="52746"/>
                  <a:pt x="161589" y="63649"/>
                </a:cubicBezTo>
                <a:cubicBezTo>
                  <a:pt x="161589" y="75099"/>
                  <a:pt x="158200" y="84213"/>
                  <a:pt x="151423" y="90991"/>
                </a:cubicBezTo>
                <a:cubicBezTo>
                  <a:pt x="144645" y="97768"/>
                  <a:pt x="135469" y="101157"/>
                  <a:pt x="123892" y="101157"/>
                </a:cubicBezTo>
                <a:cubicBezTo>
                  <a:pt x="112526" y="101157"/>
                  <a:pt x="103507" y="97905"/>
                  <a:pt x="96835" y="91401"/>
                </a:cubicBezTo>
                <a:cubicBezTo>
                  <a:pt x="90163" y="84897"/>
                  <a:pt x="86827" y="76046"/>
                  <a:pt x="86827" y="64849"/>
                </a:cubicBezTo>
                <a:moveTo>
                  <a:pt x="107475" y="64596"/>
                </a:moveTo>
                <a:cubicBezTo>
                  <a:pt x="107475" y="78530"/>
                  <a:pt x="113158" y="85497"/>
                  <a:pt x="124524" y="85497"/>
                </a:cubicBezTo>
                <a:cubicBezTo>
                  <a:pt x="135426" y="85497"/>
                  <a:pt x="140878" y="78341"/>
                  <a:pt x="140878" y="64028"/>
                </a:cubicBezTo>
                <a:cubicBezTo>
                  <a:pt x="140878" y="50389"/>
                  <a:pt x="135384" y="43569"/>
                  <a:pt x="124397" y="43569"/>
                </a:cubicBezTo>
                <a:cubicBezTo>
                  <a:pt x="119051" y="43569"/>
                  <a:pt x="114894" y="45401"/>
                  <a:pt x="111926" y="49063"/>
                </a:cubicBezTo>
                <a:cubicBezTo>
                  <a:pt x="108959" y="52725"/>
                  <a:pt x="107475" y="57903"/>
                  <a:pt x="107475" y="64596"/>
                </a:cubicBezTo>
                <a:close/>
                <a:moveTo>
                  <a:pt x="242179" y="99452"/>
                </a:moveTo>
                <a:lnTo>
                  <a:pt x="221910" y="99452"/>
                </a:lnTo>
                <a:lnTo>
                  <a:pt x="221910" y="60492"/>
                </a:lnTo>
                <a:cubicBezTo>
                  <a:pt x="221910" y="49210"/>
                  <a:pt x="217847" y="43569"/>
                  <a:pt x="209723" y="43569"/>
                </a:cubicBezTo>
                <a:cubicBezTo>
                  <a:pt x="205850" y="43569"/>
                  <a:pt x="202630" y="45074"/>
                  <a:pt x="200062" y="48084"/>
                </a:cubicBezTo>
                <a:cubicBezTo>
                  <a:pt x="197494" y="51094"/>
                  <a:pt x="196210" y="54935"/>
                  <a:pt x="196210" y="59608"/>
                </a:cubicBezTo>
                <a:lnTo>
                  <a:pt x="196210" y="99452"/>
                </a:lnTo>
                <a:lnTo>
                  <a:pt x="175814" y="99452"/>
                </a:lnTo>
                <a:lnTo>
                  <a:pt x="175814" y="29615"/>
                </a:lnTo>
                <a:lnTo>
                  <a:pt x="196210" y="29615"/>
                </a:lnTo>
                <a:lnTo>
                  <a:pt x="196210" y="40728"/>
                </a:lnTo>
                <a:lnTo>
                  <a:pt x="196462" y="40728"/>
                </a:lnTo>
                <a:cubicBezTo>
                  <a:pt x="201556" y="32182"/>
                  <a:pt x="209049" y="27910"/>
                  <a:pt x="218942" y="27910"/>
                </a:cubicBezTo>
                <a:cubicBezTo>
                  <a:pt x="234433" y="27910"/>
                  <a:pt x="242179" y="37508"/>
                  <a:pt x="242179" y="56703"/>
                </a:cubicBezTo>
                <a:lnTo>
                  <a:pt x="242179" y="99452"/>
                </a:lnTo>
                <a:close/>
                <a:moveTo>
                  <a:pt x="300836" y="98631"/>
                </a:moveTo>
                <a:cubicBezTo>
                  <a:pt x="297763" y="100315"/>
                  <a:pt x="293112" y="101157"/>
                  <a:pt x="286881" y="101157"/>
                </a:cubicBezTo>
                <a:cubicBezTo>
                  <a:pt x="272064" y="101157"/>
                  <a:pt x="264655" y="93369"/>
                  <a:pt x="264655" y="77793"/>
                </a:cubicBezTo>
                <a:lnTo>
                  <a:pt x="264655" y="44832"/>
                </a:lnTo>
                <a:lnTo>
                  <a:pt x="253162" y="44832"/>
                </a:lnTo>
                <a:lnTo>
                  <a:pt x="253162" y="29615"/>
                </a:lnTo>
                <a:lnTo>
                  <a:pt x="264655" y="29615"/>
                </a:lnTo>
                <a:lnTo>
                  <a:pt x="264655" y="14271"/>
                </a:lnTo>
                <a:lnTo>
                  <a:pt x="284924" y="8461"/>
                </a:lnTo>
                <a:lnTo>
                  <a:pt x="284924" y="29615"/>
                </a:lnTo>
                <a:lnTo>
                  <a:pt x="300836" y="29615"/>
                </a:lnTo>
                <a:lnTo>
                  <a:pt x="300836" y="44832"/>
                </a:lnTo>
                <a:lnTo>
                  <a:pt x="284924" y="44832"/>
                </a:lnTo>
                <a:lnTo>
                  <a:pt x="284924" y="74257"/>
                </a:lnTo>
                <a:cubicBezTo>
                  <a:pt x="284924" y="81708"/>
                  <a:pt x="287871" y="85434"/>
                  <a:pt x="293764" y="85434"/>
                </a:cubicBezTo>
                <a:cubicBezTo>
                  <a:pt x="296037" y="85434"/>
                  <a:pt x="298395" y="84760"/>
                  <a:pt x="300836" y="83413"/>
                </a:cubicBezTo>
                <a:lnTo>
                  <a:pt x="300836" y="98631"/>
                </a:lnTo>
                <a:close/>
                <a:moveTo>
                  <a:pt x="357771" y="48116"/>
                </a:moveTo>
                <a:cubicBezTo>
                  <a:pt x="355287" y="46684"/>
                  <a:pt x="352277" y="45969"/>
                  <a:pt x="348741" y="45969"/>
                </a:cubicBezTo>
                <a:cubicBezTo>
                  <a:pt x="344111" y="45969"/>
                  <a:pt x="340438" y="47737"/>
                  <a:pt x="337723" y="51273"/>
                </a:cubicBezTo>
                <a:cubicBezTo>
                  <a:pt x="335008" y="54809"/>
                  <a:pt x="333650" y="59671"/>
                  <a:pt x="333650" y="65859"/>
                </a:cubicBezTo>
                <a:lnTo>
                  <a:pt x="333650" y="99452"/>
                </a:lnTo>
                <a:lnTo>
                  <a:pt x="313254" y="99452"/>
                </a:lnTo>
                <a:lnTo>
                  <a:pt x="313254" y="29615"/>
                </a:lnTo>
                <a:lnTo>
                  <a:pt x="333650" y="29615"/>
                </a:lnTo>
                <a:lnTo>
                  <a:pt x="333650" y="42749"/>
                </a:lnTo>
                <a:lnTo>
                  <a:pt x="333903" y="42749"/>
                </a:lnTo>
                <a:cubicBezTo>
                  <a:pt x="337270" y="33193"/>
                  <a:pt x="343395" y="28415"/>
                  <a:pt x="352277" y="28415"/>
                </a:cubicBezTo>
                <a:cubicBezTo>
                  <a:pt x="354677" y="28415"/>
                  <a:pt x="356508" y="28688"/>
                  <a:pt x="357771" y="29236"/>
                </a:cubicBezTo>
                <a:lnTo>
                  <a:pt x="357771" y="48116"/>
                </a:lnTo>
                <a:close/>
                <a:moveTo>
                  <a:pt x="369519" y="33845"/>
                </a:moveTo>
                <a:cubicBezTo>
                  <a:pt x="372676" y="32077"/>
                  <a:pt x="376896" y="30646"/>
                  <a:pt x="382179" y="29551"/>
                </a:cubicBezTo>
                <a:cubicBezTo>
                  <a:pt x="387462" y="28457"/>
                  <a:pt x="391977" y="27910"/>
                  <a:pt x="395724" y="27910"/>
                </a:cubicBezTo>
                <a:cubicBezTo>
                  <a:pt x="415256" y="27910"/>
                  <a:pt x="425023" y="37697"/>
                  <a:pt x="425023" y="57272"/>
                </a:cubicBezTo>
                <a:lnTo>
                  <a:pt x="425023" y="99452"/>
                </a:lnTo>
                <a:lnTo>
                  <a:pt x="405637" y="99452"/>
                </a:lnTo>
                <a:lnTo>
                  <a:pt x="405637" y="89286"/>
                </a:lnTo>
                <a:lnTo>
                  <a:pt x="405385" y="89286"/>
                </a:lnTo>
                <a:cubicBezTo>
                  <a:pt x="400628" y="97200"/>
                  <a:pt x="393661" y="101157"/>
                  <a:pt x="384484" y="101157"/>
                </a:cubicBezTo>
                <a:cubicBezTo>
                  <a:pt x="377875" y="101157"/>
                  <a:pt x="372581" y="99273"/>
                  <a:pt x="368603" y="95505"/>
                </a:cubicBezTo>
                <a:cubicBezTo>
                  <a:pt x="364625" y="91738"/>
                  <a:pt x="362636" y="86613"/>
                  <a:pt x="362636" y="80130"/>
                </a:cubicBezTo>
                <a:cubicBezTo>
                  <a:pt x="362636" y="66743"/>
                  <a:pt x="370613" y="58955"/>
                  <a:pt x="386568" y="56766"/>
                </a:cubicBezTo>
                <a:lnTo>
                  <a:pt x="405764" y="54178"/>
                </a:lnTo>
                <a:cubicBezTo>
                  <a:pt x="405764" y="46053"/>
                  <a:pt x="401533" y="41991"/>
                  <a:pt x="393072" y="41991"/>
                </a:cubicBezTo>
                <a:cubicBezTo>
                  <a:pt x="384737" y="41991"/>
                  <a:pt x="376886" y="44517"/>
                  <a:pt x="369519" y="49568"/>
                </a:cubicBezTo>
                <a:lnTo>
                  <a:pt x="369519" y="33845"/>
                </a:lnTo>
                <a:moveTo>
                  <a:pt x="392567" y="67817"/>
                </a:moveTo>
                <a:cubicBezTo>
                  <a:pt x="385200" y="68785"/>
                  <a:pt x="381516" y="72110"/>
                  <a:pt x="381516" y="77793"/>
                </a:cubicBezTo>
                <a:cubicBezTo>
                  <a:pt x="381516" y="80403"/>
                  <a:pt x="382411" y="82508"/>
                  <a:pt x="384200" y="84108"/>
                </a:cubicBezTo>
                <a:cubicBezTo>
                  <a:pt x="385989" y="85708"/>
                  <a:pt x="388399" y="86507"/>
                  <a:pt x="391430" y="86507"/>
                </a:cubicBezTo>
                <a:cubicBezTo>
                  <a:pt x="395597" y="86507"/>
                  <a:pt x="399028" y="85034"/>
                  <a:pt x="401722" y="82087"/>
                </a:cubicBezTo>
                <a:cubicBezTo>
                  <a:pt x="404417" y="79141"/>
                  <a:pt x="405764" y="75478"/>
                  <a:pt x="405764" y="71100"/>
                </a:cubicBezTo>
                <a:lnTo>
                  <a:pt x="405764" y="66112"/>
                </a:lnTo>
                <a:lnTo>
                  <a:pt x="392567" y="67817"/>
                </a:lnTo>
                <a:close/>
                <a:moveTo>
                  <a:pt x="494894" y="96863"/>
                </a:moveTo>
                <a:cubicBezTo>
                  <a:pt x="490011" y="99725"/>
                  <a:pt x="483065" y="101157"/>
                  <a:pt x="474057" y="101157"/>
                </a:cubicBezTo>
                <a:cubicBezTo>
                  <a:pt x="463406" y="101157"/>
                  <a:pt x="454798" y="97915"/>
                  <a:pt x="448231" y="91433"/>
                </a:cubicBezTo>
                <a:cubicBezTo>
                  <a:pt x="441664" y="84950"/>
                  <a:pt x="438380" y="76552"/>
                  <a:pt x="438380" y="66238"/>
                </a:cubicBezTo>
                <a:cubicBezTo>
                  <a:pt x="438380" y="54367"/>
                  <a:pt x="441916" y="45011"/>
                  <a:pt x="448988" y="38171"/>
                </a:cubicBezTo>
                <a:cubicBezTo>
                  <a:pt x="456061" y="31330"/>
                  <a:pt x="465490" y="27910"/>
                  <a:pt x="477277" y="27910"/>
                </a:cubicBezTo>
                <a:cubicBezTo>
                  <a:pt x="485233" y="27910"/>
                  <a:pt x="491127" y="29004"/>
                  <a:pt x="494957" y="31193"/>
                </a:cubicBezTo>
                <a:lnTo>
                  <a:pt x="494957" y="48684"/>
                </a:lnTo>
                <a:cubicBezTo>
                  <a:pt x="490285" y="45274"/>
                  <a:pt x="485191" y="43569"/>
                  <a:pt x="479676" y="43569"/>
                </a:cubicBezTo>
                <a:cubicBezTo>
                  <a:pt x="473446" y="43569"/>
                  <a:pt x="468447" y="45464"/>
                  <a:pt x="464680" y="49252"/>
                </a:cubicBezTo>
                <a:cubicBezTo>
                  <a:pt x="460912" y="53041"/>
                  <a:pt x="459028" y="58240"/>
                  <a:pt x="459028" y="64849"/>
                </a:cubicBezTo>
                <a:cubicBezTo>
                  <a:pt x="459028" y="71248"/>
                  <a:pt x="460817" y="76289"/>
                  <a:pt x="464396" y="79972"/>
                </a:cubicBezTo>
                <a:cubicBezTo>
                  <a:pt x="467974" y="83655"/>
                  <a:pt x="472836" y="85497"/>
                  <a:pt x="478982" y="85497"/>
                </a:cubicBezTo>
                <a:cubicBezTo>
                  <a:pt x="484412" y="85497"/>
                  <a:pt x="489716" y="83771"/>
                  <a:pt x="494894" y="80319"/>
                </a:cubicBezTo>
                <a:lnTo>
                  <a:pt x="494894" y="96863"/>
                </a:lnTo>
                <a:close/>
                <a:moveTo>
                  <a:pt x="550370" y="98631"/>
                </a:moveTo>
                <a:cubicBezTo>
                  <a:pt x="547297" y="100315"/>
                  <a:pt x="542645" y="101157"/>
                  <a:pt x="536415" y="101157"/>
                </a:cubicBezTo>
                <a:cubicBezTo>
                  <a:pt x="521597" y="101157"/>
                  <a:pt x="514188" y="93369"/>
                  <a:pt x="514188" y="77793"/>
                </a:cubicBezTo>
                <a:lnTo>
                  <a:pt x="514188" y="44832"/>
                </a:lnTo>
                <a:lnTo>
                  <a:pt x="502696" y="44832"/>
                </a:lnTo>
                <a:lnTo>
                  <a:pt x="502696" y="29615"/>
                </a:lnTo>
                <a:lnTo>
                  <a:pt x="514188" y="29615"/>
                </a:lnTo>
                <a:lnTo>
                  <a:pt x="514188" y="14271"/>
                </a:lnTo>
                <a:lnTo>
                  <a:pt x="534458" y="8461"/>
                </a:lnTo>
                <a:lnTo>
                  <a:pt x="534458" y="29615"/>
                </a:lnTo>
                <a:lnTo>
                  <a:pt x="550370" y="29615"/>
                </a:lnTo>
                <a:lnTo>
                  <a:pt x="550370" y="44832"/>
                </a:lnTo>
                <a:lnTo>
                  <a:pt x="534458" y="44832"/>
                </a:lnTo>
                <a:lnTo>
                  <a:pt x="534458" y="74257"/>
                </a:lnTo>
                <a:cubicBezTo>
                  <a:pt x="534458" y="81708"/>
                  <a:pt x="537404" y="85434"/>
                  <a:pt x="543298" y="85434"/>
                </a:cubicBezTo>
                <a:cubicBezTo>
                  <a:pt x="545571" y="85434"/>
                  <a:pt x="547928" y="84760"/>
                  <a:pt x="550370" y="83413"/>
                </a:cubicBezTo>
                <a:lnTo>
                  <a:pt x="550370" y="98631"/>
                </a:lnTo>
                <a:close/>
                <a:moveTo>
                  <a:pt x="560957" y="80698"/>
                </a:moveTo>
                <a:cubicBezTo>
                  <a:pt x="567945" y="84950"/>
                  <a:pt x="574786" y="87076"/>
                  <a:pt x="581479" y="87076"/>
                </a:cubicBezTo>
                <a:cubicBezTo>
                  <a:pt x="589898" y="87076"/>
                  <a:pt x="594108" y="84823"/>
                  <a:pt x="594108" y="80319"/>
                </a:cubicBezTo>
                <a:cubicBezTo>
                  <a:pt x="594108" y="77120"/>
                  <a:pt x="590635" y="74447"/>
                  <a:pt x="583689" y="72300"/>
                </a:cubicBezTo>
                <a:cubicBezTo>
                  <a:pt x="575017" y="69606"/>
                  <a:pt x="569061" y="66606"/>
                  <a:pt x="565819" y="63302"/>
                </a:cubicBezTo>
                <a:cubicBezTo>
                  <a:pt x="562578" y="59997"/>
                  <a:pt x="560957" y="55525"/>
                  <a:pt x="560957" y="49884"/>
                </a:cubicBezTo>
                <a:cubicBezTo>
                  <a:pt x="560957" y="43022"/>
                  <a:pt x="563736" y="37644"/>
                  <a:pt x="569292" y="33750"/>
                </a:cubicBezTo>
                <a:cubicBezTo>
                  <a:pt x="574849" y="29857"/>
                  <a:pt x="582132" y="27910"/>
                  <a:pt x="591140" y="27910"/>
                </a:cubicBezTo>
                <a:cubicBezTo>
                  <a:pt x="597539" y="27910"/>
                  <a:pt x="603706" y="28857"/>
                  <a:pt x="609641" y="30751"/>
                </a:cubicBezTo>
                <a:lnTo>
                  <a:pt x="609641" y="46790"/>
                </a:lnTo>
                <a:cubicBezTo>
                  <a:pt x="604211" y="43590"/>
                  <a:pt x="598233" y="41991"/>
                  <a:pt x="591708" y="41991"/>
                </a:cubicBezTo>
                <a:cubicBezTo>
                  <a:pt x="588467" y="41991"/>
                  <a:pt x="585857" y="42570"/>
                  <a:pt x="583879" y="43727"/>
                </a:cubicBezTo>
                <a:cubicBezTo>
                  <a:pt x="581900" y="44885"/>
                  <a:pt x="580911" y="46411"/>
                  <a:pt x="580911" y="48305"/>
                </a:cubicBezTo>
                <a:cubicBezTo>
                  <a:pt x="580911" y="51504"/>
                  <a:pt x="583858" y="54093"/>
                  <a:pt x="589751" y="56072"/>
                </a:cubicBezTo>
                <a:cubicBezTo>
                  <a:pt x="596065" y="58177"/>
                  <a:pt x="600812" y="60092"/>
                  <a:pt x="603990" y="61818"/>
                </a:cubicBezTo>
                <a:cubicBezTo>
                  <a:pt x="607168" y="63544"/>
                  <a:pt x="609589" y="65817"/>
                  <a:pt x="611252" y="68638"/>
                </a:cubicBezTo>
                <a:cubicBezTo>
                  <a:pt x="612914" y="71458"/>
                  <a:pt x="613746" y="74720"/>
                  <a:pt x="613746" y="78425"/>
                </a:cubicBezTo>
                <a:cubicBezTo>
                  <a:pt x="613746" y="85623"/>
                  <a:pt x="610862" y="91212"/>
                  <a:pt x="605095" y="95190"/>
                </a:cubicBezTo>
                <a:cubicBezTo>
                  <a:pt x="599328" y="99168"/>
                  <a:pt x="591624" y="101157"/>
                  <a:pt x="581984" y="101157"/>
                </a:cubicBezTo>
                <a:cubicBezTo>
                  <a:pt x="574407" y="101157"/>
                  <a:pt x="567398" y="99957"/>
                  <a:pt x="560957" y="97558"/>
                </a:cubicBezTo>
                <a:lnTo>
                  <a:pt x="560957" y="80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787f044434160"/>
          <a:stretch xmlns:a="http://schemas.openxmlformats.org/drawingml/2006/main"/>
        </p:blipFill>
        <p:spPr>
          <a:xfrm xmlns:a="http://schemas.openxmlformats.org/drawingml/2006/main">
            <a:off x="4509686" y="674341"/>
            <a:ext cx="161445" cy="161445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233AB-D3AC-4B4C-AE59-576DE29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09" y="3695763"/>
            <a:ext cx="789935" cy="101030"/>
          </a:xfrm>
          <a:custGeom xmlns:a="http://schemas.openxmlformats.org/drawingml/2006/main">
            <a:pathLst>
              <a:path w="789935" h="101030">
                <a:moveTo>
                  <a:pt x="0" y="40412"/>
                </a:moveTo>
                <a:lnTo>
                  <a:pt x="0" y="60618"/>
                </a:lnTo>
                <a:lnTo>
                  <a:pt x="688904" y="60618"/>
                </a:lnTo>
                <a:lnTo>
                  <a:pt x="688904" y="101030"/>
                </a:lnTo>
                <a:lnTo>
                  <a:pt x="789935" y="50516"/>
                </a:lnTo>
                <a:lnTo>
                  <a:pt x="688904" y="0"/>
                </a:lnTo>
                <a:lnTo>
                  <a:pt x="688904" y="40412"/>
                </a:lnTo>
                <a:lnTo>
                  <a:pt x="0" y="40412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Correctness">
            <a:extLst xmlns:a="http://schemas.openxmlformats.org/drawingml/2006/main">
              <a:ext uri="{FF2B5EF4-FFF2-40B4-BE49-F238E27FC236}">
                <a16:creationId xmlns:a16="http://schemas.microsoft.com/office/drawing/2014/main" id="{85CE40B4-5F9C-491D-931F-4B60367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393" y="3128933"/>
            <a:ext cx="754548" cy="101157"/>
          </a:xfrm>
          <a:custGeom xmlns:a="http://schemas.openxmlformats.org/drawingml/2006/main">
            <a:pathLst>
              <a:path w="754548" h="101157">
                <a:moveTo>
                  <a:pt x="75899" y="95916"/>
                </a:moveTo>
                <a:cubicBezTo>
                  <a:pt x="68785" y="99410"/>
                  <a:pt x="59503" y="101157"/>
                  <a:pt x="48053" y="101157"/>
                </a:cubicBezTo>
                <a:cubicBezTo>
                  <a:pt x="33319" y="101157"/>
                  <a:pt x="21627" y="96747"/>
                  <a:pt x="12976" y="87928"/>
                </a:cubicBezTo>
                <a:cubicBezTo>
                  <a:pt x="4325" y="79109"/>
                  <a:pt x="0" y="67354"/>
                  <a:pt x="0" y="52662"/>
                </a:cubicBezTo>
                <a:cubicBezTo>
                  <a:pt x="0" y="37213"/>
                  <a:pt x="4831" y="24574"/>
                  <a:pt x="14492" y="14744"/>
                </a:cubicBezTo>
                <a:cubicBezTo>
                  <a:pt x="24153" y="4915"/>
                  <a:pt x="36624" y="0"/>
                  <a:pt x="51904" y="0"/>
                </a:cubicBezTo>
                <a:cubicBezTo>
                  <a:pt x="61460" y="0"/>
                  <a:pt x="69458" y="1242"/>
                  <a:pt x="75899" y="3725"/>
                </a:cubicBezTo>
                <a:lnTo>
                  <a:pt x="75899" y="23868"/>
                </a:lnTo>
                <a:cubicBezTo>
                  <a:pt x="69290" y="19996"/>
                  <a:pt x="61797" y="18059"/>
                  <a:pt x="53420" y="18059"/>
                </a:cubicBezTo>
                <a:cubicBezTo>
                  <a:pt x="43864" y="18059"/>
                  <a:pt x="36224" y="21111"/>
                  <a:pt x="30499" y="27215"/>
                </a:cubicBezTo>
                <a:cubicBezTo>
                  <a:pt x="24774" y="33319"/>
                  <a:pt x="21911" y="41296"/>
                  <a:pt x="21911" y="51147"/>
                </a:cubicBezTo>
                <a:cubicBezTo>
                  <a:pt x="21911" y="60745"/>
                  <a:pt x="24626" y="68469"/>
                  <a:pt x="30057" y="74321"/>
                </a:cubicBezTo>
                <a:cubicBezTo>
                  <a:pt x="35487" y="80172"/>
                  <a:pt x="42833" y="83098"/>
                  <a:pt x="52094" y="83098"/>
                </a:cubicBezTo>
                <a:cubicBezTo>
                  <a:pt x="60808" y="83098"/>
                  <a:pt x="68743" y="80993"/>
                  <a:pt x="75899" y="76783"/>
                </a:cubicBezTo>
                <a:lnTo>
                  <a:pt x="75899" y="95916"/>
                </a:lnTo>
                <a:close/>
                <a:moveTo>
                  <a:pt x="86826" y="64849"/>
                </a:moveTo>
                <a:cubicBezTo>
                  <a:pt x="86826" y="53357"/>
                  <a:pt x="90268" y="44327"/>
                  <a:pt x="97150" y="37760"/>
                </a:cubicBezTo>
                <a:cubicBezTo>
                  <a:pt x="104033" y="31193"/>
                  <a:pt x="113284" y="27910"/>
                  <a:pt x="124902" y="27910"/>
                </a:cubicBezTo>
                <a:cubicBezTo>
                  <a:pt x="136142" y="27910"/>
                  <a:pt x="145066" y="31141"/>
                  <a:pt x="151675" y="37602"/>
                </a:cubicBezTo>
                <a:cubicBezTo>
                  <a:pt x="158284" y="44064"/>
                  <a:pt x="161589" y="52746"/>
                  <a:pt x="161589" y="63649"/>
                </a:cubicBezTo>
                <a:cubicBezTo>
                  <a:pt x="161589" y="75099"/>
                  <a:pt x="158200" y="84213"/>
                  <a:pt x="151423" y="90991"/>
                </a:cubicBezTo>
                <a:cubicBezTo>
                  <a:pt x="144645" y="97768"/>
                  <a:pt x="135468" y="101157"/>
                  <a:pt x="123892" y="101157"/>
                </a:cubicBezTo>
                <a:cubicBezTo>
                  <a:pt x="112526" y="101157"/>
                  <a:pt x="103507" y="97905"/>
                  <a:pt x="96835" y="91401"/>
                </a:cubicBezTo>
                <a:cubicBezTo>
                  <a:pt x="90162" y="84897"/>
                  <a:pt x="86826" y="76046"/>
                  <a:pt x="86826" y="64849"/>
                </a:cubicBezTo>
                <a:moveTo>
                  <a:pt x="107474" y="64596"/>
                </a:moveTo>
                <a:cubicBezTo>
                  <a:pt x="107474" y="78530"/>
                  <a:pt x="113157" y="85497"/>
                  <a:pt x="124523" y="85497"/>
                </a:cubicBezTo>
                <a:cubicBezTo>
                  <a:pt x="135426" y="85497"/>
                  <a:pt x="140878" y="78341"/>
                  <a:pt x="140878" y="64028"/>
                </a:cubicBezTo>
                <a:cubicBezTo>
                  <a:pt x="140878" y="50389"/>
                  <a:pt x="135384" y="43569"/>
                  <a:pt x="124397" y="43569"/>
                </a:cubicBezTo>
                <a:cubicBezTo>
                  <a:pt x="119051" y="43569"/>
                  <a:pt x="114894" y="45401"/>
                  <a:pt x="111926" y="49063"/>
                </a:cubicBezTo>
                <a:cubicBezTo>
                  <a:pt x="108958" y="52725"/>
                  <a:pt x="107474" y="57903"/>
                  <a:pt x="107474" y="64596"/>
                </a:cubicBezTo>
                <a:close/>
                <a:moveTo>
                  <a:pt x="220331" y="48116"/>
                </a:moveTo>
                <a:cubicBezTo>
                  <a:pt x="217847" y="46684"/>
                  <a:pt x="214837" y="45969"/>
                  <a:pt x="211301" y="45969"/>
                </a:cubicBezTo>
                <a:cubicBezTo>
                  <a:pt x="206670" y="45969"/>
                  <a:pt x="202998" y="47737"/>
                  <a:pt x="200282" y="51273"/>
                </a:cubicBezTo>
                <a:cubicBezTo>
                  <a:pt x="197567" y="54809"/>
                  <a:pt x="196210" y="59671"/>
                  <a:pt x="196210" y="65859"/>
                </a:cubicBezTo>
                <a:lnTo>
                  <a:pt x="196210" y="99452"/>
                </a:lnTo>
                <a:lnTo>
                  <a:pt x="175814" y="99452"/>
                </a:lnTo>
                <a:lnTo>
                  <a:pt x="175814" y="29615"/>
                </a:lnTo>
                <a:lnTo>
                  <a:pt x="196210" y="29615"/>
                </a:lnTo>
                <a:lnTo>
                  <a:pt x="196210" y="42749"/>
                </a:lnTo>
                <a:lnTo>
                  <a:pt x="196462" y="42749"/>
                </a:lnTo>
                <a:cubicBezTo>
                  <a:pt x="199830" y="33193"/>
                  <a:pt x="205955" y="28415"/>
                  <a:pt x="214837" y="28415"/>
                </a:cubicBezTo>
                <a:cubicBezTo>
                  <a:pt x="217237" y="28415"/>
                  <a:pt x="219068" y="28688"/>
                  <a:pt x="220331" y="29236"/>
                </a:cubicBezTo>
                <a:lnTo>
                  <a:pt x="220331" y="48116"/>
                </a:lnTo>
                <a:close/>
                <a:moveTo>
                  <a:pt x="274890" y="48116"/>
                </a:moveTo>
                <a:cubicBezTo>
                  <a:pt x="272407" y="46684"/>
                  <a:pt x="269397" y="45969"/>
                  <a:pt x="265861" y="45969"/>
                </a:cubicBezTo>
                <a:cubicBezTo>
                  <a:pt x="261230" y="45969"/>
                  <a:pt x="257557" y="47737"/>
                  <a:pt x="254842" y="51273"/>
                </a:cubicBezTo>
                <a:cubicBezTo>
                  <a:pt x="252127" y="54809"/>
                  <a:pt x="250769" y="59671"/>
                  <a:pt x="250769" y="65859"/>
                </a:cubicBezTo>
                <a:lnTo>
                  <a:pt x="250769" y="99452"/>
                </a:lnTo>
                <a:lnTo>
                  <a:pt x="230374" y="99452"/>
                </a:lnTo>
                <a:lnTo>
                  <a:pt x="230374" y="29615"/>
                </a:lnTo>
                <a:lnTo>
                  <a:pt x="250769" y="29615"/>
                </a:lnTo>
                <a:lnTo>
                  <a:pt x="250769" y="42749"/>
                </a:lnTo>
                <a:lnTo>
                  <a:pt x="251022" y="42749"/>
                </a:lnTo>
                <a:cubicBezTo>
                  <a:pt x="254390" y="33193"/>
                  <a:pt x="260515" y="28415"/>
                  <a:pt x="269397" y="28415"/>
                </a:cubicBezTo>
                <a:cubicBezTo>
                  <a:pt x="271796" y="28415"/>
                  <a:pt x="273628" y="28688"/>
                  <a:pt x="274890" y="29236"/>
                </a:cubicBezTo>
                <a:lnTo>
                  <a:pt x="274890" y="48116"/>
                </a:lnTo>
                <a:close/>
                <a:moveTo>
                  <a:pt x="346294" y="70279"/>
                </a:moveTo>
                <a:lnTo>
                  <a:pt x="300326" y="70279"/>
                </a:lnTo>
                <a:cubicBezTo>
                  <a:pt x="301041" y="81098"/>
                  <a:pt x="307566" y="86507"/>
                  <a:pt x="319900" y="86507"/>
                </a:cubicBezTo>
                <a:cubicBezTo>
                  <a:pt x="327604" y="86507"/>
                  <a:pt x="334402" y="84613"/>
                  <a:pt x="340296" y="80824"/>
                </a:cubicBezTo>
                <a:lnTo>
                  <a:pt x="340296" y="95790"/>
                </a:lnTo>
                <a:cubicBezTo>
                  <a:pt x="333939" y="99368"/>
                  <a:pt x="325604" y="101157"/>
                  <a:pt x="315291" y="101157"/>
                </a:cubicBezTo>
                <a:cubicBezTo>
                  <a:pt x="304177" y="101157"/>
                  <a:pt x="295537" y="98021"/>
                  <a:pt x="289370" y="91748"/>
                </a:cubicBezTo>
                <a:cubicBezTo>
                  <a:pt x="283203" y="85476"/>
                  <a:pt x="280119" y="76741"/>
                  <a:pt x="280119" y="65544"/>
                </a:cubicBezTo>
                <a:cubicBezTo>
                  <a:pt x="280119" y="54388"/>
                  <a:pt x="283403" y="45327"/>
                  <a:pt x="289970" y="38360"/>
                </a:cubicBezTo>
                <a:cubicBezTo>
                  <a:pt x="296537" y="31393"/>
                  <a:pt x="304788" y="27910"/>
                  <a:pt x="314722" y="27910"/>
                </a:cubicBezTo>
                <a:cubicBezTo>
                  <a:pt x="324615" y="27910"/>
                  <a:pt x="332350" y="30909"/>
                  <a:pt x="337928" y="36908"/>
                </a:cubicBezTo>
                <a:cubicBezTo>
                  <a:pt x="343506" y="42906"/>
                  <a:pt x="346294" y="51147"/>
                  <a:pt x="346294" y="61629"/>
                </a:cubicBezTo>
                <a:lnTo>
                  <a:pt x="346294" y="70279"/>
                </a:lnTo>
                <a:moveTo>
                  <a:pt x="327288" y="57524"/>
                </a:moveTo>
                <a:cubicBezTo>
                  <a:pt x="327288" y="47084"/>
                  <a:pt x="323057" y="41865"/>
                  <a:pt x="314596" y="41865"/>
                </a:cubicBezTo>
                <a:cubicBezTo>
                  <a:pt x="311102" y="41865"/>
                  <a:pt x="308008" y="43296"/>
                  <a:pt x="305314" y="46158"/>
                </a:cubicBezTo>
                <a:cubicBezTo>
                  <a:pt x="302620" y="49021"/>
                  <a:pt x="300936" y="52809"/>
                  <a:pt x="300262" y="57524"/>
                </a:cubicBezTo>
                <a:lnTo>
                  <a:pt x="327288" y="57524"/>
                </a:lnTo>
                <a:close/>
                <a:moveTo>
                  <a:pt x="412401" y="96863"/>
                </a:moveTo>
                <a:cubicBezTo>
                  <a:pt x="407518" y="99725"/>
                  <a:pt x="400572" y="101157"/>
                  <a:pt x="391564" y="101157"/>
                </a:cubicBezTo>
                <a:cubicBezTo>
                  <a:pt x="380914" y="101157"/>
                  <a:pt x="372305" y="97915"/>
                  <a:pt x="365738" y="91433"/>
                </a:cubicBezTo>
                <a:cubicBezTo>
                  <a:pt x="359171" y="84950"/>
                  <a:pt x="355888" y="76552"/>
                  <a:pt x="355888" y="66238"/>
                </a:cubicBezTo>
                <a:cubicBezTo>
                  <a:pt x="355888" y="54367"/>
                  <a:pt x="359424" y="45011"/>
                  <a:pt x="366496" y="38171"/>
                </a:cubicBezTo>
                <a:cubicBezTo>
                  <a:pt x="373568" y="31330"/>
                  <a:pt x="382997" y="27910"/>
                  <a:pt x="394784" y="27910"/>
                </a:cubicBezTo>
                <a:cubicBezTo>
                  <a:pt x="402740" y="27910"/>
                  <a:pt x="408634" y="29004"/>
                  <a:pt x="412465" y="31193"/>
                </a:cubicBezTo>
                <a:lnTo>
                  <a:pt x="412465" y="48684"/>
                </a:lnTo>
                <a:cubicBezTo>
                  <a:pt x="407792" y="45274"/>
                  <a:pt x="402698" y="43569"/>
                  <a:pt x="397184" y="43569"/>
                </a:cubicBezTo>
                <a:cubicBezTo>
                  <a:pt x="390954" y="43569"/>
                  <a:pt x="385955" y="45464"/>
                  <a:pt x="382187" y="49252"/>
                </a:cubicBezTo>
                <a:cubicBezTo>
                  <a:pt x="378419" y="53041"/>
                  <a:pt x="376536" y="58240"/>
                  <a:pt x="376536" y="64849"/>
                </a:cubicBezTo>
                <a:cubicBezTo>
                  <a:pt x="376536" y="71248"/>
                  <a:pt x="378325" y="76289"/>
                  <a:pt x="381903" y="79972"/>
                </a:cubicBezTo>
                <a:cubicBezTo>
                  <a:pt x="385481" y="83655"/>
                  <a:pt x="390343" y="85497"/>
                  <a:pt x="396489" y="85497"/>
                </a:cubicBezTo>
                <a:cubicBezTo>
                  <a:pt x="401920" y="85497"/>
                  <a:pt x="407224" y="83771"/>
                  <a:pt x="412401" y="80319"/>
                </a:cubicBezTo>
                <a:lnTo>
                  <a:pt x="412401" y="96863"/>
                </a:lnTo>
                <a:close/>
                <a:moveTo>
                  <a:pt x="467877" y="98631"/>
                </a:moveTo>
                <a:cubicBezTo>
                  <a:pt x="464804" y="100315"/>
                  <a:pt x="460153" y="101157"/>
                  <a:pt x="453923" y="101157"/>
                </a:cubicBezTo>
                <a:cubicBezTo>
                  <a:pt x="439105" y="101157"/>
                  <a:pt x="431696" y="93369"/>
                  <a:pt x="431696" y="77793"/>
                </a:cubicBezTo>
                <a:lnTo>
                  <a:pt x="431696" y="44832"/>
                </a:lnTo>
                <a:lnTo>
                  <a:pt x="420204" y="44832"/>
                </a:lnTo>
                <a:lnTo>
                  <a:pt x="420204" y="29615"/>
                </a:lnTo>
                <a:lnTo>
                  <a:pt x="431696" y="29615"/>
                </a:lnTo>
                <a:lnTo>
                  <a:pt x="431696" y="14271"/>
                </a:lnTo>
                <a:lnTo>
                  <a:pt x="451965" y="8461"/>
                </a:lnTo>
                <a:lnTo>
                  <a:pt x="451965" y="29615"/>
                </a:lnTo>
                <a:lnTo>
                  <a:pt x="467877" y="29615"/>
                </a:lnTo>
                <a:lnTo>
                  <a:pt x="467877" y="44832"/>
                </a:lnTo>
                <a:lnTo>
                  <a:pt x="451965" y="44832"/>
                </a:lnTo>
                <a:lnTo>
                  <a:pt x="451965" y="74257"/>
                </a:lnTo>
                <a:cubicBezTo>
                  <a:pt x="451965" y="81708"/>
                  <a:pt x="454912" y="85434"/>
                  <a:pt x="460805" y="85434"/>
                </a:cubicBezTo>
                <a:cubicBezTo>
                  <a:pt x="463078" y="85434"/>
                  <a:pt x="465436" y="84760"/>
                  <a:pt x="467877" y="83413"/>
                </a:cubicBezTo>
                <a:lnTo>
                  <a:pt x="467877" y="98631"/>
                </a:lnTo>
                <a:close/>
                <a:moveTo>
                  <a:pt x="546660" y="99452"/>
                </a:moveTo>
                <a:lnTo>
                  <a:pt x="526391" y="99452"/>
                </a:lnTo>
                <a:lnTo>
                  <a:pt x="526391" y="60492"/>
                </a:lnTo>
                <a:cubicBezTo>
                  <a:pt x="526391" y="49210"/>
                  <a:pt x="522329" y="43569"/>
                  <a:pt x="514204" y="43569"/>
                </a:cubicBezTo>
                <a:cubicBezTo>
                  <a:pt x="510331" y="43569"/>
                  <a:pt x="507111" y="45074"/>
                  <a:pt x="504543" y="48084"/>
                </a:cubicBezTo>
                <a:cubicBezTo>
                  <a:pt x="501975" y="51094"/>
                  <a:pt x="500691" y="54935"/>
                  <a:pt x="500691" y="59608"/>
                </a:cubicBezTo>
                <a:lnTo>
                  <a:pt x="500691" y="99452"/>
                </a:lnTo>
                <a:lnTo>
                  <a:pt x="480296" y="99452"/>
                </a:lnTo>
                <a:lnTo>
                  <a:pt x="480296" y="29615"/>
                </a:lnTo>
                <a:lnTo>
                  <a:pt x="500691" y="29615"/>
                </a:lnTo>
                <a:lnTo>
                  <a:pt x="500691" y="40728"/>
                </a:lnTo>
                <a:lnTo>
                  <a:pt x="500944" y="40728"/>
                </a:lnTo>
                <a:cubicBezTo>
                  <a:pt x="506038" y="32182"/>
                  <a:pt x="513531" y="27910"/>
                  <a:pt x="523423" y="27910"/>
                </a:cubicBezTo>
                <a:cubicBezTo>
                  <a:pt x="538915" y="27910"/>
                  <a:pt x="546660" y="37508"/>
                  <a:pt x="546660" y="56703"/>
                </a:cubicBezTo>
                <a:lnTo>
                  <a:pt x="546660" y="99452"/>
                </a:lnTo>
                <a:close/>
                <a:moveTo>
                  <a:pt x="626218" y="70279"/>
                </a:moveTo>
                <a:lnTo>
                  <a:pt x="580250" y="70279"/>
                </a:lnTo>
                <a:cubicBezTo>
                  <a:pt x="580965" y="81098"/>
                  <a:pt x="587490" y="86507"/>
                  <a:pt x="599824" y="86507"/>
                </a:cubicBezTo>
                <a:cubicBezTo>
                  <a:pt x="607528" y="86507"/>
                  <a:pt x="614326" y="84613"/>
                  <a:pt x="620220" y="80824"/>
                </a:cubicBezTo>
                <a:lnTo>
                  <a:pt x="620220" y="95790"/>
                </a:lnTo>
                <a:cubicBezTo>
                  <a:pt x="613863" y="99368"/>
                  <a:pt x="605528" y="101157"/>
                  <a:pt x="595215" y="101157"/>
                </a:cubicBezTo>
                <a:cubicBezTo>
                  <a:pt x="584101" y="101157"/>
                  <a:pt x="575461" y="98021"/>
                  <a:pt x="569294" y="91748"/>
                </a:cubicBezTo>
                <a:cubicBezTo>
                  <a:pt x="563127" y="85476"/>
                  <a:pt x="560043" y="76741"/>
                  <a:pt x="560043" y="65544"/>
                </a:cubicBezTo>
                <a:cubicBezTo>
                  <a:pt x="560043" y="54388"/>
                  <a:pt x="563327" y="45327"/>
                  <a:pt x="569894" y="38360"/>
                </a:cubicBezTo>
                <a:cubicBezTo>
                  <a:pt x="576461" y="31393"/>
                  <a:pt x="584712" y="27910"/>
                  <a:pt x="594646" y="27910"/>
                </a:cubicBezTo>
                <a:cubicBezTo>
                  <a:pt x="604539" y="27910"/>
                  <a:pt x="612274" y="30909"/>
                  <a:pt x="617852" y="36908"/>
                </a:cubicBezTo>
                <a:cubicBezTo>
                  <a:pt x="623430" y="42906"/>
                  <a:pt x="626218" y="51147"/>
                  <a:pt x="626218" y="61629"/>
                </a:cubicBezTo>
                <a:lnTo>
                  <a:pt x="626218" y="70279"/>
                </a:lnTo>
                <a:moveTo>
                  <a:pt x="607212" y="57524"/>
                </a:moveTo>
                <a:cubicBezTo>
                  <a:pt x="607212" y="47084"/>
                  <a:pt x="602981" y="41865"/>
                  <a:pt x="594520" y="41865"/>
                </a:cubicBezTo>
                <a:cubicBezTo>
                  <a:pt x="591026" y="41865"/>
                  <a:pt x="587932" y="43296"/>
                  <a:pt x="585238" y="46158"/>
                </a:cubicBezTo>
                <a:cubicBezTo>
                  <a:pt x="582544" y="49021"/>
                  <a:pt x="580860" y="52809"/>
                  <a:pt x="580186" y="57524"/>
                </a:cubicBezTo>
                <a:lnTo>
                  <a:pt x="607212" y="57524"/>
                </a:lnTo>
                <a:close/>
                <a:moveTo>
                  <a:pt x="638148" y="80698"/>
                </a:moveTo>
                <a:cubicBezTo>
                  <a:pt x="645136" y="84950"/>
                  <a:pt x="651976" y="87076"/>
                  <a:pt x="658670" y="87076"/>
                </a:cubicBezTo>
                <a:cubicBezTo>
                  <a:pt x="667089" y="87076"/>
                  <a:pt x="671298" y="84823"/>
                  <a:pt x="671298" y="80319"/>
                </a:cubicBezTo>
                <a:cubicBezTo>
                  <a:pt x="671298" y="77120"/>
                  <a:pt x="667826" y="74447"/>
                  <a:pt x="660880" y="72300"/>
                </a:cubicBezTo>
                <a:cubicBezTo>
                  <a:pt x="652208" y="69606"/>
                  <a:pt x="646251" y="66606"/>
                  <a:pt x="643010" y="63302"/>
                </a:cubicBezTo>
                <a:cubicBezTo>
                  <a:pt x="639768" y="59997"/>
                  <a:pt x="638148" y="55525"/>
                  <a:pt x="638148" y="49884"/>
                </a:cubicBezTo>
                <a:cubicBezTo>
                  <a:pt x="638148" y="43022"/>
                  <a:pt x="640926" y="37644"/>
                  <a:pt x="646483" y="33750"/>
                </a:cubicBezTo>
                <a:cubicBezTo>
                  <a:pt x="652039" y="29857"/>
                  <a:pt x="659322" y="27910"/>
                  <a:pt x="668331" y="27910"/>
                </a:cubicBezTo>
                <a:cubicBezTo>
                  <a:pt x="674729" y="27910"/>
                  <a:pt x="680896" y="28857"/>
                  <a:pt x="686832" y="30751"/>
                </a:cubicBezTo>
                <a:lnTo>
                  <a:pt x="686832" y="46790"/>
                </a:lnTo>
                <a:cubicBezTo>
                  <a:pt x="681401" y="43590"/>
                  <a:pt x="675424" y="41991"/>
                  <a:pt x="668899" y="41991"/>
                </a:cubicBezTo>
                <a:cubicBezTo>
                  <a:pt x="665658" y="41991"/>
                  <a:pt x="663048" y="42570"/>
                  <a:pt x="661069" y="43727"/>
                </a:cubicBezTo>
                <a:cubicBezTo>
                  <a:pt x="659091" y="44885"/>
                  <a:pt x="658101" y="46411"/>
                  <a:pt x="658101" y="48305"/>
                </a:cubicBezTo>
                <a:cubicBezTo>
                  <a:pt x="658101" y="51504"/>
                  <a:pt x="661048" y="54093"/>
                  <a:pt x="666941" y="56072"/>
                </a:cubicBezTo>
                <a:cubicBezTo>
                  <a:pt x="673256" y="58177"/>
                  <a:pt x="678002" y="60092"/>
                  <a:pt x="681180" y="61818"/>
                </a:cubicBezTo>
                <a:cubicBezTo>
                  <a:pt x="684359" y="63544"/>
                  <a:pt x="686779" y="65817"/>
                  <a:pt x="688442" y="68638"/>
                </a:cubicBezTo>
                <a:cubicBezTo>
                  <a:pt x="690105" y="71458"/>
                  <a:pt x="690936" y="74720"/>
                  <a:pt x="690936" y="78425"/>
                </a:cubicBezTo>
                <a:cubicBezTo>
                  <a:pt x="690936" y="85623"/>
                  <a:pt x="688053" y="91212"/>
                  <a:pt x="682285" y="95190"/>
                </a:cubicBezTo>
                <a:cubicBezTo>
                  <a:pt x="676518" y="99168"/>
                  <a:pt x="668815" y="101157"/>
                  <a:pt x="659175" y="101157"/>
                </a:cubicBezTo>
                <a:cubicBezTo>
                  <a:pt x="651597" y="101157"/>
                  <a:pt x="644588" y="99957"/>
                  <a:pt x="638148" y="97558"/>
                </a:cubicBezTo>
                <a:lnTo>
                  <a:pt x="638148" y="80698"/>
                </a:lnTo>
                <a:close/>
                <a:moveTo>
                  <a:pt x="701760" y="80698"/>
                </a:moveTo>
                <a:cubicBezTo>
                  <a:pt x="708748" y="84950"/>
                  <a:pt x="715588" y="87076"/>
                  <a:pt x="722282" y="87076"/>
                </a:cubicBezTo>
                <a:cubicBezTo>
                  <a:pt x="730701" y="87076"/>
                  <a:pt x="734910" y="84823"/>
                  <a:pt x="734910" y="80319"/>
                </a:cubicBezTo>
                <a:cubicBezTo>
                  <a:pt x="734910" y="77120"/>
                  <a:pt x="731437" y="74447"/>
                  <a:pt x="724492" y="72300"/>
                </a:cubicBezTo>
                <a:cubicBezTo>
                  <a:pt x="715820" y="69606"/>
                  <a:pt x="709863" y="66606"/>
                  <a:pt x="706622" y="63302"/>
                </a:cubicBezTo>
                <a:cubicBezTo>
                  <a:pt x="703380" y="59997"/>
                  <a:pt x="701760" y="55525"/>
                  <a:pt x="701760" y="49884"/>
                </a:cubicBezTo>
                <a:cubicBezTo>
                  <a:pt x="701760" y="43022"/>
                  <a:pt x="704538" y="37644"/>
                  <a:pt x="710095" y="33750"/>
                </a:cubicBezTo>
                <a:cubicBezTo>
                  <a:pt x="715651" y="29857"/>
                  <a:pt x="722934" y="27910"/>
                  <a:pt x="731943" y="27910"/>
                </a:cubicBezTo>
                <a:cubicBezTo>
                  <a:pt x="738341" y="27910"/>
                  <a:pt x="744508" y="28857"/>
                  <a:pt x="750444" y="30751"/>
                </a:cubicBezTo>
                <a:lnTo>
                  <a:pt x="750444" y="46790"/>
                </a:lnTo>
                <a:cubicBezTo>
                  <a:pt x="745013" y="43590"/>
                  <a:pt x="739036" y="41991"/>
                  <a:pt x="732511" y="41991"/>
                </a:cubicBezTo>
                <a:cubicBezTo>
                  <a:pt x="729270" y="41991"/>
                  <a:pt x="726660" y="42570"/>
                  <a:pt x="724681" y="43727"/>
                </a:cubicBezTo>
                <a:cubicBezTo>
                  <a:pt x="722703" y="44885"/>
                  <a:pt x="721713" y="46411"/>
                  <a:pt x="721713" y="48305"/>
                </a:cubicBezTo>
                <a:cubicBezTo>
                  <a:pt x="721713" y="51504"/>
                  <a:pt x="724660" y="54093"/>
                  <a:pt x="730553" y="56072"/>
                </a:cubicBezTo>
                <a:cubicBezTo>
                  <a:pt x="736868" y="58177"/>
                  <a:pt x="741614" y="60092"/>
                  <a:pt x="744792" y="61818"/>
                </a:cubicBezTo>
                <a:cubicBezTo>
                  <a:pt x="747971" y="63544"/>
                  <a:pt x="750391" y="65817"/>
                  <a:pt x="752054" y="68638"/>
                </a:cubicBezTo>
                <a:cubicBezTo>
                  <a:pt x="753717" y="71458"/>
                  <a:pt x="754548" y="74720"/>
                  <a:pt x="754548" y="78425"/>
                </a:cubicBezTo>
                <a:cubicBezTo>
                  <a:pt x="754548" y="85623"/>
                  <a:pt x="751665" y="91212"/>
                  <a:pt x="745897" y="95190"/>
                </a:cubicBezTo>
                <a:cubicBezTo>
                  <a:pt x="740130" y="99168"/>
                  <a:pt x="732427" y="101157"/>
                  <a:pt x="722787" y="101157"/>
                </a:cubicBezTo>
                <a:cubicBezTo>
                  <a:pt x="715209" y="101157"/>
                  <a:pt x="708200" y="99957"/>
                  <a:pt x="701760" y="97558"/>
                </a:cubicBezTo>
                <a:lnTo>
                  <a:pt x="701760" y="80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73A0527A-BDBA-421A-9AA9-3F8235A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67" y="3289935"/>
            <a:ext cx="658870" cy="101157"/>
          </a:xfrm>
          <a:custGeom xmlns:a="http://schemas.openxmlformats.org/drawingml/2006/main">
            <a:pathLst>
              <a:path w="658870" h="101157">
                <a:moveTo>
                  <a:pt x="76657" y="18691"/>
                </a:moveTo>
                <a:lnTo>
                  <a:pt x="48747" y="18691"/>
                </a:lnTo>
                <a:lnTo>
                  <a:pt x="48747" y="99452"/>
                </a:lnTo>
                <a:lnTo>
                  <a:pt x="27847" y="99452"/>
                </a:lnTo>
                <a:lnTo>
                  <a:pt x="27847" y="18691"/>
                </a:lnTo>
                <a:lnTo>
                  <a:pt x="0" y="18691"/>
                </a:lnTo>
                <a:lnTo>
                  <a:pt x="0" y="1642"/>
                </a:lnTo>
                <a:lnTo>
                  <a:pt x="76657" y="1642"/>
                </a:lnTo>
                <a:lnTo>
                  <a:pt x="76657" y="18691"/>
                </a:lnTo>
                <a:close/>
                <a:moveTo>
                  <a:pt x="137203" y="70279"/>
                </a:moveTo>
                <a:lnTo>
                  <a:pt x="91234" y="70279"/>
                </a:lnTo>
                <a:cubicBezTo>
                  <a:pt x="91950" y="81098"/>
                  <a:pt x="98475" y="86507"/>
                  <a:pt x="110809" y="86507"/>
                </a:cubicBezTo>
                <a:cubicBezTo>
                  <a:pt x="118513" y="86507"/>
                  <a:pt x="125311" y="84613"/>
                  <a:pt x="131205" y="80824"/>
                </a:cubicBezTo>
                <a:lnTo>
                  <a:pt x="131205" y="95790"/>
                </a:lnTo>
                <a:cubicBezTo>
                  <a:pt x="124848" y="99368"/>
                  <a:pt x="116513" y="101157"/>
                  <a:pt x="106200" y="101157"/>
                </a:cubicBezTo>
                <a:cubicBezTo>
                  <a:pt x="95086" y="101157"/>
                  <a:pt x="86446" y="98021"/>
                  <a:pt x="80279" y="91748"/>
                </a:cubicBezTo>
                <a:cubicBezTo>
                  <a:pt x="74112" y="85476"/>
                  <a:pt x="71028" y="76741"/>
                  <a:pt x="71028" y="65544"/>
                </a:cubicBezTo>
                <a:cubicBezTo>
                  <a:pt x="71028" y="54388"/>
                  <a:pt x="74312" y="45327"/>
                  <a:pt x="80879" y="38360"/>
                </a:cubicBezTo>
                <a:cubicBezTo>
                  <a:pt x="87446" y="31393"/>
                  <a:pt x="95697" y="27910"/>
                  <a:pt x="105631" y="27910"/>
                </a:cubicBezTo>
                <a:cubicBezTo>
                  <a:pt x="115524" y="27910"/>
                  <a:pt x="123259" y="30909"/>
                  <a:pt x="128837" y="36908"/>
                </a:cubicBezTo>
                <a:cubicBezTo>
                  <a:pt x="134414" y="42906"/>
                  <a:pt x="137203" y="51147"/>
                  <a:pt x="137203" y="61629"/>
                </a:cubicBezTo>
                <a:lnTo>
                  <a:pt x="137203" y="70279"/>
                </a:lnTo>
                <a:moveTo>
                  <a:pt x="118197" y="57524"/>
                </a:moveTo>
                <a:cubicBezTo>
                  <a:pt x="118197" y="47084"/>
                  <a:pt x="113966" y="41865"/>
                  <a:pt x="105505" y="41865"/>
                </a:cubicBezTo>
                <a:cubicBezTo>
                  <a:pt x="102011" y="41865"/>
                  <a:pt x="98917" y="43296"/>
                  <a:pt x="96223" y="46158"/>
                </a:cubicBezTo>
                <a:cubicBezTo>
                  <a:pt x="93529" y="49021"/>
                  <a:pt x="91845" y="52809"/>
                  <a:pt x="91171" y="57524"/>
                </a:cubicBezTo>
                <a:lnTo>
                  <a:pt x="118197" y="57524"/>
                </a:lnTo>
                <a:close/>
                <a:moveTo>
                  <a:pt x="149184" y="80698"/>
                </a:moveTo>
                <a:cubicBezTo>
                  <a:pt x="156172" y="84950"/>
                  <a:pt x="163013" y="87076"/>
                  <a:pt x="169706" y="87076"/>
                </a:cubicBezTo>
                <a:cubicBezTo>
                  <a:pt x="178125" y="87076"/>
                  <a:pt x="182335" y="84823"/>
                  <a:pt x="182335" y="80319"/>
                </a:cubicBezTo>
                <a:cubicBezTo>
                  <a:pt x="182335" y="77120"/>
                  <a:pt x="178862" y="74447"/>
                  <a:pt x="171916" y="72300"/>
                </a:cubicBezTo>
                <a:cubicBezTo>
                  <a:pt x="163244" y="69606"/>
                  <a:pt x="157288" y="66606"/>
                  <a:pt x="154047" y="63302"/>
                </a:cubicBezTo>
                <a:cubicBezTo>
                  <a:pt x="150805" y="59997"/>
                  <a:pt x="149184" y="55525"/>
                  <a:pt x="149184" y="49884"/>
                </a:cubicBezTo>
                <a:cubicBezTo>
                  <a:pt x="149184" y="43022"/>
                  <a:pt x="151963" y="37644"/>
                  <a:pt x="157519" y="33750"/>
                </a:cubicBezTo>
                <a:cubicBezTo>
                  <a:pt x="163076" y="29857"/>
                  <a:pt x="170359" y="27910"/>
                  <a:pt x="179367" y="27910"/>
                </a:cubicBezTo>
                <a:cubicBezTo>
                  <a:pt x="185766" y="27910"/>
                  <a:pt x="191933" y="28857"/>
                  <a:pt x="197868" y="30751"/>
                </a:cubicBezTo>
                <a:lnTo>
                  <a:pt x="197868" y="46790"/>
                </a:lnTo>
                <a:cubicBezTo>
                  <a:pt x="192438" y="43590"/>
                  <a:pt x="186460" y="41991"/>
                  <a:pt x="179936" y="41991"/>
                </a:cubicBezTo>
                <a:cubicBezTo>
                  <a:pt x="176694" y="41991"/>
                  <a:pt x="174084" y="42570"/>
                  <a:pt x="172106" y="43727"/>
                </a:cubicBezTo>
                <a:cubicBezTo>
                  <a:pt x="170127" y="44885"/>
                  <a:pt x="169138" y="46411"/>
                  <a:pt x="169138" y="48305"/>
                </a:cubicBezTo>
                <a:cubicBezTo>
                  <a:pt x="169138" y="51504"/>
                  <a:pt x="172085" y="54093"/>
                  <a:pt x="177978" y="56072"/>
                </a:cubicBezTo>
                <a:cubicBezTo>
                  <a:pt x="184293" y="58177"/>
                  <a:pt x="189039" y="60092"/>
                  <a:pt x="192217" y="61818"/>
                </a:cubicBezTo>
                <a:cubicBezTo>
                  <a:pt x="195395" y="63544"/>
                  <a:pt x="197816" y="65817"/>
                  <a:pt x="199479" y="68638"/>
                </a:cubicBezTo>
                <a:cubicBezTo>
                  <a:pt x="201141" y="71458"/>
                  <a:pt x="201973" y="74720"/>
                  <a:pt x="201973" y="78425"/>
                </a:cubicBezTo>
                <a:cubicBezTo>
                  <a:pt x="201973" y="85623"/>
                  <a:pt x="199089" y="91212"/>
                  <a:pt x="193322" y="95190"/>
                </a:cubicBezTo>
                <a:cubicBezTo>
                  <a:pt x="187555" y="99168"/>
                  <a:pt x="179851" y="101157"/>
                  <a:pt x="170211" y="101157"/>
                </a:cubicBezTo>
                <a:cubicBezTo>
                  <a:pt x="162634" y="101157"/>
                  <a:pt x="155625" y="99957"/>
                  <a:pt x="149184" y="97558"/>
                </a:cubicBezTo>
                <a:lnTo>
                  <a:pt x="149184" y="80698"/>
                </a:lnTo>
                <a:close/>
                <a:moveTo>
                  <a:pt x="255786" y="98631"/>
                </a:moveTo>
                <a:cubicBezTo>
                  <a:pt x="252713" y="100315"/>
                  <a:pt x="248061" y="101157"/>
                  <a:pt x="241831" y="101157"/>
                </a:cubicBezTo>
                <a:cubicBezTo>
                  <a:pt x="227013" y="101157"/>
                  <a:pt x="219605" y="93369"/>
                  <a:pt x="219605" y="77793"/>
                </a:cubicBezTo>
                <a:lnTo>
                  <a:pt x="219605" y="44832"/>
                </a:lnTo>
                <a:lnTo>
                  <a:pt x="208112" y="44832"/>
                </a:lnTo>
                <a:lnTo>
                  <a:pt x="208112" y="29615"/>
                </a:lnTo>
                <a:lnTo>
                  <a:pt x="219605" y="29615"/>
                </a:lnTo>
                <a:lnTo>
                  <a:pt x="219605" y="14271"/>
                </a:lnTo>
                <a:lnTo>
                  <a:pt x="239874" y="8461"/>
                </a:lnTo>
                <a:lnTo>
                  <a:pt x="239874" y="29615"/>
                </a:lnTo>
                <a:lnTo>
                  <a:pt x="255786" y="29615"/>
                </a:lnTo>
                <a:lnTo>
                  <a:pt x="255786" y="44832"/>
                </a:lnTo>
                <a:lnTo>
                  <a:pt x="239874" y="44832"/>
                </a:lnTo>
                <a:lnTo>
                  <a:pt x="239874" y="74257"/>
                </a:lnTo>
                <a:cubicBezTo>
                  <a:pt x="239874" y="81708"/>
                  <a:pt x="242820" y="85434"/>
                  <a:pt x="248714" y="85434"/>
                </a:cubicBezTo>
                <a:cubicBezTo>
                  <a:pt x="250987" y="85434"/>
                  <a:pt x="253344" y="84760"/>
                  <a:pt x="255786" y="83413"/>
                </a:cubicBezTo>
                <a:lnTo>
                  <a:pt x="255786" y="98631"/>
                </a:lnTo>
                <a:close/>
                <a:moveTo>
                  <a:pt x="378498" y="95916"/>
                </a:moveTo>
                <a:cubicBezTo>
                  <a:pt x="371383" y="99410"/>
                  <a:pt x="362101" y="101157"/>
                  <a:pt x="350651" y="101157"/>
                </a:cubicBezTo>
                <a:cubicBezTo>
                  <a:pt x="335917" y="101157"/>
                  <a:pt x="324225" y="96747"/>
                  <a:pt x="315574" y="87928"/>
                </a:cubicBezTo>
                <a:cubicBezTo>
                  <a:pt x="306924" y="79109"/>
                  <a:pt x="302598" y="67354"/>
                  <a:pt x="302598" y="52662"/>
                </a:cubicBezTo>
                <a:cubicBezTo>
                  <a:pt x="302598" y="37213"/>
                  <a:pt x="307429" y="24574"/>
                  <a:pt x="317090" y="14744"/>
                </a:cubicBezTo>
                <a:cubicBezTo>
                  <a:pt x="326751" y="4915"/>
                  <a:pt x="339222" y="0"/>
                  <a:pt x="354503" y="0"/>
                </a:cubicBezTo>
                <a:cubicBezTo>
                  <a:pt x="364059" y="0"/>
                  <a:pt x="372057" y="1242"/>
                  <a:pt x="378498" y="3725"/>
                </a:cubicBezTo>
                <a:lnTo>
                  <a:pt x="378498" y="23868"/>
                </a:lnTo>
                <a:cubicBezTo>
                  <a:pt x="371888" y="19996"/>
                  <a:pt x="364395" y="18059"/>
                  <a:pt x="356018" y="18059"/>
                </a:cubicBezTo>
                <a:cubicBezTo>
                  <a:pt x="346462" y="18059"/>
                  <a:pt x="338822" y="21111"/>
                  <a:pt x="333097" y="27215"/>
                </a:cubicBezTo>
                <a:cubicBezTo>
                  <a:pt x="327372" y="33319"/>
                  <a:pt x="324509" y="41296"/>
                  <a:pt x="324509" y="51147"/>
                </a:cubicBezTo>
                <a:cubicBezTo>
                  <a:pt x="324509" y="60745"/>
                  <a:pt x="327225" y="68469"/>
                  <a:pt x="332655" y="74321"/>
                </a:cubicBezTo>
                <a:cubicBezTo>
                  <a:pt x="338085" y="80172"/>
                  <a:pt x="345431" y="83098"/>
                  <a:pt x="354692" y="83098"/>
                </a:cubicBezTo>
                <a:cubicBezTo>
                  <a:pt x="363406" y="83098"/>
                  <a:pt x="371341" y="80993"/>
                  <a:pt x="378498" y="76783"/>
                </a:cubicBezTo>
                <a:lnTo>
                  <a:pt x="378498" y="95916"/>
                </a:lnTo>
                <a:close/>
                <a:moveTo>
                  <a:pt x="395349" y="33845"/>
                </a:moveTo>
                <a:cubicBezTo>
                  <a:pt x="398506" y="32077"/>
                  <a:pt x="402726" y="30646"/>
                  <a:pt x="408009" y="29551"/>
                </a:cubicBezTo>
                <a:cubicBezTo>
                  <a:pt x="413292" y="28457"/>
                  <a:pt x="417807" y="27910"/>
                  <a:pt x="421554" y="27910"/>
                </a:cubicBezTo>
                <a:cubicBezTo>
                  <a:pt x="441086" y="27910"/>
                  <a:pt x="450852" y="37697"/>
                  <a:pt x="450852" y="57272"/>
                </a:cubicBezTo>
                <a:lnTo>
                  <a:pt x="450852" y="99452"/>
                </a:lnTo>
                <a:lnTo>
                  <a:pt x="431467" y="99452"/>
                </a:lnTo>
                <a:lnTo>
                  <a:pt x="431467" y="89286"/>
                </a:lnTo>
                <a:lnTo>
                  <a:pt x="431215" y="89286"/>
                </a:lnTo>
                <a:cubicBezTo>
                  <a:pt x="426458" y="97200"/>
                  <a:pt x="419491" y="101157"/>
                  <a:pt x="410314" y="101157"/>
                </a:cubicBezTo>
                <a:cubicBezTo>
                  <a:pt x="403705" y="101157"/>
                  <a:pt x="398411" y="99273"/>
                  <a:pt x="394433" y="95505"/>
                </a:cubicBezTo>
                <a:cubicBezTo>
                  <a:pt x="390455" y="91738"/>
                  <a:pt x="388466" y="86613"/>
                  <a:pt x="388466" y="80130"/>
                </a:cubicBezTo>
                <a:cubicBezTo>
                  <a:pt x="388466" y="66743"/>
                  <a:pt x="396443" y="58955"/>
                  <a:pt x="412398" y="56766"/>
                </a:cubicBezTo>
                <a:lnTo>
                  <a:pt x="431593" y="54178"/>
                </a:lnTo>
                <a:cubicBezTo>
                  <a:pt x="431593" y="46053"/>
                  <a:pt x="427363" y="41991"/>
                  <a:pt x="418902" y="41991"/>
                </a:cubicBezTo>
                <a:cubicBezTo>
                  <a:pt x="410567" y="41991"/>
                  <a:pt x="402716" y="44517"/>
                  <a:pt x="395349" y="49568"/>
                </a:cubicBezTo>
                <a:lnTo>
                  <a:pt x="395349" y="33845"/>
                </a:lnTo>
                <a:moveTo>
                  <a:pt x="418396" y="67817"/>
                </a:moveTo>
                <a:cubicBezTo>
                  <a:pt x="411030" y="68785"/>
                  <a:pt x="407346" y="72110"/>
                  <a:pt x="407346" y="77793"/>
                </a:cubicBezTo>
                <a:cubicBezTo>
                  <a:pt x="407346" y="80403"/>
                  <a:pt x="408241" y="82508"/>
                  <a:pt x="410030" y="84108"/>
                </a:cubicBezTo>
                <a:cubicBezTo>
                  <a:pt x="411819" y="85708"/>
                  <a:pt x="414229" y="86507"/>
                  <a:pt x="417260" y="86507"/>
                </a:cubicBezTo>
                <a:cubicBezTo>
                  <a:pt x="421427" y="86507"/>
                  <a:pt x="424858" y="85034"/>
                  <a:pt x="427552" y="82087"/>
                </a:cubicBezTo>
                <a:cubicBezTo>
                  <a:pt x="430246" y="79141"/>
                  <a:pt x="431593" y="75478"/>
                  <a:pt x="431593" y="71100"/>
                </a:cubicBezTo>
                <a:lnTo>
                  <a:pt x="431593" y="66112"/>
                </a:lnTo>
                <a:lnTo>
                  <a:pt x="418396" y="67817"/>
                </a:lnTo>
                <a:close/>
                <a:moveTo>
                  <a:pt x="466598" y="80698"/>
                </a:moveTo>
                <a:cubicBezTo>
                  <a:pt x="473586" y="84950"/>
                  <a:pt x="480426" y="87076"/>
                  <a:pt x="487120" y="87076"/>
                </a:cubicBezTo>
                <a:cubicBezTo>
                  <a:pt x="495539" y="87076"/>
                  <a:pt x="499748" y="84823"/>
                  <a:pt x="499748" y="80319"/>
                </a:cubicBezTo>
                <a:cubicBezTo>
                  <a:pt x="499748" y="77120"/>
                  <a:pt x="496276" y="74447"/>
                  <a:pt x="489330" y="72300"/>
                </a:cubicBezTo>
                <a:cubicBezTo>
                  <a:pt x="480658" y="69606"/>
                  <a:pt x="474701" y="66606"/>
                  <a:pt x="471460" y="63302"/>
                </a:cubicBezTo>
                <a:cubicBezTo>
                  <a:pt x="468219" y="59997"/>
                  <a:pt x="466598" y="55525"/>
                  <a:pt x="466598" y="49884"/>
                </a:cubicBezTo>
                <a:cubicBezTo>
                  <a:pt x="466598" y="43022"/>
                  <a:pt x="469376" y="37644"/>
                  <a:pt x="474933" y="33750"/>
                </a:cubicBezTo>
                <a:cubicBezTo>
                  <a:pt x="480489" y="29857"/>
                  <a:pt x="487772" y="27910"/>
                  <a:pt x="496781" y="27910"/>
                </a:cubicBezTo>
                <a:cubicBezTo>
                  <a:pt x="503179" y="27910"/>
                  <a:pt x="509346" y="28857"/>
                  <a:pt x="515282" y="30751"/>
                </a:cubicBezTo>
                <a:lnTo>
                  <a:pt x="515282" y="46790"/>
                </a:lnTo>
                <a:cubicBezTo>
                  <a:pt x="509851" y="43590"/>
                  <a:pt x="503874" y="41991"/>
                  <a:pt x="497349" y="41991"/>
                </a:cubicBezTo>
                <a:cubicBezTo>
                  <a:pt x="494108" y="41991"/>
                  <a:pt x="491498" y="42570"/>
                  <a:pt x="489519" y="43727"/>
                </a:cubicBezTo>
                <a:cubicBezTo>
                  <a:pt x="487541" y="44885"/>
                  <a:pt x="486551" y="46411"/>
                  <a:pt x="486551" y="48305"/>
                </a:cubicBezTo>
                <a:cubicBezTo>
                  <a:pt x="486551" y="51504"/>
                  <a:pt x="489498" y="54093"/>
                  <a:pt x="495391" y="56072"/>
                </a:cubicBezTo>
                <a:cubicBezTo>
                  <a:pt x="501706" y="58177"/>
                  <a:pt x="506452" y="60092"/>
                  <a:pt x="509630" y="61818"/>
                </a:cubicBezTo>
                <a:cubicBezTo>
                  <a:pt x="512809" y="63544"/>
                  <a:pt x="515229" y="65817"/>
                  <a:pt x="516892" y="68638"/>
                </a:cubicBezTo>
                <a:cubicBezTo>
                  <a:pt x="518555" y="71458"/>
                  <a:pt x="519386" y="74720"/>
                  <a:pt x="519386" y="78425"/>
                </a:cubicBezTo>
                <a:cubicBezTo>
                  <a:pt x="519386" y="85623"/>
                  <a:pt x="516503" y="91212"/>
                  <a:pt x="510735" y="95190"/>
                </a:cubicBezTo>
                <a:cubicBezTo>
                  <a:pt x="504968" y="99168"/>
                  <a:pt x="497265" y="101157"/>
                  <a:pt x="487625" y="101157"/>
                </a:cubicBezTo>
                <a:cubicBezTo>
                  <a:pt x="480047" y="101157"/>
                  <a:pt x="473039" y="99957"/>
                  <a:pt x="466598" y="97558"/>
                </a:cubicBezTo>
                <a:lnTo>
                  <a:pt x="466598" y="80698"/>
                </a:lnTo>
                <a:close/>
                <a:moveTo>
                  <a:pt x="594100" y="70279"/>
                </a:moveTo>
                <a:lnTo>
                  <a:pt x="548132" y="70279"/>
                </a:lnTo>
                <a:cubicBezTo>
                  <a:pt x="548847" y="81098"/>
                  <a:pt x="555372" y="86507"/>
                  <a:pt x="567706" y="86507"/>
                </a:cubicBezTo>
                <a:cubicBezTo>
                  <a:pt x="575410" y="86507"/>
                  <a:pt x="582208" y="84613"/>
                  <a:pt x="588102" y="80824"/>
                </a:cubicBezTo>
                <a:lnTo>
                  <a:pt x="588102" y="95790"/>
                </a:lnTo>
                <a:cubicBezTo>
                  <a:pt x="581745" y="99368"/>
                  <a:pt x="573410" y="101157"/>
                  <a:pt x="563097" y="101157"/>
                </a:cubicBezTo>
                <a:cubicBezTo>
                  <a:pt x="551983" y="101157"/>
                  <a:pt x="543343" y="98021"/>
                  <a:pt x="537176" y="91748"/>
                </a:cubicBezTo>
                <a:cubicBezTo>
                  <a:pt x="531009" y="85476"/>
                  <a:pt x="527925" y="76741"/>
                  <a:pt x="527925" y="65544"/>
                </a:cubicBezTo>
                <a:cubicBezTo>
                  <a:pt x="527925" y="54388"/>
                  <a:pt x="531209" y="45327"/>
                  <a:pt x="537776" y="38360"/>
                </a:cubicBezTo>
                <a:cubicBezTo>
                  <a:pt x="544343" y="31393"/>
                  <a:pt x="552594" y="27910"/>
                  <a:pt x="562528" y="27910"/>
                </a:cubicBezTo>
                <a:cubicBezTo>
                  <a:pt x="572421" y="27910"/>
                  <a:pt x="580156" y="30909"/>
                  <a:pt x="585734" y="36908"/>
                </a:cubicBezTo>
                <a:cubicBezTo>
                  <a:pt x="591312" y="42906"/>
                  <a:pt x="594100" y="51147"/>
                  <a:pt x="594100" y="61629"/>
                </a:cubicBezTo>
                <a:lnTo>
                  <a:pt x="594100" y="70279"/>
                </a:lnTo>
                <a:moveTo>
                  <a:pt x="575094" y="57524"/>
                </a:moveTo>
                <a:cubicBezTo>
                  <a:pt x="575094" y="47084"/>
                  <a:pt x="570863" y="41865"/>
                  <a:pt x="562402" y="41865"/>
                </a:cubicBezTo>
                <a:cubicBezTo>
                  <a:pt x="558908" y="41865"/>
                  <a:pt x="555814" y="43296"/>
                  <a:pt x="553120" y="46158"/>
                </a:cubicBezTo>
                <a:cubicBezTo>
                  <a:pt x="550426" y="49021"/>
                  <a:pt x="548742" y="52809"/>
                  <a:pt x="548068" y="57524"/>
                </a:cubicBezTo>
                <a:lnTo>
                  <a:pt x="575094" y="57524"/>
                </a:lnTo>
                <a:close/>
                <a:moveTo>
                  <a:pt x="606081" y="80698"/>
                </a:moveTo>
                <a:cubicBezTo>
                  <a:pt x="613069" y="84950"/>
                  <a:pt x="619910" y="87076"/>
                  <a:pt x="626603" y="87076"/>
                </a:cubicBezTo>
                <a:cubicBezTo>
                  <a:pt x="635022" y="87076"/>
                  <a:pt x="639232" y="84823"/>
                  <a:pt x="639232" y="80319"/>
                </a:cubicBezTo>
                <a:cubicBezTo>
                  <a:pt x="639232" y="77120"/>
                  <a:pt x="635759" y="74447"/>
                  <a:pt x="628813" y="72300"/>
                </a:cubicBezTo>
                <a:cubicBezTo>
                  <a:pt x="620141" y="69606"/>
                  <a:pt x="614185" y="66606"/>
                  <a:pt x="610943" y="63302"/>
                </a:cubicBezTo>
                <a:cubicBezTo>
                  <a:pt x="607702" y="59997"/>
                  <a:pt x="606081" y="55525"/>
                  <a:pt x="606081" y="49884"/>
                </a:cubicBezTo>
                <a:cubicBezTo>
                  <a:pt x="606081" y="43022"/>
                  <a:pt x="608860" y="37644"/>
                  <a:pt x="614416" y="33750"/>
                </a:cubicBezTo>
                <a:cubicBezTo>
                  <a:pt x="619973" y="29857"/>
                  <a:pt x="627256" y="27910"/>
                  <a:pt x="636264" y="27910"/>
                </a:cubicBezTo>
                <a:cubicBezTo>
                  <a:pt x="642663" y="27910"/>
                  <a:pt x="648830" y="28857"/>
                  <a:pt x="654765" y="30751"/>
                </a:cubicBezTo>
                <a:lnTo>
                  <a:pt x="654765" y="46790"/>
                </a:lnTo>
                <a:cubicBezTo>
                  <a:pt x="649335" y="43590"/>
                  <a:pt x="643357" y="41991"/>
                  <a:pt x="636832" y="41991"/>
                </a:cubicBezTo>
                <a:cubicBezTo>
                  <a:pt x="633591" y="41991"/>
                  <a:pt x="630981" y="42570"/>
                  <a:pt x="629003" y="43727"/>
                </a:cubicBezTo>
                <a:cubicBezTo>
                  <a:pt x="627024" y="44885"/>
                  <a:pt x="626035" y="46411"/>
                  <a:pt x="626035" y="48305"/>
                </a:cubicBezTo>
                <a:cubicBezTo>
                  <a:pt x="626035" y="51504"/>
                  <a:pt x="628981" y="54093"/>
                  <a:pt x="634875" y="56072"/>
                </a:cubicBezTo>
                <a:cubicBezTo>
                  <a:pt x="641189" y="58177"/>
                  <a:pt x="645936" y="60092"/>
                  <a:pt x="649114" y="61818"/>
                </a:cubicBezTo>
                <a:cubicBezTo>
                  <a:pt x="652292" y="63544"/>
                  <a:pt x="654713" y="65817"/>
                  <a:pt x="656375" y="68638"/>
                </a:cubicBezTo>
                <a:cubicBezTo>
                  <a:pt x="658038" y="71458"/>
                  <a:pt x="658870" y="74720"/>
                  <a:pt x="658870" y="78425"/>
                </a:cubicBezTo>
                <a:cubicBezTo>
                  <a:pt x="658870" y="85623"/>
                  <a:pt x="655986" y="91212"/>
                  <a:pt x="650219" y="95190"/>
                </a:cubicBezTo>
                <a:cubicBezTo>
                  <a:pt x="644452" y="99168"/>
                  <a:pt x="636748" y="101157"/>
                  <a:pt x="627108" y="101157"/>
                </a:cubicBezTo>
                <a:cubicBezTo>
                  <a:pt x="619531" y="101157"/>
                  <a:pt x="612522" y="99957"/>
                  <a:pt x="606081" y="97558"/>
                </a:cubicBezTo>
                <a:lnTo>
                  <a:pt x="606081" y="80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771ec1674e17"/>
          <a:stretch xmlns:a="http://schemas.openxmlformats.org/drawingml/2006/main"/>
        </p:blipFill>
        <p:spPr>
          <a:xfrm xmlns:a="http://schemas.openxmlformats.org/drawingml/2006/main">
            <a:off x="1447908" y="2367222"/>
            <a:ext cx="495049" cy="495049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25e280584440b"/>
          <a:stretch xmlns:a="http://schemas.openxmlformats.org/drawingml/2006/main"/>
        </p:blipFill>
        <p:spPr>
          <a:xfrm xmlns:a="http://schemas.openxmlformats.org/drawingml/2006/main">
            <a:off x="1544898" y="2464212"/>
            <a:ext cx="495049" cy="495049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b4dbc1afe4a41"/>
          <a:stretch xmlns:a="http://schemas.openxmlformats.org/drawingml/2006/main"/>
        </p:blipFill>
        <p:spPr>
          <a:xfrm xmlns:a="http://schemas.openxmlformats.org/drawingml/2006/main">
            <a:off x="1641886" y="2561201"/>
            <a:ext cx="495049" cy="495049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613fe8eee4848"/>
          <a:stretch xmlns:a="http://schemas.openxmlformats.org/drawingml/2006/main"/>
        </p:blipFill>
        <p:spPr>
          <a:xfrm xmlns:a="http://schemas.openxmlformats.org/drawingml/2006/main">
            <a:off x="2306711" y="1725051"/>
            <a:ext cx="1501394" cy="347222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8F6A3-0092-44F9-ACE1-D285C489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454" y="1749915"/>
            <a:ext cx="1417756" cy="264723"/>
          </a:xfrm>
          <a:custGeom xmlns:a="http://schemas.openxmlformats.org/drawingml/2006/main">
            <a:pathLst>
              <a:path w="1417756" h="264723">
                <a:moveTo>
                  <a:pt x="0" y="18981"/>
                </a:moveTo>
                <a:cubicBezTo>
                  <a:pt x="0" y="8498"/>
                  <a:pt x="8498" y="0"/>
                  <a:pt x="18981" y="0"/>
                </a:cubicBezTo>
                <a:lnTo>
                  <a:pt x="1398775" y="0"/>
                </a:lnTo>
                <a:cubicBezTo>
                  <a:pt x="1409258" y="0"/>
                  <a:pt x="1417756" y="8498"/>
                  <a:pt x="1417756" y="18981"/>
                </a:cubicBezTo>
                <a:lnTo>
                  <a:pt x="1417756" y="245743"/>
                </a:lnTo>
                <a:cubicBezTo>
                  <a:pt x="1417756" y="256225"/>
                  <a:pt x="1409258" y="264723"/>
                  <a:pt x="1398775" y="264723"/>
                </a:cubicBezTo>
                <a:lnTo>
                  <a:pt x="18981" y="264723"/>
                </a:lnTo>
                <a:cubicBezTo>
                  <a:pt x="8498" y="264723"/>
                  <a:pt x="0" y="256225"/>
                  <a:pt x="0" y="245743"/>
                </a:cubicBezTo>
                <a:lnTo>
                  <a:pt x="0" y="18981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B2917-21D8-4B28-96A2-1C5121F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454" y="1749915"/>
            <a:ext cx="1417757" cy="264723"/>
          </a:xfrm>
          <a:custGeom xmlns:a="http://schemas.openxmlformats.org/drawingml/2006/main">
            <a:pathLst>
              <a:path w="1417757" h="264723" fill="none">
                <a:moveTo>
                  <a:pt x="0" y="18981"/>
                </a:moveTo>
                <a:cubicBezTo>
                  <a:pt x="0" y="8498"/>
                  <a:pt x="8498" y="0"/>
                  <a:pt x="18981" y="0"/>
                </a:cubicBezTo>
                <a:lnTo>
                  <a:pt x="1398776" y="0"/>
                </a:lnTo>
                <a:cubicBezTo>
                  <a:pt x="1409259" y="0"/>
                  <a:pt x="1417757" y="8498"/>
                  <a:pt x="1417757" y="18981"/>
                </a:cubicBezTo>
                <a:lnTo>
                  <a:pt x="1417757" y="245742"/>
                </a:lnTo>
                <a:cubicBezTo>
                  <a:pt x="1417757" y="256225"/>
                  <a:pt x="1409259" y="264723"/>
                  <a:pt x="1398776" y="264723"/>
                </a:cubicBezTo>
                <a:lnTo>
                  <a:pt x="18981" y="264723"/>
                </a:lnTo>
                <a:cubicBezTo>
                  <a:pt x="8498" y="264723"/>
                  <a:pt x="0" y="256225"/>
                  <a:pt x="0" y="245742"/>
                </a:cubicBezTo>
                <a:lnTo>
                  <a:pt x="0" y="18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70" name="Text VerifiedContracts">
            <a:extLst xmlns:a="http://schemas.openxmlformats.org/drawingml/2006/main">
              <a:ext uri="{FF2B5EF4-FFF2-40B4-BE49-F238E27FC236}">
                <a16:creationId xmlns:a16="http://schemas.microsoft.com/office/drawing/2014/main" id="{B7AC329B-40EB-46A9-9B32-6E0C8B6F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172" y="1823719"/>
            <a:ext cx="1162468" cy="106713"/>
          </a:xfrm>
          <a:custGeom xmlns:a="http://schemas.openxmlformats.org/drawingml/2006/main">
            <a:pathLst>
              <a:path w="1162468" h="106713">
                <a:moveTo>
                  <a:pt x="91054" y="7198"/>
                </a:moveTo>
                <a:lnTo>
                  <a:pt x="57082" y="105009"/>
                </a:lnTo>
                <a:lnTo>
                  <a:pt x="33529" y="105009"/>
                </a:lnTo>
                <a:lnTo>
                  <a:pt x="0" y="7198"/>
                </a:lnTo>
                <a:lnTo>
                  <a:pt x="22479" y="7198"/>
                </a:lnTo>
                <a:lnTo>
                  <a:pt x="43633" y="76341"/>
                </a:lnTo>
                <a:cubicBezTo>
                  <a:pt x="44685" y="79751"/>
                  <a:pt x="45337" y="82971"/>
                  <a:pt x="45590" y="86002"/>
                </a:cubicBezTo>
                <a:lnTo>
                  <a:pt x="45969" y="86002"/>
                </a:lnTo>
                <a:cubicBezTo>
                  <a:pt x="46306" y="82887"/>
                  <a:pt x="47021" y="79583"/>
                  <a:pt x="48116" y="76089"/>
                </a:cubicBezTo>
                <a:lnTo>
                  <a:pt x="69269" y="7198"/>
                </a:lnTo>
                <a:lnTo>
                  <a:pt x="91054" y="7198"/>
                </a:lnTo>
                <a:close/>
                <a:moveTo>
                  <a:pt x="154536" y="75836"/>
                </a:moveTo>
                <a:lnTo>
                  <a:pt x="108567" y="75836"/>
                </a:lnTo>
                <a:cubicBezTo>
                  <a:pt x="109283" y="86655"/>
                  <a:pt x="115808" y="92064"/>
                  <a:pt x="128142" y="92064"/>
                </a:cubicBezTo>
                <a:cubicBezTo>
                  <a:pt x="135845" y="92064"/>
                  <a:pt x="142644" y="90170"/>
                  <a:pt x="148537" y="86381"/>
                </a:cubicBezTo>
                <a:lnTo>
                  <a:pt x="148537" y="101346"/>
                </a:lnTo>
                <a:cubicBezTo>
                  <a:pt x="142181" y="104924"/>
                  <a:pt x="133846" y="106713"/>
                  <a:pt x="123532" y="106713"/>
                </a:cubicBezTo>
                <a:cubicBezTo>
                  <a:pt x="112419" y="106713"/>
                  <a:pt x="103779" y="103577"/>
                  <a:pt x="97612" y="97305"/>
                </a:cubicBezTo>
                <a:cubicBezTo>
                  <a:pt x="91445" y="91033"/>
                  <a:pt x="88361" y="82298"/>
                  <a:pt x="88361" y="71100"/>
                </a:cubicBezTo>
                <a:cubicBezTo>
                  <a:pt x="88361" y="59945"/>
                  <a:pt x="91645" y="50884"/>
                  <a:pt x="98212" y="43917"/>
                </a:cubicBezTo>
                <a:cubicBezTo>
                  <a:pt x="104779" y="36950"/>
                  <a:pt x="113029" y="33466"/>
                  <a:pt x="122964" y="33466"/>
                </a:cubicBezTo>
                <a:cubicBezTo>
                  <a:pt x="132857" y="33466"/>
                  <a:pt x="140592" y="36466"/>
                  <a:pt x="146170" y="42464"/>
                </a:cubicBezTo>
                <a:cubicBezTo>
                  <a:pt x="151747" y="48463"/>
                  <a:pt x="154536" y="56703"/>
                  <a:pt x="154536" y="67185"/>
                </a:cubicBezTo>
                <a:lnTo>
                  <a:pt x="154536" y="75836"/>
                </a:lnTo>
                <a:moveTo>
                  <a:pt x="135530" y="63081"/>
                </a:moveTo>
                <a:cubicBezTo>
                  <a:pt x="135530" y="52641"/>
                  <a:pt x="131299" y="47421"/>
                  <a:pt x="122838" y="47421"/>
                </a:cubicBezTo>
                <a:cubicBezTo>
                  <a:pt x="119344" y="47421"/>
                  <a:pt x="116250" y="48852"/>
                  <a:pt x="113556" y="51715"/>
                </a:cubicBezTo>
                <a:cubicBezTo>
                  <a:pt x="110861" y="54577"/>
                  <a:pt x="109178" y="58366"/>
                  <a:pt x="108504" y="63081"/>
                </a:cubicBezTo>
                <a:lnTo>
                  <a:pt x="135530" y="63081"/>
                </a:lnTo>
                <a:close/>
                <a:moveTo>
                  <a:pt x="212839" y="53672"/>
                </a:moveTo>
                <a:cubicBezTo>
                  <a:pt x="210355" y="52241"/>
                  <a:pt x="207345" y="51526"/>
                  <a:pt x="203809" y="51526"/>
                </a:cubicBezTo>
                <a:cubicBezTo>
                  <a:pt x="199179" y="51526"/>
                  <a:pt x="195506" y="53294"/>
                  <a:pt x="192791" y="56830"/>
                </a:cubicBezTo>
                <a:cubicBezTo>
                  <a:pt x="190076" y="60366"/>
                  <a:pt x="188718" y="65228"/>
                  <a:pt x="188718" y="71416"/>
                </a:cubicBezTo>
                <a:lnTo>
                  <a:pt x="188718" y="105009"/>
                </a:lnTo>
                <a:lnTo>
                  <a:pt x="168322" y="105009"/>
                </a:lnTo>
                <a:lnTo>
                  <a:pt x="168322" y="35171"/>
                </a:lnTo>
                <a:lnTo>
                  <a:pt x="188718" y="35171"/>
                </a:lnTo>
                <a:lnTo>
                  <a:pt x="188718" y="48305"/>
                </a:lnTo>
                <a:lnTo>
                  <a:pt x="188971" y="48305"/>
                </a:lnTo>
                <a:cubicBezTo>
                  <a:pt x="192338" y="38749"/>
                  <a:pt x="198463" y="33971"/>
                  <a:pt x="207345" y="33971"/>
                </a:cubicBezTo>
                <a:cubicBezTo>
                  <a:pt x="209745" y="33971"/>
                  <a:pt x="211576" y="34245"/>
                  <a:pt x="212839" y="34792"/>
                </a:cubicBezTo>
                <a:lnTo>
                  <a:pt x="212839" y="53672"/>
                </a:lnTo>
                <a:close/>
                <a:moveTo>
                  <a:pt x="221465" y="12629"/>
                </a:moveTo>
                <a:cubicBezTo>
                  <a:pt x="221465" y="9514"/>
                  <a:pt x="222570" y="6977"/>
                  <a:pt x="224780" y="5020"/>
                </a:cubicBezTo>
                <a:cubicBezTo>
                  <a:pt x="226990" y="3062"/>
                  <a:pt x="229821" y="2084"/>
                  <a:pt x="233273" y="2084"/>
                </a:cubicBezTo>
                <a:cubicBezTo>
                  <a:pt x="236809" y="2084"/>
                  <a:pt x="239671" y="3084"/>
                  <a:pt x="241860" y="5083"/>
                </a:cubicBezTo>
                <a:cubicBezTo>
                  <a:pt x="244049" y="7083"/>
                  <a:pt x="245144" y="9598"/>
                  <a:pt x="245144" y="12629"/>
                </a:cubicBezTo>
                <a:cubicBezTo>
                  <a:pt x="245144" y="15702"/>
                  <a:pt x="244028" y="18259"/>
                  <a:pt x="241797" y="20301"/>
                </a:cubicBezTo>
                <a:cubicBezTo>
                  <a:pt x="239566" y="22342"/>
                  <a:pt x="236725" y="23363"/>
                  <a:pt x="233273" y="23363"/>
                </a:cubicBezTo>
                <a:cubicBezTo>
                  <a:pt x="229863" y="23363"/>
                  <a:pt x="227043" y="22332"/>
                  <a:pt x="224812" y="20269"/>
                </a:cubicBezTo>
                <a:cubicBezTo>
                  <a:pt x="222580" y="18207"/>
                  <a:pt x="221465" y="15660"/>
                  <a:pt x="221465" y="12629"/>
                </a:cubicBezTo>
                <a:moveTo>
                  <a:pt x="222980" y="105009"/>
                </a:moveTo>
                <a:lnTo>
                  <a:pt x="222980" y="35171"/>
                </a:lnTo>
                <a:lnTo>
                  <a:pt x="243313" y="35171"/>
                </a:lnTo>
                <a:lnTo>
                  <a:pt x="243313" y="105009"/>
                </a:lnTo>
                <a:lnTo>
                  <a:pt x="222980" y="105009"/>
                </a:lnTo>
                <a:close/>
                <a:moveTo>
                  <a:pt x="306044" y="17365"/>
                </a:moveTo>
                <a:cubicBezTo>
                  <a:pt x="303265" y="16270"/>
                  <a:pt x="300634" y="15723"/>
                  <a:pt x="298151" y="15723"/>
                </a:cubicBezTo>
                <a:cubicBezTo>
                  <a:pt x="291163" y="15723"/>
                  <a:pt x="287669" y="19596"/>
                  <a:pt x="287669" y="27341"/>
                </a:cubicBezTo>
                <a:lnTo>
                  <a:pt x="287669" y="35171"/>
                </a:lnTo>
                <a:lnTo>
                  <a:pt x="303581" y="35171"/>
                </a:lnTo>
                <a:lnTo>
                  <a:pt x="303581" y="50389"/>
                </a:lnTo>
                <a:lnTo>
                  <a:pt x="287669" y="50389"/>
                </a:lnTo>
                <a:lnTo>
                  <a:pt x="287669" y="105009"/>
                </a:lnTo>
                <a:lnTo>
                  <a:pt x="267273" y="105009"/>
                </a:lnTo>
                <a:lnTo>
                  <a:pt x="267273" y="50389"/>
                </a:lnTo>
                <a:lnTo>
                  <a:pt x="255592" y="50389"/>
                </a:lnTo>
                <a:lnTo>
                  <a:pt x="255592" y="35171"/>
                </a:lnTo>
                <a:lnTo>
                  <a:pt x="267273" y="35171"/>
                </a:lnTo>
                <a:lnTo>
                  <a:pt x="267273" y="26205"/>
                </a:lnTo>
                <a:cubicBezTo>
                  <a:pt x="267273" y="18249"/>
                  <a:pt x="269862" y="11892"/>
                  <a:pt x="275040" y="7135"/>
                </a:cubicBezTo>
                <a:cubicBezTo>
                  <a:pt x="280218" y="2378"/>
                  <a:pt x="287016" y="0"/>
                  <a:pt x="295436" y="0"/>
                </a:cubicBezTo>
                <a:cubicBezTo>
                  <a:pt x="299729" y="0"/>
                  <a:pt x="303265" y="442"/>
                  <a:pt x="306044" y="1326"/>
                </a:cubicBezTo>
                <a:lnTo>
                  <a:pt x="306044" y="17365"/>
                </a:lnTo>
                <a:close/>
                <a:moveTo>
                  <a:pt x="312402" y="12629"/>
                </a:moveTo>
                <a:cubicBezTo>
                  <a:pt x="312402" y="9514"/>
                  <a:pt x="313507" y="6977"/>
                  <a:pt x="315717" y="5020"/>
                </a:cubicBezTo>
                <a:cubicBezTo>
                  <a:pt x="317927" y="3062"/>
                  <a:pt x="320758" y="2084"/>
                  <a:pt x="324210" y="2084"/>
                </a:cubicBezTo>
                <a:cubicBezTo>
                  <a:pt x="327746" y="2084"/>
                  <a:pt x="330608" y="3084"/>
                  <a:pt x="332797" y="5083"/>
                </a:cubicBezTo>
                <a:cubicBezTo>
                  <a:pt x="334986" y="7083"/>
                  <a:pt x="336081" y="9598"/>
                  <a:pt x="336081" y="12629"/>
                </a:cubicBezTo>
                <a:cubicBezTo>
                  <a:pt x="336081" y="15702"/>
                  <a:pt x="334965" y="18259"/>
                  <a:pt x="332734" y="20301"/>
                </a:cubicBezTo>
                <a:cubicBezTo>
                  <a:pt x="330503" y="22342"/>
                  <a:pt x="327662" y="23363"/>
                  <a:pt x="324210" y="23363"/>
                </a:cubicBezTo>
                <a:cubicBezTo>
                  <a:pt x="320800" y="23363"/>
                  <a:pt x="317979" y="22332"/>
                  <a:pt x="315748" y="20269"/>
                </a:cubicBezTo>
                <a:cubicBezTo>
                  <a:pt x="313517" y="18207"/>
                  <a:pt x="312402" y="15660"/>
                  <a:pt x="312402" y="12629"/>
                </a:cubicBezTo>
                <a:moveTo>
                  <a:pt x="313917" y="105009"/>
                </a:moveTo>
                <a:lnTo>
                  <a:pt x="313917" y="35171"/>
                </a:lnTo>
                <a:lnTo>
                  <a:pt x="334250" y="35171"/>
                </a:lnTo>
                <a:lnTo>
                  <a:pt x="334250" y="105009"/>
                </a:lnTo>
                <a:lnTo>
                  <a:pt x="313917" y="105009"/>
                </a:lnTo>
                <a:close/>
                <a:moveTo>
                  <a:pt x="414661" y="75836"/>
                </a:moveTo>
                <a:lnTo>
                  <a:pt x="368692" y="75836"/>
                </a:lnTo>
                <a:cubicBezTo>
                  <a:pt x="369408" y="86655"/>
                  <a:pt x="375933" y="92064"/>
                  <a:pt x="388267" y="92064"/>
                </a:cubicBezTo>
                <a:cubicBezTo>
                  <a:pt x="395971" y="92064"/>
                  <a:pt x="402769" y="90170"/>
                  <a:pt x="408662" y="86381"/>
                </a:cubicBezTo>
                <a:lnTo>
                  <a:pt x="408662" y="101346"/>
                </a:lnTo>
                <a:cubicBezTo>
                  <a:pt x="402306" y="104924"/>
                  <a:pt x="393971" y="106713"/>
                  <a:pt x="383657" y="106713"/>
                </a:cubicBezTo>
                <a:cubicBezTo>
                  <a:pt x="372544" y="106713"/>
                  <a:pt x="363904" y="103577"/>
                  <a:pt x="357737" y="97305"/>
                </a:cubicBezTo>
                <a:cubicBezTo>
                  <a:pt x="351570" y="91033"/>
                  <a:pt x="348486" y="82298"/>
                  <a:pt x="348486" y="71100"/>
                </a:cubicBezTo>
                <a:cubicBezTo>
                  <a:pt x="348486" y="59945"/>
                  <a:pt x="351770" y="50884"/>
                  <a:pt x="358337" y="43917"/>
                </a:cubicBezTo>
                <a:cubicBezTo>
                  <a:pt x="364904" y="36950"/>
                  <a:pt x="373154" y="33466"/>
                  <a:pt x="383089" y="33466"/>
                </a:cubicBezTo>
                <a:cubicBezTo>
                  <a:pt x="392982" y="33466"/>
                  <a:pt x="400717" y="36466"/>
                  <a:pt x="406295" y="42464"/>
                </a:cubicBezTo>
                <a:cubicBezTo>
                  <a:pt x="411872" y="48463"/>
                  <a:pt x="414661" y="56703"/>
                  <a:pt x="414661" y="67185"/>
                </a:cubicBezTo>
                <a:lnTo>
                  <a:pt x="414661" y="75836"/>
                </a:lnTo>
                <a:moveTo>
                  <a:pt x="395655" y="63081"/>
                </a:moveTo>
                <a:cubicBezTo>
                  <a:pt x="395655" y="52641"/>
                  <a:pt x="391424" y="47421"/>
                  <a:pt x="382963" y="47421"/>
                </a:cubicBezTo>
                <a:cubicBezTo>
                  <a:pt x="379469" y="47421"/>
                  <a:pt x="376375" y="48852"/>
                  <a:pt x="373681" y="51715"/>
                </a:cubicBezTo>
                <a:cubicBezTo>
                  <a:pt x="370987" y="54577"/>
                  <a:pt x="369303" y="58366"/>
                  <a:pt x="368629" y="63081"/>
                </a:cubicBezTo>
                <a:lnTo>
                  <a:pt x="395655" y="63081"/>
                </a:lnTo>
                <a:close/>
                <a:moveTo>
                  <a:pt x="495822" y="105009"/>
                </a:moveTo>
                <a:lnTo>
                  <a:pt x="475490" y="105009"/>
                </a:lnTo>
                <a:lnTo>
                  <a:pt x="475490" y="95158"/>
                </a:lnTo>
                <a:lnTo>
                  <a:pt x="475174" y="95158"/>
                </a:lnTo>
                <a:cubicBezTo>
                  <a:pt x="470249" y="102862"/>
                  <a:pt x="462966" y="106713"/>
                  <a:pt x="453326" y="106713"/>
                </a:cubicBezTo>
                <a:cubicBezTo>
                  <a:pt x="444444" y="106713"/>
                  <a:pt x="437382" y="103577"/>
                  <a:pt x="432141" y="97305"/>
                </a:cubicBezTo>
                <a:cubicBezTo>
                  <a:pt x="426900" y="91033"/>
                  <a:pt x="424280" y="82487"/>
                  <a:pt x="424280" y="71668"/>
                </a:cubicBezTo>
                <a:cubicBezTo>
                  <a:pt x="424280" y="60218"/>
                  <a:pt x="427216" y="50989"/>
                  <a:pt x="433089" y="43980"/>
                </a:cubicBezTo>
                <a:cubicBezTo>
                  <a:pt x="438961" y="36971"/>
                  <a:pt x="446633" y="33466"/>
                  <a:pt x="456105" y="33466"/>
                </a:cubicBezTo>
                <a:cubicBezTo>
                  <a:pt x="465197" y="33466"/>
                  <a:pt x="471554" y="36750"/>
                  <a:pt x="475174" y="43317"/>
                </a:cubicBezTo>
                <a:lnTo>
                  <a:pt x="475490" y="43317"/>
                </a:lnTo>
                <a:lnTo>
                  <a:pt x="475490" y="1642"/>
                </a:lnTo>
                <a:lnTo>
                  <a:pt x="495822" y="1642"/>
                </a:lnTo>
                <a:lnTo>
                  <a:pt x="495822" y="105009"/>
                </a:lnTo>
                <a:moveTo>
                  <a:pt x="475806" y="65480"/>
                </a:moveTo>
                <a:cubicBezTo>
                  <a:pt x="475806" y="60766"/>
                  <a:pt x="474385" y="56861"/>
                  <a:pt x="471543" y="53767"/>
                </a:cubicBezTo>
                <a:cubicBezTo>
                  <a:pt x="468702" y="50673"/>
                  <a:pt x="465155" y="49126"/>
                  <a:pt x="460904" y="49126"/>
                </a:cubicBezTo>
                <a:cubicBezTo>
                  <a:pt x="455936" y="49126"/>
                  <a:pt x="452032" y="51094"/>
                  <a:pt x="449190" y="55030"/>
                </a:cubicBezTo>
                <a:cubicBezTo>
                  <a:pt x="446349" y="58966"/>
                  <a:pt x="444928" y="64302"/>
                  <a:pt x="444928" y="71037"/>
                </a:cubicBezTo>
                <a:cubicBezTo>
                  <a:pt x="444928" y="77436"/>
                  <a:pt x="446296" y="82371"/>
                  <a:pt x="449032" y="85844"/>
                </a:cubicBezTo>
                <a:cubicBezTo>
                  <a:pt x="451769" y="89317"/>
                  <a:pt x="455536" y="91054"/>
                  <a:pt x="460335" y="91054"/>
                </a:cubicBezTo>
                <a:cubicBezTo>
                  <a:pt x="464840" y="91054"/>
                  <a:pt x="468544" y="89223"/>
                  <a:pt x="471449" y="85560"/>
                </a:cubicBezTo>
                <a:cubicBezTo>
                  <a:pt x="474353" y="81898"/>
                  <a:pt x="475806" y="77141"/>
                  <a:pt x="475806" y="71290"/>
                </a:cubicBezTo>
                <a:lnTo>
                  <a:pt x="475806" y="65480"/>
                </a:lnTo>
                <a:close/>
                <a:moveTo>
                  <a:pt x="624544" y="101472"/>
                </a:moveTo>
                <a:cubicBezTo>
                  <a:pt x="617430" y="104966"/>
                  <a:pt x="608147" y="106713"/>
                  <a:pt x="596697" y="106713"/>
                </a:cubicBezTo>
                <a:cubicBezTo>
                  <a:pt x="581964" y="106713"/>
                  <a:pt x="570272" y="102304"/>
                  <a:pt x="561621" y="93485"/>
                </a:cubicBezTo>
                <a:cubicBezTo>
                  <a:pt x="552970" y="84666"/>
                  <a:pt x="548645" y="72910"/>
                  <a:pt x="548645" y="58219"/>
                </a:cubicBezTo>
                <a:cubicBezTo>
                  <a:pt x="548645" y="42770"/>
                  <a:pt x="553475" y="30130"/>
                  <a:pt x="563136" y="20301"/>
                </a:cubicBezTo>
                <a:cubicBezTo>
                  <a:pt x="572797" y="10471"/>
                  <a:pt x="585268" y="5557"/>
                  <a:pt x="600549" y="5557"/>
                </a:cubicBezTo>
                <a:cubicBezTo>
                  <a:pt x="610105" y="5557"/>
                  <a:pt x="618103" y="6799"/>
                  <a:pt x="624544" y="9282"/>
                </a:cubicBezTo>
                <a:lnTo>
                  <a:pt x="624544" y="29425"/>
                </a:lnTo>
                <a:cubicBezTo>
                  <a:pt x="617935" y="25552"/>
                  <a:pt x="610442" y="23616"/>
                  <a:pt x="602065" y="23616"/>
                </a:cubicBezTo>
                <a:cubicBezTo>
                  <a:pt x="592509" y="23616"/>
                  <a:pt x="584868" y="26668"/>
                  <a:pt x="579143" y="32772"/>
                </a:cubicBezTo>
                <a:cubicBezTo>
                  <a:pt x="573418" y="38876"/>
                  <a:pt x="570556" y="46853"/>
                  <a:pt x="570556" y="56703"/>
                </a:cubicBezTo>
                <a:cubicBezTo>
                  <a:pt x="570556" y="66301"/>
                  <a:pt x="573271" y="74026"/>
                  <a:pt x="578701" y="79877"/>
                </a:cubicBezTo>
                <a:cubicBezTo>
                  <a:pt x="584132" y="85729"/>
                  <a:pt x="591477" y="88654"/>
                  <a:pt x="600738" y="88654"/>
                </a:cubicBezTo>
                <a:cubicBezTo>
                  <a:pt x="609452" y="88654"/>
                  <a:pt x="617387" y="86549"/>
                  <a:pt x="624544" y="82340"/>
                </a:cubicBezTo>
                <a:lnTo>
                  <a:pt x="624544" y="101472"/>
                </a:lnTo>
                <a:close/>
                <a:moveTo>
                  <a:pt x="635497" y="70406"/>
                </a:moveTo>
                <a:cubicBezTo>
                  <a:pt x="635497" y="58913"/>
                  <a:pt x="638938" y="49884"/>
                  <a:pt x="645821" y="43317"/>
                </a:cubicBezTo>
                <a:cubicBezTo>
                  <a:pt x="652703" y="36750"/>
                  <a:pt x="661954" y="33466"/>
                  <a:pt x="673573" y="33466"/>
                </a:cubicBezTo>
                <a:cubicBezTo>
                  <a:pt x="684812" y="33466"/>
                  <a:pt x="693737" y="36697"/>
                  <a:pt x="700346" y="43159"/>
                </a:cubicBezTo>
                <a:cubicBezTo>
                  <a:pt x="706955" y="49621"/>
                  <a:pt x="710259" y="58303"/>
                  <a:pt x="710259" y="69206"/>
                </a:cubicBezTo>
                <a:cubicBezTo>
                  <a:pt x="710259" y="80656"/>
                  <a:pt x="706870" y="89770"/>
                  <a:pt x="700093" y="96547"/>
                </a:cubicBezTo>
                <a:cubicBezTo>
                  <a:pt x="693316" y="103325"/>
                  <a:pt x="684139" y="106713"/>
                  <a:pt x="672562" y="106713"/>
                </a:cubicBezTo>
                <a:cubicBezTo>
                  <a:pt x="661196" y="106713"/>
                  <a:pt x="652177" y="103462"/>
                  <a:pt x="645505" y="96958"/>
                </a:cubicBezTo>
                <a:cubicBezTo>
                  <a:pt x="638833" y="90454"/>
                  <a:pt x="635497" y="81603"/>
                  <a:pt x="635497" y="70406"/>
                </a:cubicBezTo>
                <a:moveTo>
                  <a:pt x="656145" y="70153"/>
                </a:moveTo>
                <a:cubicBezTo>
                  <a:pt x="656145" y="84087"/>
                  <a:pt x="661828" y="91054"/>
                  <a:pt x="673194" y="91054"/>
                </a:cubicBezTo>
                <a:cubicBezTo>
                  <a:pt x="684097" y="91054"/>
                  <a:pt x="689548" y="83897"/>
                  <a:pt x="689548" y="69585"/>
                </a:cubicBezTo>
                <a:cubicBezTo>
                  <a:pt x="689548" y="55946"/>
                  <a:pt x="684054" y="49126"/>
                  <a:pt x="673067" y="49126"/>
                </a:cubicBezTo>
                <a:cubicBezTo>
                  <a:pt x="667721" y="49126"/>
                  <a:pt x="663564" y="50957"/>
                  <a:pt x="660596" y="54620"/>
                </a:cubicBezTo>
                <a:cubicBezTo>
                  <a:pt x="657629" y="58282"/>
                  <a:pt x="656145" y="63460"/>
                  <a:pt x="656145" y="70153"/>
                </a:cubicBezTo>
                <a:close/>
                <a:moveTo>
                  <a:pt x="790875" y="105009"/>
                </a:moveTo>
                <a:lnTo>
                  <a:pt x="770606" y="105009"/>
                </a:lnTo>
                <a:lnTo>
                  <a:pt x="770606" y="66049"/>
                </a:lnTo>
                <a:cubicBezTo>
                  <a:pt x="770606" y="54767"/>
                  <a:pt x="766543" y="49126"/>
                  <a:pt x="758419" y="49126"/>
                </a:cubicBezTo>
                <a:cubicBezTo>
                  <a:pt x="754546" y="49126"/>
                  <a:pt x="751326" y="50631"/>
                  <a:pt x="748758" y="53641"/>
                </a:cubicBezTo>
                <a:cubicBezTo>
                  <a:pt x="746190" y="56651"/>
                  <a:pt x="744906" y="60492"/>
                  <a:pt x="744906" y="65165"/>
                </a:cubicBezTo>
                <a:lnTo>
                  <a:pt x="744906" y="105009"/>
                </a:lnTo>
                <a:lnTo>
                  <a:pt x="724510" y="105009"/>
                </a:lnTo>
                <a:lnTo>
                  <a:pt x="724510" y="35171"/>
                </a:lnTo>
                <a:lnTo>
                  <a:pt x="744906" y="35171"/>
                </a:lnTo>
                <a:lnTo>
                  <a:pt x="744906" y="46285"/>
                </a:lnTo>
                <a:lnTo>
                  <a:pt x="745159" y="46285"/>
                </a:lnTo>
                <a:cubicBezTo>
                  <a:pt x="750252" y="37739"/>
                  <a:pt x="757745" y="33466"/>
                  <a:pt x="767638" y="33466"/>
                </a:cubicBezTo>
                <a:cubicBezTo>
                  <a:pt x="783129" y="33466"/>
                  <a:pt x="790875" y="43064"/>
                  <a:pt x="790875" y="62260"/>
                </a:cubicBezTo>
                <a:lnTo>
                  <a:pt x="790875" y="105009"/>
                </a:lnTo>
                <a:close/>
                <a:moveTo>
                  <a:pt x="849429" y="104188"/>
                </a:moveTo>
                <a:cubicBezTo>
                  <a:pt x="846356" y="105872"/>
                  <a:pt x="841704" y="106713"/>
                  <a:pt x="835474" y="106713"/>
                </a:cubicBezTo>
                <a:cubicBezTo>
                  <a:pt x="820656" y="106713"/>
                  <a:pt x="813247" y="98926"/>
                  <a:pt x="813247" y="83350"/>
                </a:cubicBezTo>
                <a:lnTo>
                  <a:pt x="813247" y="50389"/>
                </a:lnTo>
                <a:lnTo>
                  <a:pt x="801755" y="50389"/>
                </a:lnTo>
                <a:lnTo>
                  <a:pt x="801755" y="35171"/>
                </a:lnTo>
                <a:lnTo>
                  <a:pt x="813247" y="35171"/>
                </a:lnTo>
                <a:lnTo>
                  <a:pt x="813247" y="19827"/>
                </a:lnTo>
                <a:lnTo>
                  <a:pt x="833517" y="14018"/>
                </a:lnTo>
                <a:lnTo>
                  <a:pt x="833517" y="35171"/>
                </a:lnTo>
                <a:lnTo>
                  <a:pt x="849429" y="35171"/>
                </a:lnTo>
                <a:lnTo>
                  <a:pt x="849429" y="50389"/>
                </a:lnTo>
                <a:lnTo>
                  <a:pt x="833517" y="50389"/>
                </a:lnTo>
                <a:lnTo>
                  <a:pt x="833517" y="79814"/>
                </a:lnTo>
                <a:cubicBezTo>
                  <a:pt x="833517" y="87265"/>
                  <a:pt x="836463" y="90991"/>
                  <a:pt x="842357" y="90991"/>
                </a:cubicBezTo>
                <a:cubicBezTo>
                  <a:pt x="844630" y="90991"/>
                  <a:pt x="846987" y="90317"/>
                  <a:pt x="849429" y="88970"/>
                </a:cubicBezTo>
                <a:lnTo>
                  <a:pt x="849429" y="104188"/>
                </a:lnTo>
                <a:close/>
                <a:moveTo>
                  <a:pt x="906390" y="53672"/>
                </a:moveTo>
                <a:cubicBezTo>
                  <a:pt x="903906" y="52241"/>
                  <a:pt x="900896" y="51526"/>
                  <a:pt x="897360" y="51526"/>
                </a:cubicBezTo>
                <a:cubicBezTo>
                  <a:pt x="892729" y="51526"/>
                  <a:pt x="889057" y="53294"/>
                  <a:pt x="886341" y="56830"/>
                </a:cubicBezTo>
                <a:cubicBezTo>
                  <a:pt x="883626" y="60366"/>
                  <a:pt x="882269" y="65228"/>
                  <a:pt x="882269" y="71416"/>
                </a:cubicBezTo>
                <a:lnTo>
                  <a:pt x="882269" y="105009"/>
                </a:lnTo>
                <a:lnTo>
                  <a:pt x="861873" y="105009"/>
                </a:lnTo>
                <a:lnTo>
                  <a:pt x="861873" y="35171"/>
                </a:lnTo>
                <a:lnTo>
                  <a:pt x="882269" y="35171"/>
                </a:lnTo>
                <a:lnTo>
                  <a:pt x="882269" y="48305"/>
                </a:lnTo>
                <a:lnTo>
                  <a:pt x="882521" y="48305"/>
                </a:lnTo>
                <a:cubicBezTo>
                  <a:pt x="885889" y="38749"/>
                  <a:pt x="892014" y="33971"/>
                  <a:pt x="900896" y="33971"/>
                </a:cubicBezTo>
                <a:cubicBezTo>
                  <a:pt x="903296" y="33971"/>
                  <a:pt x="905127" y="34245"/>
                  <a:pt x="906390" y="34792"/>
                </a:cubicBezTo>
                <a:lnTo>
                  <a:pt x="906390" y="53672"/>
                </a:lnTo>
                <a:close/>
                <a:moveTo>
                  <a:pt x="918164" y="39402"/>
                </a:moveTo>
                <a:cubicBezTo>
                  <a:pt x="921321" y="37634"/>
                  <a:pt x="925541" y="36203"/>
                  <a:pt x="930824" y="35108"/>
                </a:cubicBezTo>
                <a:cubicBezTo>
                  <a:pt x="936107" y="34014"/>
                  <a:pt x="940622" y="33466"/>
                  <a:pt x="944368" y="33466"/>
                </a:cubicBezTo>
                <a:cubicBezTo>
                  <a:pt x="963901" y="33466"/>
                  <a:pt x="973667" y="43254"/>
                  <a:pt x="973667" y="62828"/>
                </a:cubicBezTo>
                <a:lnTo>
                  <a:pt x="973667" y="105009"/>
                </a:lnTo>
                <a:lnTo>
                  <a:pt x="954282" y="105009"/>
                </a:lnTo>
                <a:lnTo>
                  <a:pt x="954282" y="94842"/>
                </a:lnTo>
                <a:lnTo>
                  <a:pt x="954029" y="94842"/>
                </a:lnTo>
                <a:cubicBezTo>
                  <a:pt x="949273" y="102756"/>
                  <a:pt x="942306" y="106713"/>
                  <a:pt x="933129" y="106713"/>
                </a:cubicBezTo>
                <a:cubicBezTo>
                  <a:pt x="926520" y="106713"/>
                  <a:pt x="921226" y="104830"/>
                  <a:pt x="917248" y="101062"/>
                </a:cubicBezTo>
                <a:cubicBezTo>
                  <a:pt x="913270" y="97294"/>
                  <a:pt x="911281" y="92169"/>
                  <a:pt x="911281" y="85686"/>
                </a:cubicBezTo>
                <a:cubicBezTo>
                  <a:pt x="911281" y="72300"/>
                  <a:pt x="919258" y="64512"/>
                  <a:pt x="935213" y="62323"/>
                </a:cubicBezTo>
                <a:lnTo>
                  <a:pt x="954408" y="59734"/>
                </a:lnTo>
                <a:cubicBezTo>
                  <a:pt x="954408" y="51610"/>
                  <a:pt x="950178" y="47547"/>
                  <a:pt x="941716" y="47547"/>
                </a:cubicBezTo>
                <a:cubicBezTo>
                  <a:pt x="933381" y="47547"/>
                  <a:pt x="925530" y="50073"/>
                  <a:pt x="918164" y="55125"/>
                </a:cubicBezTo>
                <a:lnTo>
                  <a:pt x="918164" y="39402"/>
                </a:lnTo>
                <a:moveTo>
                  <a:pt x="941211" y="73373"/>
                </a:moveTo>
                <a:cubicBezTo>
                  <a:pt x="933844" y="74342"/>
                  <a:pt x="930161" y="77667"/>
                  <a:pt x="930161" y="83350"/>
                </a:cubicBezTo>
                <a:cubicBezTo>
                  <a:pt x="930161" y="85960"/>
                  <a:pt x="931056" y="88065"/>
                  <a:pt x="932845" y="89665"/>
                </a:cubicBezTo>
                <a:cubicBezTo>
                  <a:pt x="934634" y="91264"/>
                  <a:pt x="937044" y="92064"/>
                  <a:pt x="940075" y="92064"/>
                </a:cubicBezTo>
                <a:cubicBezTo>
                  <a:pt x="944242" y="92064"/>
                  <a:pt x="947673" y="90591"/>
                  <a:pt x="950367" y="87644"/>
                </a:cubicBezTo>
                <a:cubicBezTo>
                  <a:pt x="953061" y="84697"/>
                  <a:pt x="954408" y="81035"/>
                  <a:pt x="954408" y="76657"/>
                </a:cubicBezTo>
                <a:lnTo>
                  <a:pt x="954408" y="71668"/>
                </a:lnTo>
                <a:lnTo>
                  <a:pt x="941211" y="73373"/>
                </a:lnTo>
                <a:close/>
                <a:moveTo>
                  <a:pt x="1043564" y="102420"/>
                </a:moveTo>
                <a:cubicBezTo>
                  <a:pt x="1038681" y="105282"/>
                  <a:pt x="1031735" y="106713"/>
                  <a:pt x="1022727" y="106713"/>
                </a:cubicBezTo>
                <a:cubicBezTo>
                  <a:pt x="1012077" y="106713"/>
                  <a:pt x="1003468" y="103472"/>
                  <a:pt x="996901" y="96989"/>
                </a:cubicBezTo>
                <a:cubicBezTo>
                  <a:pt x="990334" y="90506"/>
                  <a:pt x="987051" y="82108"/>
                  <a:pt x="987051" y="71795"/>
                </a:cubicBezTo>
                <a:cubicBezTo>
                  <a:pt x="987051" y="59924"/>
                  <a:pt x="990587" y="50568"/>
                  <a:pt x="997659" y="43727"/>
                </a:cubicBezTo>
                <a:cubicBezTo>
                  <a:pt x="1004731" y="36887"/>
                  <a:pt x="1014160" y="33466"/>
                  <a:pt x="1025947" y="33466"/>
                </a:cubicBezTo>
                <a:cubicBezTo>
                  <a:pt x="1033903" y="33466"/>
                  <a:pt x="1039797" y="34561"/>
                  <a:pt x="1043628" y="36750"/>
                </a:cubicBezTo>
                <a:lnTo>
                  <a:pt x="1043628" y="54241"/>
                </a:lnTo>
                <a:cubicBezTo>
                  <a:pt x="1038955" y="50831"/>
                  <a:pt x="1033861" y="49126"/>
                  <a:pt x="1028347" y="49126"/>
                </a:cubicBezTo>
                <a:cubicBezTo>
                  <a:pt x="1022117" y="49126"/>
                  <a:pt x="1017118" y="51020"/>
                  <a:pt x="1013350" y="54809"/>
                </a:cubicBezTo>
                <a:cubicBezTo>
                  <a:pt x="1009582" y="58598"/>
                  <a:pt x="1007699" y="63797"/>
                  <a:pt x="1007699" y="70406"/>
                </a:cubicBezTo>
                <a:cubicBezTo>
                  <a:pt x="1007699" y="76804"/>
                  <a:pt x="1009488" y="81845"/>
                  <a:pt x="1013066" y="85529"/>
                </a:cubicBezTo>
                <a:cubicBezTo>
                  <a:pt x="1016644" y="89212"/>
                  <a:pt x="1021506" y="91054"/>
                  <a:pt x="1027652" y="91054"/>
                </a:cubicBezTo>
                <a:cubicBezTo>
                  <a:pt x="1033083" y="91054"/>
                  <a:pt x="1038387" y="89328"/>
                  <a:pt x="1043564" y="85876"/>
                </a:cubicBezTo>
                <a:lnTo>
                  <a:pt x="1043564" y="102420"/>
                </a:lnTo>
                <a:close/>
                <a:moveTo>
                  <a:pt x="1099066" y="104188"/>
                </a:moveTo>
                <a:cubicBezTo>
                  <a:pt x="1095993" y="105872"/>
                  <a:pt x="1091342" y="106713"/>
                  <a:pt x="1085112" y="106713"/>
                </a:cubicBezTo>
                <a:cubicBezTo>
                  <a:pt x="1070294" y="106713"/>
                  <a:pt x="1062885" y="98926"/>
                  <a:pt x="1062885" y="83350"/>
                </a:cubicBezTo>
                <a:lnTo>
                  <a:pt x="1062885" y="50389"/>
                </a:lnTo>
                <a:lnTo>
                  <a:pt x="1051393" y="50389"/>
                </a:lnTo>
                <a:lnTo>
                  <a:pt x="1051393" y="35171"/>
                </a:lnTo>
                <a:lnTo>
                  <a:pt x="1062885" y="35171"/>
                </a:lnTo>
                <a:lnTo>
                  <a:pt x="1062885" y="19827"/>
                </a:lnTo>
                <a:lnTo>
                  <a:pt x="1083154" y="14018"/>
                </a:lnTo>
                <a:lnTo>
                  <a:pt x="1083154" y="35171"/>
                </a:lnTo>
                <a:lnTo>
                  <a:pt x="1099066" y="35171"/>
                </a:lnTo>
                <a:lnTo>
                  <a:pt x="1099066" y="50389"/>
                </a:lnTo>
                <a:lnTo>
                  <a:pt x="1083154" y="50389"/>
                </a:lnTo>
                <a:lnTo>
                  <a:pt x="1083154" y="79814"/>
                </a:lnTo>
                <a:cubicBezTo>
                  <a:pt x="1083154" y="87265"/>
                  <a:pt x="1086101" y="90991"/>
                  <a:pt x="1091994" y="90991"/>
                </a:cubicBezTo>
                <a:cubicBezTo>
                  <a:pt x="1094267" y="90991"/>
                  <a:pt x="1096625" y="90317"/>
                  <a:pt x="1099066" y="88970"/>
                </a:cubicBezTo>
                <a:lnTo>
                  <a:pt x="1099066" y="104188"/>
                </a:lnTo>
                <a:close/>
                <a:moveTo>
                  <a:pt x="1109679" y="86255"/>
                </a:moveTo>
                <a:cubicBezTo>
                  <a:pt x="1116667" y="90506"/>
                  <a:pt x="1123508" y="92632"/>
                  <a:pt x="1130201" y="92632"/>
                </a:cubicBezTo>
                <a:cubicBezTo>
                  <a:pt x="1138620" y="92632"/>
                  <a:pt x="1142830" y="90380"/>
                  <a:pt x="1142830" y="85876"/>
                </a:cubicBezTo>
                <a:cubicBezTo>
                  <a:pt x="1142830" y="82677"/>
                  <a:pt x="1139357" y="80003"/>
                  <a:pt x="1132411" y="77857"/>
                </a:cubicBezTo>
                <a:cubicBezTo>
                  <a:pt x="1123739" y="75162"/>
                  <a:pt x="1117783" y="72163"/>
                  <a:pt x="1114541" y="68859"/>
                </a:cubicBezTo>
                <a:cubicBezTo>
                  <a:pt x="1111300" y="65554"/>
                  <a:pt x="1109679" y="61081"/>
                  <a:pt x="1109679" y="55440"/>
                </a:cubicBezTo>
                <a:cubicBezTo>
                  <a:pt x="1109679" y="48579"/>
                  <a:pt x="1112458" y="43201"/>
                  <a:pt x="1118014" y="39307"/>
                </a:cubicBezTo>
                <a:cubicBezTo>
                  <a:pt x="1123571" y="35413"/>
                  <a:pt x="1130854" y="33466"/>
                  <a:pt x="1139862" y="33466"/>
                </a:cubicBezTo>
                <a:cubicBezTo>
                  <a:pt x="1146261" y="33466"/>
                  <a:pt x="1152428" y="34413"/>
                  <a:pt x="1158363" y="36308"/>
                </a:cubicBezTo>
                <a:lnTo>
                  <a:pt x="1158363" y="52346"/>
                </a:lnTo>
                <a:cubicBezTo>
                  <a:pt x="1152933" y="49147"/>
                  <a:pt x="1146955" y="47547"/>
                  <a:pt x="1140431" y="47547"/>
                </a:cubicBezTo>
                <a:cubicBezTo>
                  <a:pt x="1137189" y="47547"/>
                  <a:pt x="1134579" y="48126"/>
                  <a:pt x="1132601" y="49284"/>
                </a:cubicBezTo>
                <a:cubicBezTo>
                  <a:pt x="1130622" y="50442"/>
                  <a:pt x="1129633" y="51968"/>
                  <a:pt x="1129633" y="53862"/>
                </a:cubicBezTo>
                <a:cubicBezTo>
                  <a:pt x="1129633" y="57061"/>
                  <a:pt x="1132580" y="59650"/>
                  <a:pt x="1138473" y="61629"/>
                </a:cubicBezTo>
                <a:cubicBezTo>
                  <a:pt x="1144787" y="63733"/>
                  <a:pt x="1149534" y="65649"/>
                  <a:pt x="1152712" y="67375"/>
                </a:cubicBezTo>
                <a:cubicBezTo>
                  <a:pt x="1155890" y="69101"/>
                  <a:pt x="1158311" y="71374"/>
                  <a:pt x="1159974" y="74194"/>
                </a:cubicBezTo>
                <a:cubicBezTo>
                  <a:pt x="1161636" y="77015"/>
                  <a:pt x="1162468" y="80277"/>
                  <a:pt x="1162468" y="83982"/>
                </a:cubicBezTo>
                <a:cubicBezTo>
                  <a:pt x="1162468" y="91180"/>
                  <a:pt x="1159584" y="96768"/>
                  <a:pt x="1153817" y="100746"/>
                </a:cubicBezTo>
                <a:cubicBezTo>
                  <a:pt x="1148050" y="104724"/>
                  <a:pt x="1140346" y="106713"/>
                  <a:pt x="1130706" y="106713"/>
                </a:cubicBezTo>
                <a:cubicBezTo>
                  <a:pt x="1123129" y="106713"/>
                  <a:pt x="1116120" y="105514"/>
                  <a:pt x="1109679" y="103114"/>
                </a:cubicBezTo>
                <a:lnTo>
                  <a:pt x="1109679" y="8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1c4026cbb4998"/>
          <a:stretch xmlns:a="http://schemas.openxmlformats.org/drawingml/2006/main"/>
        </p:blipFill>
        <p:spPr>
          <a:xfrm xmlns:a="http://schemas.openxmlformats.org/drawingml/2006/main">
            <a:off x="10106499" y="3667815"/>
            <a:ext cx="572163" cy="572163"/>
          </a:xfrm>
          <a:prstGeom xmlns:a="http://schemas.openxmlformats.org/drawingml/2006/main" prst="rect">
            <a:avLst/>
          </a:prstGeom>
        </p:spPr>
      </p:pic>
      <p:sp>
        <p:nvSpPr>
          <p:cNvPr id="72" name="Text LLM">
            <a:extLst xmlns:a="http://schemas.openxmlformats.org/drawingml/2006/main">
              <a:ext uri="{FF2B5EF4-FFF2-40B4-BE49-F238E27FC236}">
                <a16:creationId xmlns:a16="http://schemas.microsoft.com/office/drawing/2014/main" id="{373E5F18-7709-452F-BCA0-6B2CFA63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127" y="3846354"/>
            <a:ext cx="251572" cy="97810"/>
          </a:xfrm>
          <a:custGeom xmlns:a="http://schemas.openxmlformats.org/drawingml/2006/main">
            <a:pathLst>
              <a:path w="251572" h="97810">
                <a:moveTo>
                  <a:pt x="57398" y="97810"/>
                </a:moveTo>
                <a:lnTo>
                  <a:pt x="0" y="97810"/>
                </a:lnTo>
                <a:lnTo>
                  <a:pt x="0" y="0"/>
                </a:lnTo>
                <a:lnTo>
                  <a:pt x="20838" y="0"/>
                </a:lnTo>
                <a:lnTo>
                  <a:pt x="20838" y="80761"/>
                </a:lnTo>
                <a:lnTo>
                  <a:pt x="57398" y="80761"/>
                </a:lnTo>
                <a:lnTo>
                  <a:pt x="57398" y="97810"/>
                </a:lnTo>
                <a:close/>
                <a:moveTo>
                  <a:pt x="128122" y="97810"/>
                </a:moveTo>
                <a:lnTo>
                  <a:pt x="70724" y="97810"/>
                </a:lnTo>
                <a:lnTo>
                  <a:pt x="70724" y="0"/>
                </a:lnTo>
                <a:lnTo>
                  <a:pt x="91562" y="0"/>
                </a:lnTo>
                <a:lnTo>
                  <a:pt x="91562" y="80761"/>
                </a:lnTo>
                <a:lnTo>
                  <a:pt x="128122" y="80761"/>
                </a:lnTo>
                <a:lnTo>
                  <a:pt x="128122" y="97810"/>
                </a:lnTo>
                <a:close/>
                <a:moveTo>
                  <a:pt x="230987" y="97810"/>
                </a:moveTo>
                <a:lnTo>
                  <a:pt x="230987" y="38455"/>
                </a:lnTo>
                <a:cubicBezTo>
                  <a:pt x="230987" y="32982"/>
                  <a:pt x="231261" y="26100"/>
                  <a:pt x="231808" y="17807"/>
                </a:cubicBezTo>
                <a:lnTo>
                  <a:pt x="231303" y="17807"/>
                </a:lnTo>
                <a:cubicBezTo>
                  <a:pt x="230040" y="24079"/>
                  <a:pt x="229030" y="28267"/>
                  <a:pt x="228272" y="30372"/>
                </a:cubicBezTo>
                <a:lnTo>
                  <a:pt x="204151" y="97810"/>
                </a:lnTo>
                <a:lnTo>
                  <a:pt x="187544" y="97810"/>
                </a:lnTo>
                <a:lnTo>
                  <a:pt x="163108" y="31004"/>
                </a:lnTo>
                <a:cubicBezTo>
                  <a:pt x="162518" y="29404"/>
                  <a:pt x="161487" y="25005"/>
                  <a:pt x="160013" y="17807"/>
                </a:cubicBezTo>
                <a:lnTo>
                  <a:pt x="159445" y="17807"/>
                </a:lnTo>
                <a:cubicBezTo>
                  <a:pt x="159992" y="26015"/>
                  <a:pt x="160266" y="34245"/>
                  <a:pt x="160266" y="42496"/>
                </a:cubicBezTo>
                <a:lnTo>
                  <a:pt x="160266" y="97810"/>
                </a:lnTo>
                <a:lnTo>
                  <a:pt x="141449" y="97810"/>
                </a:lnTo>
                <a:lnTo>
                  <a:pt x="141449" y="0"/>
                </a:lnTo>
                <a:lnTo>
                  <a:pt x="171758" y="0"/>
                </a:lnTo>
                <a:lnTo>
                  <a:pt x="192848" y="59103"/>
                </a:lnTo>
                <a:cubicBezTo>
                  <a:pt x="194616" y="63986"/>
                  <a:pt x="195816" y="68574"/>
                  <a:pt x="196448" y="72868"/>
                </a:cubicBezTo>
                <a:lnTo>
                  <a:pt x="196890" y="72868"/>
                </a:lnTo>
                <a:cubicBezTo>
                  <a:pt x="198195" y="67522"/>
                  <a:pt x="199542" y="62891"/>
                  <a:pt x="200931" y="58977"/>
                </a:cubicBezTo>
                <a:lnTo>
                  <a:pt x="222084" y="0"/>
                </a:lnTo>
                <a:lnTo>
                  <a:pt x="251572" y="0"/>
                </a:lnTo>
                <a:lnTo>
                  <a:pt x="251572" y="97810"/>
                </a:lnTo>
                <a:lnTo>
                  <a:pt x="230987" y="97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b30364ddf47aa"/>
          <a:stretch xmlns:a="http://schemas.openxmlformats.org/drawingml/2006/main"/>
        </p:blipFill>
        <p:spPr>
          <a:xfrm xmlns:a="http://schemas.openxmlformats.org/drawingml/2006/main">
            <a:off x="2322229" y="3278819"/>
            <a:ext cx="1491695" cy="969893"/>
          </a:xfrm>
          <a:prstGeom xmlns:a="http://schemas.openxmlformats.org/drawingml/2006/main" prst="rect">
            <a:avLst/>
          </a:prstGeom>
        </p:spPr>
      </p:pic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3E6B1-C2CE-4510-995C-E883E1A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007" y="3302415"/>
            <a:ext cx="1408202" cy="887779"/>
          </a:xfrm>
          <a:custGeom xmlns:a="http://schemas.openxmlformats.org/drawingml/2006/main">
            <a:pathLst>
              <a:path w="1408202" h="887779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8" y="0"/>
                </a:lnTo>
                <a:cubicBezTo>
                  <a:pt x="1379704" y="0"/>
                  <a:pt x="1408202" y="28499"/>
                  <a:pt x="1408202" y="63654"/>
                </a:cubicBezTo>
                <a:lnTo>
                  <a:pt x="1408202" y="824125"/>
                </a:lnTo>
                <a:cubicBezTo>
                  <a:pt x="1408202" y="859280"/>
                  <a:pt x="1379704" y="887779"/>
                  <a:pt x="1344548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2C96A-A90F-4BF1-A796-1FBBEBF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007" y="3302414"/>
            <a:ext cx="1408203" cy="887779"/>
          </a:xfrm>
          <a:custGeom xmlns:a="http://schemas.openxmlformats.org/drawingml/2006/main">
            <a:pathLst>
              <a:path w="1408203" h="887779" fill="none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9" y="0"/>
                </a:lnTo>
                <a:cubicBezTo>
                  <a:pt x="1379704" y="0"/>
                  <a:pt x="1408203" y="28499"/>
                  <a:pt x="1408203" y="63654"/>
                </a:cubicBezTo>
                <a:lnTo>
                  <a:pt x="1408203" y="824125"/>
                </a:lnTo>
                <a:cubicBezTo>
                  <a:pt x="1408203" y="859280"/>
                  <a:pt x="1379704" y="887779"/>
                  <a:pt x="1344549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76" name="Text TestCaseGenerator">
            <a:extLst xmlns:a="http://schemas.openxmlformats.org/drawingml/2006/main">
              <a:ext uri="{FF2B5EF4-FFF2-40B4-BE49-F238E27FC236}">
                <a16:creationId xmlns:a16="http://schemas.microsoft.com/office/drawing/2014/main" id="{719B2987-B598-4763-ADE7-3422BDC7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24" y="3381105"/>
            <a:ext cx="1292519" cy="101157"/>
          </a:xfrm>
          <a:custGeom xmlns:a="http://schemas.openxmlformats.org/drawingml/2006/main">
            <a:pathLst>
              <a:path w="1292519" h="101157">
                <a:moveTo>
                  <a:pt x="76657" y="18691"/>
                </a:moveTo>
                <a:lnTo>
                  <a:pt x="48747" y="18691"/>
                </a:lnTo>
                <a:lnTo>
                  <a:pt x="48747" y="99452"/>
                </a:lnTo>
                <a:lnTo>
                  <a:pt x="27847" y="99452"/>
                </a:lnTo>
                <a:lnTo>
                  <a:pt x="27847" y="18691"/>
                </a:lnTo>
                <a:lnTo>
                  <a:pt x="0" y="18691"/>
                </a:lnTo>
                <a:lnTo>
                  <a:pt x="0" y="1642"/>
                </a:lnTo>
                <a:lnTo>
                  <a:pt x="76657" y="1642"/>
                </a:lnTo>
                <a:lnTo>
                  <a:pt x="76657" y="18691"/>
                </a:lnTo>
                <a:close/>
                <a:moveTo>
                  <a:pt x="137203" y="70279"/>
                </a:moveTo>
                <a:lnTo>
                  <a:pt x="91234" y="70279"/>
                </a:lnTo>
                <a:cubicBezTo>
                  <a:pt x="91950" y="81098"/>
                  <a:pt x="98475" y="86507"/>
                  <a:pt x="110809" y="86507"/>
                </a:cubicBezTo>
                <a:cubicBezTo>
                  <a:pt x="118513" y="86507"/>
                  <a:pt x="125311" y="84613"/>
                  <a:pt x="131205" y="80824"/>
                </a:cubicBezTo>
                <a:lnTo>
                  <a:pt x="131205" y="95790"/>
                </a:lnTo>
                <a:cubicBezTo>
                  <a:pt x="124848" y="99368"/>
                  <a:pt x="116513" y="101157"/>
                  <a:pt x="106200" y="101157"/>
                </a:cubicBezTo>
                <a:cubicBezTo>
                  <a:pt x="95086" y="101157"/>
                  <a:pt x="86446" y="98021"/>
                  <a:pt x="80279" y="91748"/>
                </a:cubicBezTo>
                <a:cubicBezTo>
                  <a:pt x="74112" y="85476"/>
                  <a:pt x="71028" y="76741"/>
                  <a:pt x="71028" y="65544"/>
                </a:cubicBezTo>
                <a:cubicBezTo>
                  <a:pt x="71028" y="54388"/>
                  <a:pt x="74312" y="45327"/>
                  <a:pt x="80879" y="38360"/>
                </a:cubicBezTo>
                <a:cubicBezTo>
                  <a:pt x="87446" y="31393"/>
                  <a:pt x="95697" y="27910"/>
                  <a:pt x="105631" y="27910"/>
                </a:cubicBezTo>
                <a:cubicBezTo>
                  <a:pt x="115524" y="27910"/>
                  <a:pt x="123259" y="30909"/>
                  <a:pt x="128837" y="36908"/>
                </a:cubicBezTo>
                <a:cubicBezTo>
                  <a:pt x="134414" y="42906"/>
                  <a:pt x="137203" y="51147"/>
                  <a:pt x="137203" y="61629"/>
                </a:cubicBezTo>
                <a:lnTo>
                  <a:pt x="137203" y="70279"/>
                </a:lnTo>
                <a:moveTo>
                  <a:pt x="118197" y="57524"/>
                </a:moveTo>
                <a:cubicBezTo>
                  <a:pt x="118197" y="47084"/>
                  <a:pt x="113966" y="41865"/>
                  <a:pt x="105505" y="41865"/>
                </a:cubicBezTo>
                <a:cubicBezTo>
                  <a:pt x="102011" y="41865"/>
                  <a:pt x="98917" y="43296"/>
                  <a:pt x="96223" y="46158"/>
                </a:cubicBezTo>
                <a:cubicBezTo>
                  <a:pt x="93529" y="49021"/>
                  <a:pt x="91845" y="52809"/>
                  <a:pt x="91171" y="57524"/>
                </a:cubicBezTo>
                <a:lnTo>
                  <a:pt x="118197" y="57524"/>
                </a:lnTo>
                <a:close/>
                <a:moveTo>
                  <a:pt x="149184" y="80698"/>
                </a:moveTo>
                <a:cubicBezTo>
                  <a:pt x="156172" y="84950"/>
                  <a:pt x="163013" y="87076"/>
                  <a:pt x="169706" y="87076"/>
                </a:cubicBezTo>
                <a:cubicBezTo>
                  <a:pt x="178125" y="87076"/>
                  <a:pt x="182335" y="84823"/>
                  <a:pt x="182335" y="80319"/>
                </a:cubicBezTo>
                <a:cubicBezTo>
                  <a:pt x="182335" y="77120"/>
                  <a:pt x="178862" y="74447"/>
                  <a:pt x="171916" y="72300"/>
                </a:cubicBezTo>
                <a:cubicBezTo>
                  <a:pt x="163244" y="69606"/>
                  <a:pt x="157288" y="66606"/>
                  <a:pt x="154046" y="63302"/>
                </a:cubicBezTo>
                <a:cubicBezTo>
                  <a:pt x="150805" y="59997"/>
                  <a:pt x="149184" y="55525"/>
                  <a:pt x="149184" y="49884"/>
                </a:cubicBezTo>
                <a:cubicBezTo>
                  <a:pt x="149184" y="43022"/>
                  <a:pt x="151963" y="37644"/>
                  <a:pt x="157519" y="33750"/>
                </a:cubicBezTo>
                <a:cubicBezTo>
                  <a:pt x="163076" y="29857"/>
                  <a:pt x="170359" y="27910"/>
                  <a:pt x="179367" y="27910"/>
                </a:cubicBezTo>
                <a:cubicBezTo>
                  <a:pt x="185766" y="27910"/>
                  <a:pt x="191933" y="28857"/>
                  <a:pt x="197868" y="30751"/>
                </a:cubicBezTo>
                <a:lnTo>
                  <a:pt x="197868" y="46790"/>
                </a:lnTo>
                <a:cubicBezTo>
                  <a:pt x="192438" y="43590"/>
                  <a:pt x="186460" y="41991"/>
                  <a:pt x="179936" y="41991"/>
                </a:cubicBezTo>
                <a:cubicBezTo>
                  <a:pt x="176694" y="41991"/>
                  <a:pt x="174084" y="42570"/>
                  <a:pt x="172106" y="43727"/>
                </a:cubicBezTo>
                <a:cubicBezTo>
                  <a:pt x="170127" y="44885"/>
                  <a:pt x="169138" y="46411"/>
                  <a:pt x="169138" y="48305"/>
                </a:cubicBezTo>
                <a:cubicBezTo>
                  <a:pt x="169138" y="51504"/>
                  <a:pt x="172085" y="54093"/>
                  <a:pt x="177978" y="56072"/>
                </a:cubicBezTo>
                <a:cubicBezTo>
                  <a:pt x="184292" y="58177"/>
                  <a:pt x="189039" y="60092"/>
                  <a:pt x="192217" y="61818"/>
                </a:cubicBezTo>
                <a:cubicBezTo>
                  <a:pt x="195395" y="63544"/>
                  <a:pt x="197816" y="65817"/>
                  <a:pt x="199479" y="68638"/>
                </a:cubicBezTo>
                <a:cubicBezTo>
                  <a:pt x="201141" y="71458"/>
                  <a:pt x="201973" y="74720"/>
                  <a:pt x="201973" y="78425"/>
                </a:cubicBezTo>
                <a:cubicBezTo>
                  <a:pt x="201973" y="85623"/>
                  <a:pt x="199089" y="91212"/>
                  <a:pt x="193322" y="95190"/>
                </a:cubicBezTo>
                <a:cubicBezTo>
                  <a:pt x="187555" y="99168"/>
                  <a:pt x="179851" y="101157"/>
                  <a:pt x="170211" y="101157"/>
                </a:cubicBezTo>
                <a:cubicBezTo>
                  <a:pt x="162634" y="101157"/>
                  <a:pt x="155625" y="99957"/>
                  <a:pt x="149184" y="97558"/>
                </a:cubicBezTo>
                <a:lnTo>
                  <a:pt x="149184" y="80698"/>
                </a:lnTo>
                <a:close/>
                <a:moveTo>
                  <a:pt x="255786" y="98631"/>
                </a:moveTo>
                <a:cubicBezTo>
                  <a:pt x="252713" y="100315"/>
                  <a:pt x="248062" y="101157"/>
                  <a:pt x="241831" y="101157"/>
                </a:cubicBezTo>
                <a:cubicBezTo>
                  <a:pt x="227014" y="101157"/>
                  <a:pt x="219605" y="93369"/>
                  <a:pt x="219605" y="77793"/>
                </a:cubicBezTo>
                <a:lnTo>
                  <a:pt x="219605" y="44832"/>
                </a:lnTo>
                <a:lnTo>
                  <a:pt x="208113" y="44832"/>
                </a:lnTo>
                <a:lnTo>
                  <a:pt x="208113" y="29615"/>
                </a:lnTo>
                <a:lnTo>
                  <a:pt x="219605" y="29615"/>
                </a:lnTo>
                <a:lnTo>
                  <a:pt x="219605" y="14271"/>
                </a:lnTo>
                <a:lnTo>
                  <a:pt x="239874" y="8461"/>
                </a:lnTo>
                <a:lnTo>
                  <a:pt x="239874" y="29615"/>
                </a:lnTo>
                <a:lnTo>
                  <a:pt x="255786" y="29615"/>
                </a:lnTo>
                <a:lnTo>
                  <a:pt x="255786" y="44832"/>
                </a:lnTo>
                <a:lnTo>
                  <a:pt x="239874" y="44832"/>
                </a:lnTo>
                <a:lnTo>
                  <a:pt x="239874" y="74257"/>
                </a:lnTo>
                <a:cubicBezTo>
                  <a:pt x="239874" y="81708"/>
                  <a:pt x="242821" y="85434"/>
                  <a:pt x="248714" y="85434"/>
                </a:cubicBezTo>
                <a:cubicBezTo>
                  <a:pt x="250987" y="85434"/>
                  <a:pt x="253345" y="84760"/>
                  <a:pt x="255786" y="83413"/>
                </a:cubicBezTo>
                <a:lnTo>
                  <a:pt x="255786" y="98631"/>
                </a:lnTo>
                <a:close/>
                <a:moveTo>
                  <a:pt x="378497" y="95916"/>
                </a:moveTo>
                <a:cubicBezTo>
                  <a:pt x="371383" y="99410"/>
                  <a:pt x="362101" y="101157"/>
                  <a:pt x="350651" y="101157"/>
                </a:cubicBezTo>
                <a:cubicBezTo>
                  <a:pt x="335917" y="101157"/>
                  <a:pt x="324225" y="96747"/>
                  <a:pt x="315574" y="87928"/>
                </a:cubicBezTo>
                <a:cubicBezTo>
                  <a:pt x="306924" y="79109"/>
                  <a:pt x="302598" y="67354"/>
                  <a:pt x="302598" y="52662"/>
                </a:cubicBezTo>
                <a:cubicBezTo>
                  <a:pt x="302598" y="37213"/>
                  <a:pt x="307429" y="24574"/>
                  <a:pt x="317090" y="14744"/>
                </a:cubicBezTo>
                <a:cubicBezTo>
                  <a:pt x="326751" y="4915"/>
                  <a:pt x="339222" y="0"/>
                  <a:pt x="354503" y="0"/>
                </a:cubicBezTo>
                <a:cubicBezTo>
                  <a:pt x="364059" y="0"/>
                  <a:pt x="372057" y="1242"/>
                  <a:pt x="378497" y="3725"/>
                </a:cubicBezTo>
                <a:lnTo>
                  <a:pt x="378497" y="23868"/>
                </a:lnTo>
                <a:cubicBezTo>
                  <a:pt x="371888" y="19996"/>
                  <a:pt x="364395" y="18059"/>
                  <a:pt x="356018" y="18059"/>
                </a:cubicBezTo>
                <a:cubicBezTo>
                  <a:pt x="346462" y="18059"/>
                  <a:pt x="338822" y="21111"/>
                  <a:pt x="333097" y="27215"/>
                </a:cubicBezTo>
                <a:cubicBezTo>
                  <a:pt x="327372" y="33319"/>
                  <a:pt x="324509" y="41296"/>
                  <a:pt x="324509" y="51147"/>
                </a:cubicBezTo>
                <a:cubicBezTo>
                  <a:pt x="324509" y="60745"/>
                  <a:pt x="327225" y="68469"/>
                  <a:pt x="332655" y="74321"/>
                </a:cubicBezTo>
                <a:cubicBezTo>
                  <a:pt x="338085" y="80172"/>
                  <a:pt x="345431" y="83098"/>
                  <a:pt x="354692" y="83098"/>
                </a:cubicBezTo>
                <a:cubicBezTo>
                  <a:pt x="363406" y="83098"/>
                  <a:pt x="371341" y="80993"/>
                  <a:pt x="378497" y="76783"/>
                </a:cubicBezTo>
                <a:lnTo>
                  <a:pt x="378497" y="95916"/>
                </a:lnTo>
                <a:close/>
                <a:moveTo>
                  <a:pt x="395349" y="33845"/>
                </a:moveTo>
                <a:cubicBezTo>
                  <a:pt x="398506" y="32077"/>
                  <a:pt x="402726" y="30646"/>
                  <a:pt x="408009" y="29551"/>
                </a:cubicBezTo>
                <a:cubicBezTo>
                  <a:pt x="413292" y="28457"/>
                  <a:pt x="417807" y="27910"/>
                  <a:pt x="421554" y="27910"/>
                </a:cubicBezTo>
                <a:cubicBezTo>
                  <a:pt x="441086" y="27910"/>
                  <a:pt x="450853" y="37697"/>
                  <a:pt x="450853" y="57272"/>
                </a:cubicBezTo>
                <a:lnTo>
                  <a:pt x="450853" y="99452"/>
                </a:lnTo>
                <a:lnTo>
                  <a:pt x="431467" y="99452"/>
                </a:lnTo>
                <a:lnTo>
                  <a:pt x="431467" y="89286"/>
                </a:lnTo>
                <a:lnTo>
                  <a:pt x="431215" y="89286"/>
                </a:lnTo>
                <a:cubicBezTo>
                  <a:pt x="426458" y="97200"/>
                  <a:pt x="419491" y="101157"/>
                  <a:pt x="410314" y="101157"/>
                </a:cubicBezTo>
                <a:cubicBezTo>
                  <a:pt x="403705" y="101157"/>
                  <a:pt x="398412" y="99273"/>
                  <a:pt x="394433" y="95505"/>
                </a:cubicBezTo>
                <a:cubicBezTo>
                  <a:pt x="390455" y="91738"/>
                  <a:pt x="388466" y="86613"/>
                  <a:pt x="388466" y="80130"/>
                </a:cubicBezTo>
                <a:cubicBezTo>
                  <a:pt x="388466" y="66743"/>
                  <a:pt x="396444" y="58955"/>
                  <a:pt x="412398" y="56766"/>
                </a:cubicBezTo>
                <a:lnTo>
                  <a:pt x="431594" y="54178"/>
                </a:lnTo>
                <a:cubicBezTo>
                  <a:pt x="431594" y="46053"/>
                  <a:pt x="427363" y="41991"/>
                  <a:pt x="418902" y="41991"/>
                </a:cubicBezTo>
                <a:cubicBezTo>
                  <a:pt x="410567" y="41991"/>
                  <a:pt x="402716" y="44517"/>
                  <a:pt x="395349" y="49568"/>
                </a:cubicBezTo>
                <a:lnTo>
                  <a:pt x="395349" y="33845"/>
                </a:lnTo>
                <a:moveTo>
                  <a:pt x="418397" y="67817"/>
                </a:moveTo>
                <a:cubicBezTo>
                  <a:pt x="411030" y="68785"/>
                  <a:pt x="407346" y="72110"/>
                  <a:pt x="407346" y="77793"/>
                </a:cubicBezTo>
                <a:cubicBezTo>
                  <a:pt x="407346" y="80403"/>
                  <a:pt x="408241" y="82508"/>
                  <a:pt x="410030" y="84108"/>
                </a:cubicBezTo>
                <a:cubicBezTo>
                  <a:pt x="411819" y="85708"/>
                  <a:pt x="414229" y="86507"/>
                  <a:pt x="417260" y="86507"/>
                </a:cubicBezTo>
                <a:cubicBezTo>
                  <a:pt x="421428" y="86507"/>
                  <a:pt x="424858" y="85034"/>
                  <a:pt x="427553" y="82087"/>
                </a:cubicBezTo>
                <a:cubicBezTo>
                  <a:pt x="430247" y="79141"/>
                  <a:pt x="431594" y="75478"/>
                  <a:pt x="431594" y="71100"/>
                </a:cubicBezTo>
                <a:lnTo>
                  <a:pt x="431594" y="66112"/>
                </a:lnTo>
                <a:lnTo>
                  <a:pt x="418397" y="67817"/>
                </a:lnTo>
                <a:close/>
                <a:moveTo>
                  <a:pt x="466598" y="80698"/>
                </a:moveTo>
                <a:cubicBezTo>
                  <a:pt x="473586" y="84950"/>
                  <a:pt x="480427" y="87076"/>
                  <a:pt x="487120" y="87076"/>
                </a:cubicBezTo>
                <a:cubicBezTo>
                  <a:pt x="495539" y="87076"/>
                  <a:pt x="499749" y="84823"/>
                  <a:pt x="499749" y="80319"/>
                </a:cubicBezTo>
                <a:cubicBezTo>
                  <a:pt x="499749" y="77120"/>
                  <a:pt x="496276" y="74447"/>
                  <a:pt x="489330" y="72300"/>
                </a:cubicBezTo>
                <a:cubicBezTo>
                  <a:pt x="480658" y="69606"/>
                  <a:pt x="474702" y="66606"/>
                  <a:pt x="471460" y="63302"/>
                </a:cubicBezTo>
                <a:cubicBezTo>
                  <a:pt x="468219" y="59997"/>
                  <a:pt x="466598" y="55525"/>
                  <a:pt x="466598" y="49884"/>
                </a:cubicBezTo>
                <a:cubicBezTo>
                  <a:pt x="466598" y="43022"/>
                  <a:pt x="469376" y="37644"/>
                  <a:pt x="474933" y="33750"/>
                </a:cubicBezTo>
                <a:cubicBezTo>
                  <a:pt x="480490" y="29857"/>
                  <a:pt x="487772" y="27910"/>
                  <a:pt x="496781" y="27910"/>
                </a:cubicBezTo>
                <a:cubicBezTo>
                  <a:pt x="503179" y="27910"/>
                  <a:pt x="509347" y="28857"/>
                  <a:pt x="515282" y="30751"/>
                </a:cubicBezTo>
                <a:lnTo>
                  <a:pt x="515282" y="46790"/>
                </a:lnTo>
                <a:cubicBezTo>
                  <a:pt x="509852" y="43590"/>
                  <a:pt x="503874" y="41991"/>
                  <a:pt x="497349" y="41991"/>
                </a:cubicBezTo>
                <a:cubicBezTo>
                  <a:pt x="494108" y="41991"/>
                  <a:pt x="491498" y="42570"/>
                  <a:pt x="489519" y="43727"/>
                </a:cubicBezTo>
                <a:cubicBezTo>
                  <a:pt x="487541" y="44885"/>
                  <a:pt x="486552" y="46411"/>
                  <a:pt x="486552" y="48305"/>
                </a:cubicBezTo>
                <a:cubicBezTo>
                  <a:pt x="486552" y="51504"/>
                  <a:pt x="489498" y="54093"/>
                  <a:pt x="495392" y="56072"/>
                </a:cubicBezTo>
                <a:cubicBezTo>
                  <a:pt x="501706" y="58177"/>
                  <a:pt x="506452" y="60092"/>
                  <a:pt x="509631" y="61818"/>
                </a:cubicBezTo>
                <a:cubicBezTo>
                  <a:pt x="512809" y="63544"/>
                  <a:pt x="515229" y="65817"/>
                  <a:pt x="516892" y="68638"/>
                </a:cubicBezTo>
                <a:cubicBezTo>
                  <a:pt x="518555" y="71458"/>
                  <a:pt x="519386" y="74720"/>
                  <a:pt x="519386" y="78425"/>
                </a:cubicBezTo>
                <a:cubicBezTo>
                  <a:pt x="519386" y="85623"/>
                  <a:pt x="516503" y="91212"/>
                  <a:pt x="510736" y="95190"/>
                </a:cubicBezTo>
                <a:cubicBezTo>
                  <a:pt x="504969" y="99168"/>
                  <a:pt x="497265" y="101157"/>
                  <a:pt x="487625" y="101157"/>
                </a:cubicBezTo>
                <a:cubicBezTo>
                  <a:pt x="480048" y="101157"/>
                  <a:pt x="473039" y="99957"/>
                  <a:pt x="466598" y="97558"/>
                </a:cubicBezTo>
                <a:lnTo>
                  <a:pt x="466598" y="80698"/>
                </a:lnTo>
                <a:close/>
                <a:moveTo>
                  <a:pt x="594100" y="70279"/>
                </a:moveTo>
                <a:lnTo>
                  <a:pt x="548131" y="70279"/>
                </a:lnTo>
                <a:cubicBezTo>
                  <a:pt x="548847" y="81098"/>
                  <a:pt x="555372" y="86507"/>
                  <a:pt x="567706" y="86507"/>
                </a:cubicBezTo>
                <a:cubicBezTo>
                  <a:pt x="575410" y="86507"/>
                  <a:pt x="582208" y="84613"/>
                  <a:pt x="588102" y="80824"/>
                </a:cubicBezTo>
                <a:lnTo>
                  <a:pt x="588102" y="95790"/>
                </a:lnTo>
                <a:cubicBezTo>
                  <a:pt x="581745" y="99368"/>
                  <a:pt x="573410" y="101157"/>
                  <a:pt x="563097" y="101157"/>
                </a:cubicBezTo>
                <a:cubicBezTo>
                  <a:pt x="551983" y="101157"/>
                  <a:pt x="543343" y="98021"/>
                  <a:pt x="537176" y="91748"/>
                </a:cubicBezTo>
                <a:cubicBezTo>
                  <a:pt x="531009" y="85476"/>
                  <a:pt x="527925" y="76741"/>
                  <a:pt x="527925" y="65544"/>
                </a:cubicBezTo>
                <a:cubicBezTo>
                  <a:pt x="527925" y="54388"/>
                  <a:pt x="531209" y="45327"/>
                  <a:pt x="537776" y="38360"/>
                </a:cubicBezTo>
                <a:cubicBezTo>
                  <a:pt x="544343" y="31393"/>
                  <a:pt x="552594" y="27910"/>
                  <a:pt x="562528" y="27910"/>
                </a:cubicBezTo>
                <a:cubicBezTo>
                  <a:pt x="572421" y="27910"/>
                  <a:pt x="580156" y="30909"/>
                  <a:pt x="585734" y="36908"/>
                </a:cubicBezTo>
                <a:cubicBezTo>
                  <a:pt x="591311" y="42906"/>
                  <a:pt x="594100" y="51147"/>
                  <a:pt x="594100" y="61629"/>
                </a:cubicBezTo>
                <a:lnTo>
                  <a:pt x="594100" y="70279"/>
                </a:lnTo>
                <a:moveTo>
                  <a:pt x="575094" y="57524"/>
                </a:moveTo>
                <a:cubicBezTo>
                  <a:pt x="575094" y="47084"/>
                  <a:pt x="570863" y="41865"/>
                  <a:pt x="562402" y="41865"/>
                </a:cubicBezTo>
                <a:cubicBezTo>
                  <a:pt x="558908" y="41865"/>
                  <a:pt x="555814" y="43296"/>
                  <a:pt x="553120" y="46158"/>
                </a:cubicBezTo>
                <a:cubicBezTo>
                  <a:pt x="550426" y="49021"/>
                  <a:pt x="548742" y="52809"/>
                  <a:pt x="548068" y="57524"/>
                </a:cubicBezTo>
                <a:lnTo>
                  <a:pt x="575094" y="57524"/>
                </a:lnTo>
                <a:close/>
                <a:moveTo>
                  <a:pt x="727878" y="92885"/>
                </a:moveTo>
                <a:cubicBezTo>
                  <a:pt x="718322" y="98399"/>
                  <a:pt x="706578" y="101157"/>
                  <a:pt x="692644" y="101157"/>
                </a:cubicBezTo>
                <a:cubicBezTo>
                  <a:pt x="677068" y="101157"/>
                  <a:pt x="664776" y="96779"/>
                  <a:pt x="655768" y="88023"/>
                </a:cubicBezTo>
                <a:cubicBezTo>
                  <a:pt x="646759" y="79267"/>
                  <a:pt x="642255" y="67290"/>
                  <a:pt x="642255" y="52094"/>
                </a:cubicBezTo>
                <a:cubicBezTo>
                  <a:pt x="642255" y="36687"/>
                  <a:pt x="647212" y="24153"/>
                  <a:pt x="657125" y="14492"/>
                </a:cubicBezTo>
                <a:cubicBezTo>
                  <a:pt x="667039" y="4831"/>
                  <a:pt x="680099" y="0"/>
                  <a:pt x="696306" y="0"/>
                </a:cubicBezTo>
                <a:cubicBezTo>
                  <a:pt x="706746" y="0"/>
                  <a:pt x="715860" y="1473"/>
                  <a:pt x="723647" y="4420"/>
                </a:cubicBezTo>
                <a:lnTo>
                  <a:pt x="723647" y="24184"/>
                </a:lnTo>
                <a:cubicBezTo>
                  <a:pt x="716070" y="19764"/>
                  <a:pt x="706809" y="17554"/>
                  <a:pt x="695864" y="17554"/>
                </a:cubicBezTo>
                <a:cubicBezTo>
                  <a:pt x="686435" y="17554"/>
                  <a:pt x="678794" y="20627"/>
                  <a:pt x="672943" y="26773"/>
                </a:cubicBezTo>
                <a:cubicBezTo>
                  <a:pt x="667091" y="32919"/>
                  <a:pt x="664166" y="41023"/>
                  <a:pt x="664166" y="51084"/>
                </a:cubicBezTo>
                <a:cubicBezTo>
                  <a:pt x="664166" y="61313"/>
                  <a:pt x="666807" y="69290"/>
                  <a:pt x="672090" y="75015"/>
                </a:cubicBezTo>
                <a:cubicBezTo>
                  <a:pt x="677373" y="80740"/>
                  <a:pt x="684582" y="83603"/>
                  <a:pt x="693717" y="83603"/>
                </a:cubicBezTo>
                <a:cubicBezTo>
                  <a:pt x="699148" y="83603"/>
                  <a:pt x="703589" y="82761"/>
                  <a:pt x="707041" y="81077"/>
                </a:cubicBezTo>
                <a:lnTo>
                  <a:pt x="707041" y="60997"/>
                </a:lnTo>
                <a:lnTo>
                  <a:pt x="687277" y="60997"/>
                </a:lnTo>
                <a:lnTo>
                  <a:pt x="687277" y="44264"/>
                </a:lnTo>
                <a:lnTo>
                  <a:pt x="727878" y="44264"/>
                </a:lnTo>
                <a:lnTo>
                  <a:pt x="727878" y="92885"/>
                </a:lnTo>
                <a:close/>
                <a:moveTo>
                  <a:pt x="807334" y="70279"/>
                </a:moveTo>
                <a:lnTo>
                  <a:pt x="761366" y="70279"/>
                </a:lnTo>
                <a:cubicBezTo>
                  <a:pt x="762081" y="81098"/>
                  <a:pt x="768606" y="86507"/>
                  <a:pt x="780940" y="86507"/>
                </a:cubicBezTo>
                <a:cubicBezTo>
                  <a:pt x="788644" y="86507"/>
                  <a:pt x="795442" y="84613"/>
                  <a:pt x="801336" y="80824"/>
                </a:cubicBezTo>
                <a:lnTo>
                  <a:pt x="801336" y="95790"/>
                </a:lnTo>
                <a:cubicBezTo>
                  <a:pt x="794979" y="99368"/>
                  <a:pt x="786644" y="101157"/>
                  <a:pt x="776331" y="101157"/>
                </a:cubicBezTo>
                <a:cubicBezTo>
                  <a:pt x="765217" y="101157"/>
                  <a:pt x="756577" y="98021"/>
                  <a:pt x="750410" y="91748"/>
                </a:cubicBezTo>
                <a:cubicBezTo>
                  <a:pt x="744243" y="85476"/>
                  <a:pt x="741159" y="76741"/>
                  <a:pt x="741159" y="65544"/>
                </a:cubicBezTo>
                <a:cubicBezTo>
                  <a:pt x="741159" y="54388"/>
                  <a:pt x="744443" y="45327"/>
                  <a:pt x="751010" y="38360"/>
                </a:cubicBezTo>
                <a:cubicBezTo>
                  <a:pt x="757577" y="31393"/>
                  <a:pt x="765828" y="27910"/>
                  <a:pt x="775762" y="27910"/>
                </a:cubicBezTo>
                <a:cubicBezTo>
                  <a:pt x="785655" y="27910"/>
                  <a:pt x="793390" y="30909"/>
                  <a:pt x="798968" y="36908"/>
                </a:cubicBezTo>
                <a:cubicBezTo>
                  <a:pt x="804546" y="42906"/>
                  <a:pt x="807334" y="51147"/>
                  <a:pt x="807334" y="61629"/>
                </a:cubicBezTo>
                <a:lnTo>
                  <a:pt x="807334" y="70279"/>
                </a:lnTo>
                <a:moveTo>
                  <a:pt x="788328" y="57524"/>
                </a:moveTo>
                <a:cubicBezTo>
                  <a:pt x="788328" y="47084"/>
                  <a:pt x="784097" y="41865"/>
                  <a:pt x="775636" y="41865"/>
                </a:cubicBezTo>
                <a:cubicBezTo>
                  <a:pt x="772142" y="41865"/>
                  <a:pt x="769048" y="43296"/>
                  <a:pt x="766354" y="46158"/>
                </a:cubicBezTo>
                <a:cubicBezTo>
                  <a:pt x="763660" y="49021"/>
                  <a:pt x="761976" y="52809"/>
                  <a:pt x="761302" y="57524"/>
                </a:cubicBezTo>
                <a:lnTo>
                  <a:pt x="788328" y="57524"/>
                </a:lnTo>
                <a:close/>
                <a:moveTo>
                  <a:pt x="887511" y="99452"/>
                </a:moveTo>
                <a:lnTo>
                  <a:pt x="867242" y="99452"/>
                </a:lnTo>
                <a:lnTo>
                  <a:pt x="867242" y="60492"/>
                </a:lnTo>
                <a:cubicBezTo>
                  <a:pt x="867242" y="49210"/>
                  <a:pt x="863180" y="43569"/>
                  <a:pt x="855055" y="43569"/>
                </a:cubicBezTo>
                <a:cubicBezTo>
                  <a:pt x="851182" y="43569"/>
                  <a:pt x="847962" y="45074"/>
                  <a:pt x="845394" y="48084"/>
                </a:cubicBezTo>
                <a:cubicBezTo>
                  <a:pt x="842826" y="51094"/>
                  <a:pt x="841542" y="54935"/>
                  <a:pt x="841542" y="59608"/>
                </a:cubicBezTo>
                <a:lnTo>
                  <a:pt x="841542" y="99452"/>
                </a:lnTo>
                <a:lnTo>
                  <a:pt x="821147" y="99452"/>
                </a:lnTo>
                <a:lnTo>
                  <a:pt x="821147" y="29615"/>
                </a:lnTo>
                <a:lnTo>
                  <a:pt x="841542" y="29615"/>
                </a:lnTo>
                <a:lnTo>
                  <a:pt x="841542" y="40728"/>
                </a:lnTo>
                <a:lnTo>
                  <a:pt x="841795" y="40728"/>
                </a:lnTo>
                <a:cubicBezTo>
                  <a:pt x="846888" y="32182"/>
                  <a:pt x="854382" y="27910"/>
                  <a:pt x="864274" y="27910"/>
                </a:cubicBezTo>
                <a:cubicBezTo>
                  <a:pt x="879765" y="27910"/>
                  <a:pt x="887511" y="37508"/>
                  <a:pt x="887511" y="56703"/>
                </a:cubicBezTo>
                <a:lnTo>
                  <a:pt x="887511" y="99452"/>
                </a:lnTo>
                <a:close/>
                <a:moveTo>
                  <a:pt x="966992" y="70279"/>
                </a:moveTo>
                <a:lnTo>
                  <a:pt x="921023" y="70279"/>
                </a:lnTo>
                <a:cubicBezTo>
                  <a:pt x="921739" y="81098"/>
                  <a:pt x="928263" y="86507"/>
                  <a:pt x="940598" y="86507"/>
                </a:cubicBezTo>
                <a:cubicBezTo>
                  <a:pt x="948301" y="86507"/>
                  <a:pt x="955100" y="84613"/>
                  <a:pt x="960993" y="80824"/>
                </a:cubicBezTo>
                <a:lnTo>
                  <a:pt x="960993" y="95790"/>
                </a:lnTo>
                <a:cubicBezTo>
                  <a:pt x="954637" y="99368"/>
                  <a:pt x="946302" y="101157"/>
                  <a:pt x="935988" y="101157"/>
                </a:cubicBezTo>
                <a:cubicBezTo>
                  <a:pt x="924875" y="101157"/>
                  <a:pt x="916234" y="98021"/>
                  <a:pt x="910067" y="91748"/>
                </a:cubicBezTo>
                <a:cubicBezTo>
                  <a:pt x="903900" y="85476"/>
                  <a:pt x="900817" y="76741"/>
                  <a:pt x="900817" y="65544"/>
                </a:cubicBezTo>
                <a:cubicBezTo>
                  <a:pt x="900817" y="54388"/>
                  <a:pt x="904100" y="45327"/>
                  <a:pt x="910667" y="38360"/>
                </a:cubicBezTo>
                <a:cubicBezTo>
                  <a:pt x="917234" y="31393"/>
                  <a:pt x="925485" y="27910"/>
                  <a:pt x="935420" y="27910"/>
                </a:cubicBezTo>
                <a:cubicBezTo>
                  <a:pt x="945312" y="27910"/>
                  <a:pt x="953047" y="30909"/>
                  <a:pt x="958625" y="36908"/>
                </a:cubicBezTo>
                <a:cubicBezTo>
                  <a:pt x="964203" y="42906"/>
                  <a:pt x="966992" y="51147"/>
                  <a:pt x="966992" y="61629"/>
                </a:cubicBezTo>
                <a:lnTo>
                  <a:pt x="966992" y="70279"/>
                </a:lnTo>
                <a:moveTo>
                  <a:pt x="947985" y="57524"/>
                </a:moveTo>
                <a:cubicBezTo>
                  <a:pt x="947985" y="47084"/>
                  <a:pt x="943755" y="41865"/>
                  <a:pt x="935293" y="41865"/>
                </a:cubicBezTo>
                <a:cubicBezTo>
                  <a:pt x="931799" y="41865"/>
                  <a:pt x="928705" y="43296"/>
                  <a:pt x="926011" y="46158"/>
                </a:cubicBezTo>
                <a:cubicBezTo>
                  <a:pt x="923317" y="49021"/>
                  <a:pt x="921633" y="52809"/>
                  <a:pt x="920960" y="57524"/>
                </a:cubicBezTo>
                <a:lnTo>
                  <a:pt x="947985" y="57524"/>
                </a:lnTo>
                <a:close/>
                <a:moveTo>
                  <a:pt x="1025321" y="48116"/>
                </a:moveTo>
                <a:cubicBezTo>
                  <a:pt x="1022837" y="46684"/>
                  <a:pt x="1019827" y="45969"/>
                  <a:pt x="1016291" y="45969"/>
                </a:cubicBezTo>
                <a:cubicBezTo>
                  <a:pt x="1011660" y="45969"/>
                  <a:pt x="1007988" y="47737"/>
                  <a:pt x="1005272" y="51273"/>
                </a:cubicBezTo>
                <a:cubicBezTo>
                  <a:pt x="1002557" y="54809"/>
                  <a:pt x="1001200" y="59671"/>
                  <a:pt x="1001200" y="65859"/>
                </a:cubicBezTo>
                <a:lnTo>
                  <a:pt x="1001200" y="99452"/>
                </a:lnTo>
                <a:lnTo>
                  <a:pt x="980804" y="99452"/>
                </a:lnTo>
                <a:lnTo>
                  <a:pt x="980804" y="29615"/>
                </a:lnTo>
                <a:lnTo>
                  <a:pt x="1001200" y="29615"/>
                </a:lnTo>
                <a:lnTo>
                  <a:pt x="1001200" y="42749"/>
                </a:lnTo>
                <a:lnTo>
                  <a:pt x="1001452" y="42749"/>
                </a:lnTo>
                <a:cubicBezTo>
                  <a:pt x="1004820" y="33193"/>
                  <a:pt x="1010945" y="28415"/>
                  <a:pt x="1019827" y="28415"/>
                </a:cubicBezTo>
                <a:cubicBezTo>
                  <a:pt x="1022227" y="28415"/>
                  <a:pt x="1024058" y="28688"/>
                  <a:pt x="1025321" y="29236"/>
                </a:cubicBezTo>
                <a:lnTo>
                  <a:pt x="1025321" y="48116"/>
                </a:lnTo>
                <a:close/>
                <a:moveTo>
                  <a:pt x="1037120" y="33845"/>
                </a:moveTo>
                <a:cubicBezTo>
                  <a:pt x="1040278" y="32077"/>
                  <a:pt x="1044498" y="30646"/>
                  <a:pt x="1049781" y="29551"/>
                </a:cubicBezTo>
                <a:cubicBezTo>
                  <a:pt x="1055064" y="28457"/>
                  <a:pt x="1059579" y="27910"/>
                  <a:pt x="1063325" y="27910"/>
                </a:cubicBezTo>
                <a:cubicBezTo>
                  <a:pt x="1082858" y="27910"/>
                  <a:pt x="1092624" y="37697"/>
                  <a:pt x="1092624" y="57272"/>
                </a:cubicBezTo>
                <a:lnTo>
                  <a:pt x="1092624" y="99452"/>
                </a:lnTo>
                <a:lnTo>
                  <a:pt x="1073239" y="99452"/>
                </a:lnTo>
                <a:lnTo>
                  <a:pt x="1073239" y="89286"/>
                </a:lnTo>
                <a:lnTo>
                  <a:pt x="1072986" y="89286"/>
                </a:lnTo>
                <a:cubicBezTo>
                  <a:pt x="1068229" y="97200"/>
                  <a:pt x="1061262" y="101157"/>
                  <a:pt x="1052086" y="101157"/>
                </a:cubicBezTo>
                <a:cubicBezTo>
                  <a:pt x="1045476" y="101157"/>
                  <a:pt x="1040183" y="99273"/>
                  <a:pt x="1036205" y="95505"/>
                </a:cubicBezTo>
                <a:cubicBezTo>
                  <a:pt x="1032227" y="91738"/>
                  <a:pt x="1030238" y="86613"/>
                  <a:pt x="1030238" y="80130"/>
                </a:cubicBezTo>
                <a:cubicBezTo>
                  <a:pt x="1030238" y="66743"/>
                  <a:pt x="1038215" y="58955"/>
                  <a:pt x="1054169" y="56766"/>
                </a:cubicBezTo>
                <a:lnTo>
                  <a:pt x="1073365" y="54178"/>
                </a:lnTo>
                <a:cubicBezTo>
                  <a:pt x="1073365" y="46053"/>
                  <a:pt x="1069134" y="41991"/>
                  <a:pt x="1060673" y="41991"/>
                </a:cubicBezTo>
                <a:cubicBezTo>
                  <a:pt x="1052338" y="41991"/>
                  <a:pt x="1044487" y="44517"/>
                  <a:pt x="1037120" y="49568"/>
                </a:cubicBezTo>
                <a:lnTo>
                  <a:pt x="1037120" y="33845"/>
                </a:lnTo>
                <a:moveTo>
                  <a:pt x="1060168" y="67817"/>
                </a:moveTo>
                <a:cubicBezTo>
                  <a:pt x="1052801" y="68785"/>
                  <a:pt x="1049118" y="72110"/>
                  <a:pt x="1049118" y="77793"/>
                </a:cubicBezTo>
                <a:cubicBezTo>
                  <a:pt x="1049118" y="80403"/>
                  <a:pt x="1050012" y="82508"/>
                  <a:pt x="1051801" y="84108"/>
                </a:cubicBezTo>
                <a:cubicBezTo>
                  <a:pt x="1053590" y="85708"/>
                  <a:pt x="1056000" y="86507"/>
                  <a:pt x="1059031" y="86507"/>
                </a:cubicBezTo>
                <a:cubicBezTo>
                  <a:pt x="1063199" y="86507"/>
                  <a:pt x="1066630" y="85034"/>
                  <a:pt x="1069324" y="82087"/>
                </a:cubicBezTo>
                <a:cubicBezTo>
                  <a:pt x="1072018" y="79141"/>
                  <a:pt x="1073365" y="75478"/>
                  <a:pt x="1073365" y="71100"/>
                </a:cubicBezTo>
                <a:lnTo>
                  <a:pt x="1073365" y="66112"/>
                </a:lnTo>
                <a:lnTo>
                  <a:pt x="1060168" y="67817"/>
                </a:lnTo>
                <a:close/>
                <a:moveTo>
                  <a:pt x="1151307" y="98631"/>
                </a:moveTo>
                <a:cubicBezTo>
                  <a:pt x="1148234" y="100315"/>
                  <a:pt x="1143583" y="101157"/>
                  <a:pt x="1137353" y="101157"/>
                </a:cubicBezTo>
                <a:cubicBezTo>
                  <a:pt x="1122535" y="101157"/>
                  <a:pt x="1115126" y="93369"/>
                  <a:pt x="1115126" y="77793"/>
                </a:cubicBezTo>
                <a:lnTo>
                  <a:pt x="1115126" y="44832"/>
                </a:lnTo>
                <a:lnTo>
                  <a:pt x="1103634" y="44832"/>
                </a:lnTo>
                <a:lnTo>
                  <a:pt x="1103634" y="29615"/>
                </a:lnTo>
                <a:lnTo>
                  <a:pt x="1115126" y="29615"/>
                </a:lnTo>
                <a:lnTo>
                  <a:pt x="1115126" y="14271"/>
                </a:lnTo>
                <a:lnTo>
                  <a:pt x="1135395" y="8461"/>
                </a:lnTo>
                <a:lnTo>
                  <a:pt x="1135395" y="29615"/>
                </a:lnTo>
                <a:lnTo>
                  <a:pt x="1151307" y="29615"/>
                </a:lnTo>
                <a:lnTo>
                  <a:pt x="1151307" y="44832"/>
                </a:lnTo>
                <a:lnTo>
                  <a:pt x="1135395" y="44832"/>
                </a:lnTo>
                <a:lnTo>
                  <a:pt x="1135395" y="74257"/>
                </a:lnTo>
                <a:cubicBezTo>
                  <a:pt x="1135395" y="81708"/>
                  <a:pt x="1138342" y="85434"/>
                  <a:pt x="1144235" y="85434"/>
                </a:cubicBezTo>
                <a:cubicBezTo>
                  <a:pt x="1146508" y="85434"/>
                  <a:pt x="1148866" y="84760"/>
                  <a:pt x="1151307" y="83413"/>
                </a:cubicBezTo>
                <a:lnTo>
                  <a:pt x="1151307" y="98631"/>
                </a:lnTo>
                <a:close/>
                <a:moveTo>
                  <a:pt x="1158963" y="64849"/>
                </a:moveTo>
                <a:cubicBezTo>
                  <a:pt x="1158963" y="53357"/>
                  <a:pt x="1162405" y="44327"/>
                  <a:pt x="1169287" y="37760"/>
                </a:cubicBezTo>
                <a:cubicBezTo>
                  <a:pt x="1176170" y="31193"/>
                  <a:pt x="1185421" y="27910"/>
                  <a:pt x="1197039" y="27910"/>
                </a:cubicBezTo>
                <a:cubicBezTo>
                  <a:pt x="1208279" y="27910"/>
                  <a:pt x="1217203" y="31141"/>
                  <a:pt x="1223812" y="37602"/>
                </a:cubicBezTo>
                <a:cubicBezTo>
                  <a:pt x="1230421" y="44064"/>
                  <a:pt x="1233726" y="52746"/>
                  <a:pt x="1233726" y="63649"/>
                </a:cubicBezTo>
                <a:cubicBezTo>
                  <a:pt x="1233726" y="75099"/>
                  <a:pt x="1230337" y="84213"/>
                  <a:pt x="1223560" y="90991"/>
                </a:cubicBezTo>
                <a:cubicBezTo>
                  <a:pt x="1216782" y="97768"/>
                  <a:pt x="1207605" y="101157"/>
                  <a:pt x="1196029" y="101157"/>
                </a:cubicBezTo>
                <a:cubicBezTo>
                  <a:pt x="1184663" y="101157"/>
                  <a:pt x="1175644" y="97905"/>
                  <a:pt x="1168972" y="91401"/>
                </a:cubicBezTo>
                <a:cubicBezTo>
                  <a:pt x="1162300" y="84897"/>
                  <a:pt x="1158963" y="76046"/>
                  <a:pt x="1158963" y="64849"/>
                </a:cubicBezTo>
                <a:moveTo>
                  <a:pt x="1179611" y="64596"/>
                </a:moveTo>
                <a:cubicBezTo>
                  <a:pt x="1179611" y="78530"/>
                  <a:pt x="1185294" y="85497"/>
                  <a:pt x="1196660" y="85497"/>
                </a:cubicBezTo>
                <a:cubicBezTo>
                  <a:pt x="1207563" y="85497"/>
                  <a:pt x="1213015" y="78341"/>
                  <a:pt x="1213015" y="64028"/>
                </a:cubicBezTo>
                <a:cubicBezTo>
                  <a:pt x="1213015" y="50389"/>
                  <a:pt x="1207521" y="43569"/>
                  <a:pt x="1196534" y="43569"/>
                </a:cubicBezTo>
                <a:cubicBezTo>
                  <a:pt x="1191188" y="43569"/>
                  <a:pt x="1187031" y="45401"/>
                  <a:pt x="1184063" y="49063"/>
                </a:cubicBezTo>
                <a:cubicBezTo>
                  <a:pt x="1181095" y="52725"/>
                  <a:pt x="1179611" y="57903"/>
                  <a:pt x="1179611" y="64596"/>
                </a:cubicBezTo>
                <a:close/>
                <a:moveTo>
                  <a:pt x="1292519" y="48116"/>
                </a:moveTo>
                <a:cubicBezTo>
                  <a:pt x="1290036" y="46684"/>
                  <a:pt x="1287026" y="45969"/>
                  <a:pt x="1283490" y="45969"/>
                </a:cubicBezTo>
                <a:cubicBezTo>
                  <a:pt x="1278859" y="45969"/>
                  <a:pt x="1275186" y="47737"/>
                  <a:pt x="1272471" y="51273"/>
                </a:cubicBezTo>
                <a:cubicBezTo>
                  <a:pt x="1269756" y="54809"/>
                  <a:pt x="1268398" y="59671"/>
                  <a:pt x="1268398" y="65859"/>
                </a:cubicBezTo>
                <a:lnTo>
                  <a:pt x="1268398" y="99452"/>
                </a:lnTo>
                <a:lnTo>
                  <a:pt x="1248003" y="99452"/>
                </a:lnTo>
                <a:lnTo>
                  <a:pt x="1248003" y="29615"/>
                </a:lnTo>
                <a:lnTo>
                  <a:pt x="1268398" y="29615"/>
                </a:lnTo>
                <a:lnTo>
                  <a:pt x="1268398" y="42749"/>
                </a:lnTo>
                <a:lnTo>
                  <a:pt x="1268651" y="42749"/>
                </a:lnTo>
                <a:cubicBezTo>
                  <a:pt x="1272019" y="33193"/>
                  <a:pt x="1278144" y="28415"/>
                  <a:pt x="1287026" y="28415"/>
                </a:cubicBezTo>
                <a:cubicBezTo>
                  <a:pt x="1289425" y="28415"/>
                  <a:pt x="1291257" y="28688"/>
                  <a:pt x="1292519" y="29236"/>
                </a:cubicBezTo>
                <a:lnTo>
                  <a:pt x="1292519" y="4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ec871614a46fe"/>
          <a:stretch xmlns:a="http://schemas.openxmlformats.org/drawingml/2006/main"/>
        </p:blipFill>
        <p:spPr>
          <a:xfrm xmlns:a="http://schemas.openxmlformats.org/drawingml/2006/main">
            <a:off x="2461420" y="3549779"/>
            <a:ext cx="572164" cy="572164"/>
          </a:xfrm>
          <a:prstGeom xmlns:a="http://schemas.openxmlformats.org/drawingml/2006/main" prst="rect">
            <a:avLst/>
          </a:prstGeom>
        </p:spPr>
      </p:pic>
      <p:sp>
        <p:nvSpPr>
          <p:cNvPr id="78" name="Text LLM">
            <a:extLst xmlns:a="http://schemas.openxmlformats.org/drawingml/2006/main">
              <a:ext uri="{FF2B5EF4-FFF2-40B4-BE49-F238E27FC236}">
                <a16:creationId xmlns:a16="http://schemas.microsoft.com/office/drawing/2014/main" id="{9D789ED3-9CF0-4D7D-BD84-75C6AF51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4" y="3729968"/>
            <a:ext cx="251573" cy="97810"/>
          </a:xfrm>
          <a:custGeom xmlns:a="http://schemas.openxmlformats.org/drawingml/2006/main">
            <a:pathLst>
              <a:path w="251573" h="97810">
                <a:moveTo>
                  <a:pt x="57398" y="97810"/>
                </a:moveTo>
                <a:lnTo>
                  <a:pt x="0" y="97810"/>
                </a:lnTo>
                <a:lnTo>
                  <a:pt x="0" y="0"/>
                </a:lnTo>
                <a:lnTo>
                  <a:pt x="20838" y="0"/>
                </a:lnTo>
                <a:lnTo>
                  <a:pt x="20838" y="80761"/>
                </a:lnTo>
                <a:lnTo>
                  <a:pt x="57398" y="80761"/>
                </a:lnTo>
                <a:lnTo>
                  <a:pt x="57398" y="97810"/>
                </a:lnTo>
                <a:close/>
                <a:moveTo>
                  <a:pt x="128122" y="97810"/>
                </a:moveTo>
                <a:lnTo>
                  <a:pt x="70725" y="97810"/>
                </a:lnTo>
                <a:lnTo>
                  <a:pt x="70725" y="0"/>
                </a:lnTo>
                <a:lnTo>
                  <a:pt x="91562" y="0"/>
                </a:lnTo>
                <a:lnTo>
                  <a:pt x="91562" y="80761"/>
                </a:lnTo>
                <a:lnTo>
                  <a:pt x="128122" y="80761"/>
                </a:lnTo>
                <a:lnTo>
                  <a:pt x="128122" y="97810"/>
                </a:lnTo>
                <a:close/>
                <a:moveTo>
                  <a:pt x="230988" y="97810"/>
                </a:moveTo>
                <a:lnTo>
                  <a:pt x="230988" y="38455"/>
                </a:lnTo>
                <a:cubicBezTo>
                  <a:pt x="230988" y="32982"/>
                  <a:pt x="231261" y="26100"/>
                  <a:pt x="231808" y="17807"/>
                </a:cubicBezTo>
                <a:lnTo>
                  <a:pt x="231303" y="17807"/>
                </a:lnTo>
                <a:cubicBezTo>
                  <a:pt x="230040" y="24079"/>
                  <a:pt x="229030" y="28267"/>
                  <a:pt x="228272" y="30372"/>
                </a:cubicBezTo>
                <a:lnTo>
                  <a:pt x="204151" y="97810"/>
                </a:lnTo>
                <a:lnTo>
                  <a:pt x="187545" y="97810"/>
                </a:lnTo>
                <a:lnTo>
                  <a:pt x="163108" y="31004"/>
                </a:lnTo>
                <a:cubicBezTo>
                  <a:pt x="162518" y="29404"/>
                  <a:pt x="161487" y="25005"/>
                  <a:pt x="160014" y="17807"/>
                </a:cubicBezTo>
                <a:lnTo>
                  <a:pt x="159445" y="17807"/>
                </a:lnTo>
                <a:cubicBezTo>
                  <a:pt x="159993" y="26015"/>
                  <a:pt x="160266" y="34245"/>
                  <a:pt x="160266" y="42496"/>
                </a:cubicBezTo>
                <a:lnTo>
                  <a:pt x="160266" y="97810"/>
                </a:lnTo>
                <a:lnTo>
                  <a:pt x="141449" y="97810"/>
                </a:lnTo>
                <a:lnTo>
                  <a:pt x="141449" y="0"/>
                </a:lnTo>
                <a:lnTo>
                  <a:pt x="171759" y="0"/>
                </a:lnTo>
                <a:lnTo>
                  <a:pt x="192849" y="59103"/>
                </a:lnTo>
                <a:cubicBezTo>
                  <a:pt x="194617" y="63986"/>
                  <a:pt x="195816" y="68574"/>
                  <a:pt x="196448" y="72868"/>
                </a:cubicBezTo>
                <a:lnTo>
                  <a:pt x="196890" y="72868"/>
                </a:lnTo>
                <a:cubicBezTo>
                  <a:pt x="198195" y="67522"/>
                  <a:pt x="199542" y="62891"/>
                  <a:pt x="200931" y="58977"/>
                </a:cubicBezTo>
                <a:lnTo>
                  <a:pt x="222084" y="0"/>
                </a:lnTo>
                <a:lnTo>
                  <a:pt x="251573" y="0"/>
                </a:lnTo>
                <a:lnTo>
                  <a:pt x="251573" y="97810"/>
                </a:lnTo>
                <a:lnTo>
                  <a:pt x="230988" y="97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A4757-B37E-4473-8F81-352AF22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540" y="2766872"/>
            <a:ext cx="221262" cy="101029"/>
          </a:xfrm>
          <a:custGeom xmlns:a="http://schemas.openxmlformats.org/drawingml/2006/main">
            <a:pathLst>
              <a:path w="221262" h="101029">
                <a:moveTo>
                  <a:pt x="124" y="39677"/>
                </a:moveTo>
                <a:lnTo>
                  <a:pt x="0" y="59883"/>
                </a:lnTo>
                <a:lnTo>
                  <a:pt x="120173" y="60617"/>
                </a:lnTo>
                <a:lnTo>
                  <a:pt x="119926" y="101029"/>
                </a:lnTo>
                <a:lnTo>
                  <a:pt x="221262" y="51132"/>
                </a:lnTo>
                <a:lnTo>
                  <a:pt x="120543" y="0"/>
                </a:lnTo>
                <a:lnTo>
                  <a:pt x="120296" y="40412"/>
                </a:lnTo>
                <a:lnTo>
                  <a:pt x="124" y="39677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3e9c8b0f43b1"/>
          <a:stretch xmlns:a="http://schemas.openxmlformats.org/drawingml/2006/main"/>
        </p:blipFill>
        <p:spPr>
          <a:xfrm xmlns:a="http://schemas.openxmlformats.org/drawingml/2006/main">
            <a:off x="2312530" y="274091"/>
            <a:ext cx="1489755" cy="969893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B7D1B-2C0C-417E-BD07-83D1A1C0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231" y="298319"/>
            <a:ext cx="1408202" cy="887779"/>
          </a:xfrm>
          <a:custGeom xmlns:a="http://schemas.openxmlformats.org/drawingml/2006/main">
            <a:pathLst>
              <a:path w="1408202" h="887779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8" y="0"/>
                </a:lnTo>
                <a:cubicBezTo>
                  <a:pt x="1379704" y="0"/>
                  <a:pt x="1408202" y="28499"/>
                  <a:pt x="1408202" y="63654"/>
                </a:cubicBezTo>
                <a:lnTo>
                  <a:pt x="1408202" y="824125"/>
                </a:lnTo>
                <a:cubicBezTo>
                  <a:pt x="1408202" y="859280"/>
                  <a:pt x="1379704" y="887779"/>
                  <a:pt x="1344548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D958E-9859-48AE-A521-339830D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230" y="298319"/>
            <a:ext cx="1408203" cy="887779"/>
          </a:xfrm>
          <a:custGeom xmlns:a="http://schemas.openxmlformats.org/drawingml/2006/main">
            <a:pathLst>
              <a:path w="1408203" h="887779" fill="none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9" y="0"/>
                </a:lnTo>
                <a:cubicBezTo>
                  <a:pt x="1379704" y="0"/>
                  <a:pt x="1408203" y="28499"/>
                  <a:pt x="1408203" y="63654"/>
                </a:cubicBezTo>
                <a:lnTo>
                  <a:pt x="1408203" y="824125"/>
                </a:lnTo>
                <a:cubicBezTo>
                  <a:pt x="1408203" y="859280"/>
                  <a:pt x="1379704" y="887779"/>
                  <a:pt x="1344549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83" name="Text ContractsGenerator">
            <a:extLst xmlns:a="http://schemas.openxmlformats.org/drawingml/2006/main">
              <a:ext uri="{FF2B5EF4-FFF2-40B4-BE49-F238E27FC236}">
                <a16:creationId xmlns:a16="http://schemas.microsoft.com/office/drawing/2014/main" id="{68D4F7AA-47E5-4091-8988-57DFF30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878" y="376377"/>
            <a:ext cx="1310930" cy="101157"/>
          </a:xfrm>
          <a:custGeom xmlns:a="http://schemas.openxmlformats.org/drawingml/2006/main">
            <a:pathLst>
              <a:path w="1310930" h="101157">
                <a:moveTo>
                  <a:pt x="75899" y="95916"/>
                </a:moveTo>
                <a:cubicBezTo>
                  <a:pt x="68785" y="99410"/>
                  <a:pt x="59503" y="101157"/>
                  <a:pt x="48053" y="101157"/>
                </a:cubicBezTo>
                <a:cubicBezTo>
                  <a:pt x="33319" y="101157"/>
                  <a:pt x="21627" y="96747"/>
                  <a:pt x="12976" y="87928"/>
                </a:cubicBezTo>
                <a:cubicBezTo>
                  <a:pt x="4325" y="79109"/>
                  <a:pt x="0" y="67354"/>
                  <a:pt x="0" y="52662"/>
                </a:cubicBezTo>
                <a:cubicBezTo>
                  <a:pt x="0" y="37213"/>
                  <a:pt x="4831" y="24574"/>
                  <a:pt x="14492" y="14744"/>
                </a:cubicBezTo>
                <a:cubicBezTo>
                  <a:pt x="24153" y="4915"/>
                  <a:pt x="36624" y="0"/>
                  <a:pt x="51904" y="0"/>
                </a:cubicBezTo>
                <a:cubicBezTo>
                  <a:pt x="61460" y="0"/>
                  <a:pt x="69458" y="1242"/>
                  <a:pt x="75899" y="3725"/>
                </a:cubicBezTo>
                <a:lnTo>
                  <a:pt x="75899" y="23868"/>
                </a:lnTo>
                <a:cubicBezTo>
                  <a:pt x="69290" y="19996"/>
                  <a:pt x="61797" y="18059"/>
                  <a:pt x="53420" y="18059"/>
                </a:cubicBezTo>
                <a:cubicBezTo>
                  <a:pt x="43864" y="18059"/>
                  <a:pt x="36224" y="21111"/>
                  <a:pt x="30499" y="27215"/>
                </a:cubicBezTo>
                <a:cubicBezTo>
                  <a:pt x="24774" y="33319"/>
                  <a:pt x="21911" y="41296"/>
                  <a:pt x="21911" y="51147"/>
                </a:cubicBezTo>
                <a:cubicBezTo>
                  <a:pt x="21911" y="60745"/>
                  <a:pt x="24626" y="68469"/>
                  <a:pt x="30057" y="74321"/>
                </a:cubicBezTo>
                <a:cubicBezTo>
                  <a:pt x="35487" y="80172"/>
                  <a:pt x="42833" y="83098"/>
                  <a:pt x="52094" y="83098"/>
                </a:cubicBezTo>
                <a:cubicBezTo>
                  <a:pt x="60808" y="83098"/>
                  <a:pt x="68743" y="80993"/>
                  <a:pt x="75899" y="76783"/>
                </a:cubicBezTo>
                <a:lnTo>
                  <a:pt x="75899" y="95916"/>
                </a:lnTo>
                <a:close/>
                <a:moveTo>
                  <a:pt x="86826" y="64849"/>
                </a:moveTo>
                <a:cubicBezTo>
                  <a:pt x="86826" y="53357"/>
                  <a:pt x="90268" y="44327"/>
                  <a:pt x="97150" y="37760"/>
                </a:cubicBezTo>
                <a:cubicBezTo>
                  <a:pt x="104033" y="31193"/>
                  <a:pt x="113284" y="27910"/>
                  <a:pt x="124902" y="27910"/>
                </a:cubicBezTo>
                <a:cubicBezTo>
                  <a:pt x="136142" y="27910"/>
                  <a:pt x="145066" y="31141"/>
                  <a:pt x="151675" y="37602"/>
                </a:cubicBezTo>
                <a:cubicBezTo>
                  <a:pt x="158284" y="44064"/>
                  <a:pt x="161589" y="52746"/>
                  <a:pt x="161589" y="63649"/>
                </a:cubicBezTo>
                <a:cubicBezTo>
                  <a:pt x="161589" y="75099"/>
                  <a:pt x="158200" y="84213"/>
                  <a:pt x="151423" y="90991"/>
                </a:cubicBezTo>
                <a:cubicBezTo>
                  <a:pt x="144645" y="97768"/>
                  <a:pt x="135468" y="101157"/>
                  <a:pt x="123892" y="101157"/>
                </a:cubicBezTo>
                <a:cubicBezTo>
                  <a:pt x="112526" y="101157"/>
                  <a:pt x="103507" y="97905"/>
                  <a:pt x="96835" y="91401"/>
                </a:cubicBezTo>
                <a:cubicBezTo>
                  <a:pt x="90162" y="84897"/>
                  <a:pt x="86826" y="76046"/>
                  <a:pt x="86826" y="64849"/>
                </a:cubicBezTo>
                <a:moveTo>
                  <a:pt x="107474" y="64596"/>
                </a:moveTo>
                <a:cubicBezTo>
                  <a:pt x="107474" y="78530"/>
                  <a:pt x="113157" y="85497"/>
                  <a:pt x="124523" y="85497"/>
                </a:cubicBezTo>
                <a:cubicBezTo>
                  <a:pt x="135426" y="85497"/>
                  <a:pt x="140878" y="78341"/>
                  <a:pt x="140878" y="64028"/>
                </a:cubicBezTo>
                <a:cubicBezTo>
                  <a:pt x="140878" y="50389"/>
                  <a:pt x="135384" y="43569"/>
                  <a:pt x="124397" y="43569"/>
                </a:cubicBezTo>
                <a:cubicBezTo>
                  <a:pt x="119051" y="43569"/>
                  <a:pt x="114894" y="45401"/>
                  <a:pt x="111926" y="49063"/>
                </a:cubicBezTo>
                <a:cubicBezTo>
                  <a:pt x="108958" y="52725"/>
                  <a:pt x="107474" y="57903"/>
                  <a:pt x="107474" y="64596"/>
                </a:cubicBezTo>
                <a:close/>
                <a:moveTo>
                  <a:pt x="242179" y="99452"/>
                </a:moveTo>
                <a:lnTo>
                  <a:pt x="221910" y="99452"/>
                </a:lnTo>
                <a:lnTo>
                  <a:pt x="221910" y="60492"/>
                </a:lnTo>
                <a:cubicBezTo>
                  <a:pt x="221910" y="49210"/>
                  <a:pt x="217847" y="43569"/>
                  <a:pt x="209723" y="43569"/>
                </a:cubicBezTo>
                <a:cubicBezTo>
                  <a:pt x="205850" y="43569"/>
                  <a:pt x="202630" y="45074"/>
                  <a:pt x="200062" y="48084"/>
                </a:cubicBezTo>
                <a:cubicBezTo>
                  <a:pt x="197494" y="51094"/>
                  <a:pt x="196210" y="54935"/>
                  <a:pt x="196210" y="59608"/>
                </a:cubicBezTo>
                <a:lnTo>
                  <a:pt x="196210" y="99452"/>
                </a:lnTo>
                <a:lnTo>
                  <a:pt x="175814" y="99452"/>
                </a:lnTo>
                <a:lnTo>
                  <a:pt x="175814" y="29615"/>
                </a:lnTo>
                <a:lnTo>
                  <a:pt x="196210" y="29615"/>
                </a:lnTo>
                <a:lnTo>
                  <a:pt x="196210" y="40728"/>
                </a:lnTo>
                <a:lnTo>
                  <a:pt x="196462" y="40728"/>
                </a:lnTo>
                <a:cubicBezTo>
                  <a:pt x="201556" y="32182"/>
                  <a:pt x="209049" y="27910"/>
                  <a:pt x="218942" y="27910"/>
                </a:cubicBezTo>
                <a:cubicBezTo>
                  <a:pt x="234433" y="27910"/>
                  <a:pt x="242179" y="37508"/>
                  <a:pt x="242179" y="56703"/>
                </a:cubicBezTo>
                <a:lnTo>
                  <a:pt x="242179" y="99452"/>
                </a:lnTo>
                <a:close/>
                <a:moveTo>
                  <a:pt x="300836" y="98631"/>
                </a:moveTo>
                <a:cubicBezTo>
                  <a:pt x="297763" y="100315"/>
                  <a:pt x="293112" y="101157"/>
                  <a:pt x="286881" y="101157"/>
                </a:cubicBezTo>
                <a:cubicBezTo>
                  <a:pt x="272064" y="101157"/>
                  <a:pt x="264655" y="93369"/>
                  <a:pt x="264655" y="77793"/>
                </a:cubicBezTo>
                <a:lnTo>
                  <a:pt x="264655" y="44832"/>
                </a:lnTo>
                <a:lnTo>
                  <a:pt x="253162" y="44832"/>
                </a:lnTo>
                <a:lnTo>
                  <a:pt x="253162" y="29615"/>
                </a:lnTo>
                <a:lnTo>
                  <a:pt x="264655" y="29615"/>
                </a:lnTo>
                <a:lnTo>
                  <a:pt x="264655" y="14271"/>
                </a:lnTo>
                <a:lnTo>
                  <a:pt x="284924" y="8461"/>
                </a:lnTo>
                <a:lnTo>
                  <a:pt x="284924" y="29615"/>
                </a:lnTo>
                <a:lnTo>
                  <a:pt x="300836" y="29615"/>
                </a:lnTo>
                <a:lnTo>
                  <a:pt x="300836" y="44832"/>
                </a:lnTo>
                <a:lnTo>
                  <a:pt x="284924" y="44832"/>
                </a:lnTo>
                <a:lnTo>
                  <a:pt x="284924" y="74257"/>
                </a:lnTo>
                <a:cubicBezTo>
                  <a:pt x="284924" y="81708"/>
                  <a:pt x="287871" y="85434"/>
                  <a:pt x="293764" y="85434"/>
                </a:cubicBezTo>
                <a:cubicBezTo>
                  <a:pt x="296037" y="85434"/>
                  <a:pt x="298395" y="84760"/>
                  <a:pt x="300836" y="83413"/>
                </a:cubicBezTo>
                <a:lnTo>
                  <a:pt x="300836" y="98631"/>
                </a:lnTo>
                <a:close/>
                <a:moveTo>
                  <a:pt x="357771" y="48116"/>
                </a:moveTo>
                <a:cubicBezTo>
                  <a:pt x="355288" y="46684"/>
                  <a:pt x="352278" y="45969"/>
                  <a:pt x="348742" y="45969"/>
                </a:cubicBezTo>
                <a:cubicBezTo>
                  <a:pt x="344111" y="45969"/>
                  <a:pt x="340438" y="47737"/>
                  <a:pt x="337723" y="51273"/>
                </a:cubicBezTo>
                <a:cubicBezTo>
                  <a:pt x="335008" y="54809"/>
                  <a:pt x="333650" y="59671"/>
                  <a:pt x="333650" y="65859"/>
                </a:cubicBezTo>
                <a:lnTo>
                  <a:pt x="333650" y="99452"/>
                </a:lnTo>
                <a:lnTo>
                  <a:pt x="313255" y="99452"/>
                </a:lnTo>
                <a:lnTo>
                  <a:pt x="313255" y="29615"/>
                </a:lnTo>
                <a:lnTo>
                  <a:pt x="333650" y="29615"/>
                </a:lnTo>
                <a:lnTo>
                  <a:pt x="333650" y="42749"/>
                </a:lnTo>
                <a:lnTo>
                  <a:pt x="333903" y="42749"/>
                </a:lnTo>
                <a:cubicBezTo>
                  <a:pt x="337270" y="33193"/>
                  <a:pt x="343395" y="28415"/>
                  <a:pt x="352278" y="28415"/>
                </a:cubicBezTo>
                <a:cubicBezTo>
                  <a:pt x="354677" y="28415"/>
                  <a:pt x="356508" y="28688"/>
                  <a:pt x="357771" y="29236"/>
                </a:cubicBezTo>
                <a:lnTo>
                  <a:pt x="357771" y="48116"/>
                </a:lnTo>
                <a:close/>
                <a:moveTo>
                  <a:pt x="369519" y="33845"/>
                </a:moveTo>
                <a:cubicBezTo>
                  <a:pt x="372676" y="32077"/>
                  <a:pt x="376896" y="30646"/>
                  <a:pt x="382179" y="29551"/>
                </a:cubicBezTo>
                <a:cubicBezTo>
                  <a:pt x="387462" y="28457"/>
                  <a:pt x="391977" y="27910"/>
                  <a:pt x="395724" y="27910"/>
                </a:cubicBezTo>
                <a:cubicBezTo>
                  <a:pt x="415256" y="27910"/>
                  <a:pt x="425023" y="37697"/>
                  <a:pt x="425023" y="57272"/>
                </a:cubicBezTo>
                <a:lnTo>
                  <a:pt x="425023" y="99452"/>
                </a:lnTo>
                <a:lnTo>
                  <a:pt x="405637" y="99452"/>
                </a:lnTo>
                <a:lnTo>
                  <a:pt x="405637" y="89286"/>
                </a:lnTo>
                <a:lnTo>
                  <a:pt x="405385" y="89286"/>
                </a:lnTo>
                <a:cubicBezTo>
                  <a:pt x="400628" y="97200"/>
                  <a:pt x="393661" y="101157"/>
                  <a:pt x="384484" y="101157"/>
                </a:cubicBezTo>
                <a:cubicBezTo>
                  <a:pt x="377875" y="101157"/>
                  <a:pt x="372581" y="99273"/>
                  <a:pt x="368603" y="95505"/>
                </a:cubicBezTo>
                <a:cubicBezTo>
                  <a:pt x="364625" y="91738"/>
                  <a:pt x="362636" y="86613"/>
                  <a:pt x="362636" y="80130"/>
                </a:cubicBezTo>
                <a:cubicBezTo>
                  <a:pt x="362636" y="66743"/>
                  <a:pt x="370613" y="58955"/>
                  <a:pt x="386568" y="56766"/>
                </a:cubicBezTo>
                <a:lnTo>
                  <a:pt x="405764" y="54178"/>
                </a:lnTo>
                <a:cubicBezTo>
                  <a:pt x="405764" y="46053"/>
                  <a:pt x="401533" y="41991"/>
                  <a:pt x="393072" y="41991"/>
                </a:cubicBezTo>
                <a:cubicBezTo>
                  <a:pt x="384737" y="41991"/>
                  <a:pt x="376886" y="44517"/>
                  <a:pt x="369519" y="49568"/>
                </a:cubicBezTo>
                <a:lnTo>
                  <a:pt x="369519" y="33845"/>
                </a:lnTo>
                <a:moveTo>
                  <a:pt x="392567" y="67817"/>
                </a:moveTo>
                <a:cubicBezTo>
                  <a:pt x="385200" y="68785"/>
                  <a:pt x="381516" y="72110"/>
                  <a:pt x="381516" y="77793"/>
                </a:cubicBezTo>
                <a:cubicBezTo>
                  <a:pt x="381516" y="80403"/>
                  <a:pt x="382411" y="82508"/>
                  <a:pt x="384200" y="84108"/>
                </a:cubicBezTo>
                <a:cubicBezTo>
                  <a:pt x="385989" y="85708"/>
                  <a:pt x="388399" y="86507"/>
                  <a:pt x="391430" y="86507"/>
                </a:cubicBezTo>
                <a:cubicBezTo>
                  <a:pt x="395597" y="86507"/>
                  <a:pt x="399028" y="85034"/>
                  <a:pt x="401722" y="82087"/>
                </a:cubicBezTo>
                <a:cubicBezTo>
                  <a:pt x="404417" y="79141"/>
                  <a:pt x="405764" y="75478"/>
                  <a:pt x="405764" y="71100"/>
                </a:cubicBezTo>
                <a:lnTo>
                  <a:pt x="405764" y="66112"/>
                </a:lnTo>
                <a:lnTo>
                  <a:pt x="392567" y="67817"/>
                </a:lnTo>
                <a:close/>
                <a:moveTo>
                  <a:pt x="494894" y="96863"/>
                </a:moveTo>
                <a:cubicBezTo>
                  <a:pt x="490011" y="99725"/>
                  <a:pt x="483065" y="101157"/>
                  <a:pt x="474056" y="101157"/>
                </a:cubicBezTo>
                <a:cubicBezTo>
                  <a:pt x="463406" y="101157"/>
                  <a:pt x="454797" y="97915"/>
                  <a:pt x="448230" y="91433"/>
                </a:cubicBezTo>
                <a:cubicBezTo>
                  <a:pt x="441663" y="84950"/>
                  <a:pt x="438380" y="76552"/>
                  <a:pt x="438380" y="66238"/>
                </a:cubicBezTo>
                <a:cubicBezTo>
                  <a:pt x="438380" y="54367"/>
                  <a:pt x="441916" y="45011"/>
                  <a:pt x="448988" y="38171"/>
                </a:cubicBezTo>
                <a:cubicBezTo>
                  <a:pt x="456060" y="31330"/>
                  <a:pt x="465490" y="27910"/>
                  <a:pt x="477277" y="27910"/>
                </a:cubicBezTo>
                <a:cubicBezTo>
                  <a:pt x="485233" y="27910"/>
                  <a:pt x="491126" y="29004"/>
                  <a:pt x="494957" y="31193"/>
                </a:cubicBezTo>
                <a:lnTo>
                  <a:pt x="494957" y="48684"/>
                </a:lnTo>
                <a:cubicBezTo>
                  <a:pt x="490284" y="45274"/>
                  <a:pt x="485191" y="43569"/>
                  <a:pt x="479676" y="43569"/>
                </a:cubicBezTo>
                <a:cubicBezTo>
                  <a:pt x="473446" y="43569"/>
                  <a:pt x="468447" y="45464"/>
                  <a:pt x="464679" y="49252"/>
                </a:cubicBezTo>
                <a:cubicBezTo>
                  <a:pt x="460912" y="53041"/>
                  <a:pt x="459028" y="58240"/>
                  <a:pt x="459028" y="64849"/>
                </a:cubicBezTo>
                <a:cubicBezTo>
                  <a:pt x="459028" y="71248"/>
                  <a:pt x="460817" y="76289"/>
                  <a:pt x="464395" y="79972"/>
                </a:cubicBezTo>
                <a:cubicBezTo>
                  <a:pt x="467973" y="83655"/>
                  <a:pt x="472836" y="85497"/>
                  <a:pt x="478982" y="85497"/>
                </a:cubicBezTo>
                <a:cubicBezTo>
                  <a:pt x="484412" y="85497"/>
                  <a:pt x="489716" y="83771"/>
                  <a:pt x="494894" y="80319"/>
                </a:cubicBezTo>
                <a:lnTo>
                  <a:pt x="494894" y="96863"/>
                </a:lnTo>
                <a:close/>
                <a:moveTo>
                  <a:pt x="550370" y="98631"/>
                </a:moveTo>
                <a:cubicBezTo>
                  <a:pt x="547297" y="100315"/>
                  <a:pt x="542645" y="101157"/>
                  <a:pt x="536415" y="101157"/>
                </a:cubicBezTo>
                <a:cubicBezTo>
                  <a:pt x="521597" y="101157"/>
                  <a:pt x="514188" y="93369"/>
                  <a:pt x="514188" y="77793"/>
                </a:cubicBezTo>
                <a:lnTo>
                  <a:pt x="514188" y="44832"/>
                </a:lnTo>
                <a:lnTo>
                  <a:pt x="502696" y="44832"/>
                </a:lnTo>
                <a:lnTo>
                  <a:pt x="502696" y="29615"/>
                </a:lnTo>
                <a:lnTo>
                  <a:pt x="514188" y="29615"/>
                </a:lnTo>
                <a:lnTo>
                  <a:pt x="514188" y="14271"/>
                </a:lnTo>
                <a:lnTo>
                  <a:pt x="534458" y="8461"/>
                </a:lnTo>
                <a:lnTo>
                  <a:pt x="534458" y="29615"/>
                </a:lnTo>
                <a:lnTo>
                  <a:pt x="550370" y="29615"/>
                </a:lnTo>
                <a:lnTo>
                  <a:pt x="550370" y="44832"/>
                </a:lnTo>
                <a:lnTo>
                  <a:pt x="534458" y="44832"/>
                </a:lnTo>
                <a:lnTo>
                  <a:pt x="534458" y="74257"/>
                </a:lnTo>
                <a:cubicBezTo>
                  <a:pt x="534458" y="81708"/>
                  <a:pt x="537404" y="85434"/>
                  <a:pt x="543298" y="85434"/>
                </a:cubicBezTo>
                <a:cubicBezTo>
                  <a:pt x="545571" y="85434"/>
                  <a:pt x="547928" y="84760"/>
                  <a:pt x="550370" y="83413"/>
                </a:cubicBezTo>
                <a:lnTo>
                  <a:pt x="550370" y="98631"/>
                </a:lnTo>
                <a:close/>
                <a:moveTo>
                  <a:pt x="560957" y="80698"/>
                </a:moveTo>
                <a:cubicBezTo>
                  <a:pt x="567945" y="84950"/>
                  <a:pt x="574786" y="87076"/>
                  <a:pt x="581479" y="87076"/>
                </a:cubicBezTo>
                <a:cubicBezTo>
                  <a:pt x="589898" y="87076"/>
                  <a:pt x="594108" y="84823"/>
                  <a:pt x="594108" y="80319"/>
                </a:cubicBezTo>
                <a:cubicBezTo>
                  <a:pt x="594108" y="77120"/>
                  <a:pt x="590635" y="74447"/>
                  <a:pt x="583689" y="72300"/>
                </a:cubicBezTo>
                <a:cubicBezTo>
                  <a:pt x="575017" y="69606"/>
                  <a:pt x="569061" y="66606"/>
                  <a:pt x="565819" y="63302"/>
                </a:cubicBezTo>
                <a:cubicBezTo>
                  <a:pt x="562578" y="59997"/>
                  <a:pt x="560957" y="55525"/>
                  <a:pt x="560957" y="49884"/>
                </a:cubicBezTo>
                <a:cubicBezTo>
                  <a:pt x="560957" y="43022"/>
                  <a:pt x="563736" y="37644"/>
                  <a:pt x="569292" y="33750"/>
                </a:cubicBezTo>
                <a:cubicBezTo>
                  <a:pt x="574849" y="29857"/>
                  <a:pt x="582132" y="27910"/>
                  <a:pt x="591140" y="27910"/>
                </a:cubicBezTo>
                <a:cubicBezTo>
                  <a:pt x="597539" y="27910"/>
                  <a:pt x="603706" y="28857"/>
                  <a:pt x="609641" y="30751"/>
                </a:cubicBezTo>
                <a:lnTo>
                  <a:pt x="609641" y="46790"/>
                </a:lnTo>
                <a:cubicBezTo>
                  <a:pt x="604211" y="43590"/>
                  <a:pt x="598233" y="41991"/>
                  <a:pt x="591708" y="41991"/>
                </a:cubicBezTo>
                <a:cubicBezTo>
                  <a:pt x="588467" y="41991"/>
                  <a:pt x="585857" y="42570"/>
                  <a:pt x="583878" y="43727"/>
                </a:cubicBezTo>
                <a:cubicBezTo>
                  <a:pt x="581900" y="44885"/>
                  <a:pt x="580911" y="46411"/>
                  <a:pt x="580911" y="48305"/>
                </a:cubicBezTo>
                <a:cubicBezTo>
                  <a:pt x="580911" y="51504"/>
                  <a:pt x="583857" y="54093"/>
                  <a:pt x="589751" y="56072"/>
                </a:cubicBezTo>
                <a:cubicBezTo>
                  <a:pt x="596065" y="58177"/>
                  <a:pt x="600812" y="60092"/>
                  <a:pt x="603990" y="61818"/>
                </a:cubicBezTo>
                <a:cubicBezTo>
                  <a:pt x="607168" y="63544"/>
                  <a:pt x="609589" y="65817"/>
                  <a:pt x="611251" y="68638"/>
                </a:cubicBezTo>
                <a:cubicBezTo>
                  <a:pt x="612914" y="71458"/>
                  <a:pt x="613746" y="74720"/>
                  <a:pt x="613746" y="78425"/>
                </a:cubicBezTo>
                <a:cubicBezTo>
                  <a:pt x="613746" y="85623"/>
                  <a:pt x="610862" y="91212"/>
                  <a:pt x="605095" y="95190"/>
                </a:cubicBezTo>
                <a:cubicBezTo>
                  <a:pt x="599328" y="99168"/>
                  <a:pt x="591624" y="101157"/>
                  <a:pt x="581984" y="101157"/>
                </a:cubicBezTo>
                <a:cubicBezTo>
                  <a:pt x="574407" y="101157"/>
                  <a:pt x="567398" y="99957"/>
                  <a:pt x="560957" y="97558"/>
                </a:cubicBezTo>
                <a:lnTo>
                  <a:pt x="560957" y="80698"/>
                </a:lnTo>
                <a:close/>
                <a:moveTo>
                  <a:pt x="746314" y="92885"/>
                </a:moveTo>
                <a:cubicBezTo>
                  <a:pt x="736758" y="98399"/>
                  <a:pt x="725014" y="101157"/>
                  <a:pt x="711080" y="101157"/>
                </a:cubicBezTo>
                <a:cubicBezTo>
                  <a:pt x="695504" y="101157"/>
                  <a:pt x="683212" y="96779"/>
                  <a:pt x="674204" y="88023"/>
                </a:cubicBezTo>
                <a:cubicBezTo>
                  <a:pt x="665195" y="79267"/>
                  <a:pt x="660691" y="67290"/>
                  <a:pt x="660691" y="52094"/>
                </a:cubicBezTo>
                <a:cubicBezTo>
                  <a:pt x="660691" y="36687"/>
                  <a:pt x="665648" y="24153"/>
                  <a:pt x="675561" y="14492"/>
                </a:cubicBezTo>
                <a:cubicBezTo>
                  <a:pt x="685475" y="4831"/>
                  <a:pt x="698535" y="0"/>
                  <a:pt x="714742" y="0"/>
                </a:cubicBezTo>
                <a:cubicBezTo>
                  <a:pt x="725182" y="0"/>
                  <a:pt x="734296" y="1473"/>
                  <a:pt x="742084" y="4420"/>
                </a:cubicBezTo>
                <a:lnTo>
                  <a:pt x="742084" y="24184"/>
                </a:lnTo>
                <a:cubicBezTo>
                  <a:pt x="734506" y="19764"/>
                  <a:pt x="725245" y="17554"/>
                  <a:pt x="714300" y="17554"/>
                </a:cubicBezTo>
                <a:cubicBezTo>
                  <a:pt x="704871" y="17554"/>
                  <a:pt x="697230" y="20627"/>
                  <a:pt x="691379" y="26773"/>
                </a:cubicBezTo>
                <a:cubicBezTo>
                  <a:pt x="685528" y="32919"/>
                  <a:pt x="682602" y="41023"/>
                  <a:pt x="682602" y="51084"/>
                </a:cubicBezTo>
                <a:cubicBezTo>
                  <a:pt x="682602" y="61313"/>
                  <a:pt x="685243" y="69290"/>
                  <a:pt x="690526" y="75015"/>
                </a:cubicBezTo>
                <a:cubicBezTo>
                  <a:pt x="695809" y="80740"/>
                  <a:pt x="703018" y="83603"/>
                  <a:pt x="712153" y="83603"/>
                </a:cubicBezTo>
                <a:cubicBezTo>
                  <a:pt x="717584" y="83603"/>
                  <a:pt x="722025" y="82761"/>
                  <a:pt x="725477" y="81077"/>
                </a:cubicBezTo>
                <a:lnTo>
                  <a:pt x="725477" y="60997"/>
                </a:lnTo>
                <a:lnTo>
                  <a:pt x="705713" y="60997"/>
                </a:lnTo>
                <a:lnTo>
                  <a:pt x="705713" y="44264"/>
                </a:lnTo>
                <a:lnTo>
                  <a:pt x="746314" y="44264"/>
                </a:lnTo>
                <a:lnTo>
                  <a:pt x="746314" y="92885"/>
                </a:lnTo>
                <a:close/>
                <a:moveTo>
                  <a:pt x="825848" y="70279"/>
                </a:moveTo>
                <a:lnTo>
                  <a:pt x="779879" y="70279"/>
                </a:lnTo>
                <a:cubicBezTo>
                  <a:pt x="780595" y="81098"/>
                  <a:pt x="787120" y="86507"/>
                  <a:pt x="799454" y="86507"/>
                </a:cubicBezTo>
                <a:cubicBezTo>
                  <a:pt x="807157" y="86507"/>
                  <a:pt x="813956" y="84613"/>
                  <a:pt x="819849" y="80824"/>
                </a:cubicBezTo>
                <a:lnTo>
                  <a:pt x="819849" y="95790"/>
                </a:lnTo>
                <a:cubicBezTo>
                  <a:pt x="813493" y="99368"/>
                  <a:pt x="805158" y="101157"/>
                  <a:pt x="794844" y="101157"/>
                </a:cubicBezTo>
                <a:cubicBezTo>
                  <a:pt x="783731" y="101157"/>
                  <a:pt x="775091" y="98021"/>
                  <a:pt x="768924" y="91748"/>
                </a:cubicBezTo>
                <a:cubicBezTo>
                  <a:pt x="762756" y="85476"/>
                  <a:pt x="759673" y="76741"/>
                  <a:pt x="759673" y="65544"/>
                </a:cubicBezTo>
                <a:cubicBezTo>
                  <a:pt x="759673" y="54388"/>
                  <a:pt x="762956" y="45327"/>
                  <a:pt x="769523" y="38360"/>
                </a:cubicBezTo>
                <a:cubicBezTo>
                  <a:pt x="776090" y="31393"/>
                  <a:pt x="784341" y="27910"/>
                  <a:pt x="794276" y="27910"/>
                </a:cubicBezTo>
                <a:cubicBezTo>
                  <a:pt x="804168" y="27910"/>
                  <a:pt x="811904" y="30909"/>
                  <a:pt x="817481" y="36908"/>
                </a:cubicBezTo>
                <a:cubicBezTo>
                  <a:pt x="823059" y="42906"/>
                  <a:pt x="825848" y="51147"/>
                  <a:pt x="825848" y="61629"/>
                </a:cubicBezTo>
                <a:lnTo>
                  <a:pt x="825848" y="70279"/>
                </a:lnTo>
                <a:moveTo>
                  <a:pt x="806842" y="57524"/>
                </a:moveTo>
                <a:cubicBezTo>
                  <a:pt x="806842" y="47084"/>
                  <a:pt x="802611" y="41865"/>
                  <a:pt x="794150" y="41865"/>
                </a:cubicBezTo>
                <a:cubicBezTo>
                  <a:pt x="790656" y="41865"/>
                  <a:pt x="787562" y="43296"/>
                  <a:pt x="784867" y="46158"/>
                </a:cubicBezTo>
                <a:cubicBezTo>
                  <a:pt x="782173" y="49021"/>
                  <a:pt x="780489" y="52809"/>
                  <a:pt x="779816" y="57524"/>
                </a:cubicBezTo>
                <a:lnTo>
                  <a:pt x="806842" y="57524"/>
                </a:lnTo>
                <a:close/>
                <a:moveTo>
                  <a:pt x="905973" y="99452"/>
                </a:moveTo>
                <a:lnTo>
                  <a:pt x="885704" y="99452"/>
                </a:lnTo>
                <a:lnTo>
                  <a:pt x="885704" y="60492"/>
                </a:lnTo>
                <a:cubicBezTo>
                  <a:pt x="885704" y="49210"/>
                  <a:pt x="881642" y="43569"/>
                  <a:pt x="873517" y="43569"/>
                </a:cubicBezTo>
                <a:cubicBezTo>
                  <a:pt x="869644" y="43569"/>
                  <a:pt x="866424" y="45074"/>
                  <a:pt x="863856" y="48084"/>
                </a:cubicBezTo>
                <a:cubicBezTo>
                  <a:pt x="861288" y="51094"/>
                  <a:pt x="860004" y="54935"/>
                  <a:pt x="860004" y="59608"/>
                </a:cubicBezTo>
                <a:lnTo>
                  <a:pt x="860004" y="99452"/>
                </a:lnTo>
                <a:lnTo>
                  <a:pt x="839609" y="99452"/>
                </a:lnTo>
                <a:lnTo>
                  <a:pt x="839609" y="29615"/>
                </a:lnTo>
                <a:lnTo>
                  <a:pt x="860004" y="29615"/>
                </a:lnTo>
                <a:lnTo>
                  <a:pt x="860004" y="40728"/>
                </a:lnTo>
                <a:lnTo>
                  <a:pt x="860257" y="40728"/>
                </a:lnTo>
                <a:cubicBezTo>
                  <a:pt x="865350" y="32182"/>
                  <a:pt x="872844" y="27910"/>
                  <a:pt x="882736" y="27910"/>
                </a:cubicBezTo>
                <a:cubicBezTo>
                  <a:pt x="898227" y="27910"/>
                  <a:pt x="905973" y="37508"/>
                  <a:pt x="905973" y="56703"/>
                </a:cubicBezTo>
                <a:lnTo>
                  <a:pt x="905973" y="99452"/>
                </a:lnTo>
                <a:close/>
                <a:moveTo>
                  <a:pt x="985531" y="70279"/>
                </a:moveTo>
                <a:lnTo>
                  <a:pt x="939562" y="70279"/>
                </a:lnTo>
                <a:cubicBezTo>
                  <a:pt x="940278" y="81098"/>
                  <a:pt x="946803" y="86507"/>
                  <a:pt x="959137" y="86507"/>
                </a:cubicBezTo>
                <a:cubicBezTo>
                  <a:pt x="966841" y="86507"/>
                  <a:pt x="973639" y="84613"/>
                  <a:pt x="979533" y="80824"/>
                </a:cubicBezTo>
                <a:lnTo>
                  <a:pt x="979533" y="95790"/>
                </a:lnTo>
                <a:cubicBezTo>
                  <a:pt x="973176" y="99368"/>
                  <a:pt x="964841" y="101157"/>
                  <a:pt x="954528" y="101157"/>
                </a:cubicBezTo>
                <a:cubicBezTo>
                  <a:pt x="943414" y="101157"/>
                  <a:pt x="934774" y="98021"/>
                  <a:pt x="928607" y="91748"/>
                </a:cubicBezTo>
                <a:cubicBezTo>
                  <a:pt x="922440" y="85476"/>
                  <a:pt x="919356" y="76741"/>
                  <a:pt x="919356" y="65544"/>
                </a:cubicBezTo>
                <a:cubicBezTo>
                  <a:pt x="919356" y="54388"/>
                  <a:pt x="922640" y="45327"/>
                  <a:pt x="929207" y="38360"/>
                </a:cubicBezTo>
                <a:cubicBezTo>
                  <a:pt x="935774" y="31393"/>
                  <a:pt x="944025" y="27910"/>
                  <a:pt x="953959" y="27910"/>
                </a:cubicBezTo>
                <a:cubicBezTo>
                  <a:pt x="963852" y="27910"/>
                  <a:pt x="971587" y="30909"/>
                  <a:pt x="977165" y="36908"/>
                </a:cubicBezTo>
                <a:cubicBezTo>
                  <a:pt x="982742" y="42906"/>
                  <a:pt x="985531" y="51147"/>
                  <a:pt x="985531" y="61629"/>
                </a:cubicBezTo>
                <a:lnTo>
                  <a:pt x="985531" y="70279"/>
                </a:lnTo>
                <a:moveTo>
                  <a:pt x="966525" y="57524"/>
                </a:moveTo>
                <a:cubicBezTo>
                  <a:pt x="966525" y="47084"/>
                  <a:pt x="962294" y="41865"/>
                  <a:pt x="953833" y="41865"/>
                </a:cubicBezTo>
                <a:cubicBezTo>
                  <a:pt x="950339" y="41865"/>
                  <a:pt x="947245" y="43296"/>
                  <a:pt x="944551" y="46158"/>
                </a:cubicBezTo>
                <a:cubicBezTo>
                  <a:pt x="941857" y="49021"/>
                  <a:pt x="940173" y="52809"/>
                  <a:pt x="939499" y="57524"/>
                </a:cubicBezTo>
                <a:lnTo>
                  <a:pt x="966525" y="57524"/>
                </a:lnTo>
                <a:close/>
                <a:moveTo>
                  <a:pt x="1043808" y="48116"/>
                </a:moveTo>
                <a:cubicBezTo>
                  <a:pt x="1041325" y="46684"/>
                  <a:pt x="1038315" y="45969"/>
                  <a:pt x="1034779" y="45969"/>
                </a:cubicBezTo>
                <a:cubicBezTo>
                  <a:pt x="1030148" y="45969"/>
                  <a:pt x="1026475" y="47737"/>
                  <a:pt x="1023760" y="51273"/>
                </a:cubicBezTo>
                <a:cubicBezTo>
                  <a:pt x="1021045" y="54809"/>
                  <a:pt x="1019687" y="59671"/>
                  <a:pt x="1019687" y="65859"/>
                </a:cubicBezTo>
                <a:lnTo>
                  <a:pt x="1019687" y="99452"/>
                </a:lnTo>
                <a:lnTo>
                  <a:pt x="999292" y="99452"/>
                </a:lnTo>
                <a:lnTo>
                  <a:pt x="999292" y="29615"/>
                </a:lnTo>
                <a:lnTo>
                  <a:pt x="1019687" y="29615"/>
                </a:lnTo>
                <a:lnTo>
                  <a:pt x="1019687" y="42749"/>
                </a:lnTo>
                <a:lnTo>
                  <a:pt x="1019940" y="42749"/>
                </a:lnTo>
                <a:cubicBezTo>
                  <a:pt x="1023308" y="33193"/>
                  <a:pt x="1029433" y="28415"/>
                  <a:pt x="1038315" y="28415"/>
                </a:cubicBezTo>
                <a:cubicBezTo>
                  <a:pt x="1040714" y="28415"/>
                  <a:pt x="1042545" y="28688"/>
                  <a:pt x="1043808" y="29236"/>
                </a:cubicBezTo>
                <a:lnTo>
                  <a:pt x="1043808" y="48116"/>
                </a:lnTo>
                <a:close/>
                <a:moveTo>
                  <a:pt x="1055556" y="33845"/>
                </a:moveTo>
                <a:cubicBezTo>
                  <a:pt x="1058713" y="32077"/>
                  <a:pt x="1062933" y="30646"/>
                  <a:pt x="1068217" y="29551"/>
                </a:cubicBezTo>
                <a:cubicBezTo>
                  <a:pt x="1073500" y="28457"/>
                  <a:pt x="1078014" y="27910"/>
                  <a:pt x="1081761" y="27910"/>
                </a:cubicBezTo>
                <a:cubicBezTo>
                  <a:pt x="1101293" y="27910"/>
                  <a:pt x="1111060" y="37697"/>
                  <a:pt x="1111060" y="57272"/>
                </a:cubicBezTo>
                <a:lnTo>
                  <a:pt x="1111060" y="99452"/>
                </a:lnTo>
                <a:lnTo>
                  <a:pt x="1091675" y="99452"/>
                </a:lnTo>
                <a:lnTo>
                  <a:pt x="1091675" y="89286"/>
                </a:lnTo>
                <a:lnTo>
                  <a:pt x="1091422" y="89286"/>
                </a:lnTo>
                <a:cubicBezTo>
                  <a:pt x="1086665" y="97200"/>
                  <a:pt x="1079698" y="101157"/>
                  <a:pt x="1070521" y="101157"/>
                </a:cubicBezTo>
                <a:cubicBezTo>
                  <a:pt x="1063912" y="101157"/>
                  <a:pt x="1058619" y="99273"/>
                  <a:pt x="1054641" y="95505"/>
                </a:cubicBezTo>
                <a:cubicBezTo>
                  <a:pt x="1050663" y="91738"/>
                  <a:pt x="1048673" y="86613"/>
                  <a:pt x="1048673" y="80130"/>
                </a:cubicBezTo>
                <a:cubicBezTo>
                  <a:pt x="1048673" y="66743"/>
                  <a:pt x="1056651" y="58955"/>
                  <a:pt x="1072605" y="56766"/>
                </a:cubicBezTo>
                <a:lnTo>
                  <a:pt x="1091801" y="54178"/>
                </a:lnTo>
                <a:cubicBezTo>
                  <a:pt x="1091801" y="46053"/>
                  <a:pt x="1087570" y="41991"/>
                  <a:pt x="1079109" y="41991"/>
                </a:cubicBezTo>
                <a:cubicBezTo>
                  <a:pt x="1070774" y="41991"/>
                  <a:pt x="1062923" y="44517"/>
                  <a:pt x="1055556" y="49568"/>
                </a:cubicBezTo>
                <a:lnTo>
                  <a:pt x="1055556" y="33845"/>
                </a:lnTo>
                <a:moveTo>
                  <a:pt x="1078604" y="67817"/>
                </a:moveTo>
                <a:cubicBezTo>
                  <a:pt x="1071237" y="68785"/>
                  <a:pt x="1067554" y="72110"/>
                  <a:pt x="1067554" y="77793"/>
                </a:cubicBezTo>
                <a:cubicBezTo>
                  <a:pt x="1067554" y="80403"/>
                  <a:pt x="1068448" y="82508"/>
                  <a:pt x="1070237" y="84108"/>
                </a:cubicBezTo>
                <a:cubicBezTo>
                  <a:pt x="1072026" y="85708"/>
                  <a:pt x="1074436" y="86507"/>
                  <a:pt x="1077467" y="86507"/>
                </a:cubicBezTo>
                <a:cubicBezTo>
                  <a:pt x="1081635" y="86507"/>
                  <a:pt x="1085065" y="85034"/>
                  <a:pt x="1087760" y="82087"/>
                </a:cubicBezTo>
                <a:cubicBezTo>
                  <a:pt x="1090454" y="79141"/>
                  <a:pt x="1091801" y="75478"/>
                  <a:pt x="1091801" y="71100"/>
                </a:cubicBezTo>
                <a:lnTo>
                  <a:pt x="1091801" y="66112"/>
                </a:lnTo>
                <a:lnTo>
                  <a:pt x="1078604" y="67817"/>
                </a:lnTo>
                <a:close/>
                <a:moveTo>
                  <a:pt x="1169692" y="98631"/>
                </a:moveTo>
                <a:cubicBezTo>
                  <a:pt x="1166619" y="100315"/>
                  <a:pt x="1161967" y="101157"/>
                  <a:pt x="1155737" y="101157"/>
                </a:cubicBezTo>
                <a:cubicBezTo>
                  <a:pt x="1140919" y="101157"/>
                  <a:pt x="1133510" y="93369"/>
                  <a:pt x="1133510" y="77793"/>
                </a:cubicBezTo>
                <a:lnTo>
                  <a:pt x="1133510" y="44832"/>
                </a:lnTo>
                <a:lnTo>
                  <a:pt x="1122018" y="44832"/>
                </a:lnTo>
                <a:lnTo>
                  <a:pt x="1122018" y="29615"/>
                </a:lnTo>
                <a:lnTo>
                  <a:pt x="1133510" y="29615"/>
                </a:lnTo>
                <a:lnTo>
                  <a:pt x="1133510" y="14271"/>
                </a:lnTo>
                <a:lnTo>
                  <a:pt x="1153779" y="8461"/>
                </a:lnTo>
                <a:lnTo>
                  <a:pt x="1153779" y="29615"/>
                </a:lnTo>
                <a:lnTo>
                  <a:pt x="1169692" y="29615"/>
                </a:lnTo>
                <a:lnTo>
                  <a:pt x="1169692" y="44832"/>
                </a:lnTo>
                <a:lnTo>
                  <a:pt x="1153779" y="44832"/>
                </a:lnTo>
                <a:lnTo>
                  <a:pt x="1153779" y="74257"/>
                </a:lnTo>
                <a:cubicBezTo>
                  <a:pt x="1153779" y="81708"/>
                  <a:pt x="1156726" y="85434"/>
                  <a:pt x="1162620" y="85434"/>
                </a:cubicBezTo>
                <a:cubicBezTo>
                  <a:pt x="1164893" y="85434"/>
                  <a:pt x="1167250" y="84760"/>
                  <a:pt x="1169692" y="83413"/>
                </a:cubicBezTo>
                <a:lnTo>
                  <a:pt x="1169692" y="98631"/>
                </a:lnTo>
                <a:close/>
                <a:moveTo>
                  <a:pt x="1177425" y="64849"/>
                </a:moveTo>
                <a:cubicBezTo>
                  <a:pt x="1177425" y="53357"/>
                  <a:pt x="1180867" y="44327"/>
                  <a:pt x="1187750" y="37760"/>
                </a:cubicBezTo>
                <a:cubicBezTo>
                  <a:pt x="1194632" y="31193"/>
                  <a:pt x="1203883" y="27910"/>
                  <a:pt x="1215501" y="27910"/>
                </a:cubicBezTo>
                <a:cubicBezTo>
                  <a:pt x="1226741" y="27910"/>
                  <a:pt x="1235665" y="31141"/>
                  <a:pt x="1242274" y="37602"/>
                </a:cubicBezTo>
                <a:cubicBezTo>
                  <a:pt x="1248883" y="44064"/>
                  <a:pt x="1252188" y="52746"/>
                  <a:pt x="1252188" y="63649"/>
                </a:cubicBezTo>
                <a:cubicBezTo>
                  <a:pt x="1252188" y="75099"/>
                  <a:pt x="1248799" y="84213"/>
                  <a:pt x="1242022" y="90991"/>
                </a:cubicBezTo>
                <a:cubicBezTo>
                  <a:pt x="1235244" y="97768"/>
                  <a:pt x="1226067" y="101157"/>
                  <a:pt x="1214491" y="101157"/>
                </a:cubicBezTo>
                <a:cubicBezTo>
                  <a:pt x="1203125" y="101157"/>
                  <a:pt x="1194106" y="97905"/>
                  <a:pt x="1187434" y="91401"/>
                </a:cubicBezTo>
                <a:cubicBezTo>
                  <a:pt x="1180762" y="84897"/>
                  <a:pt x="1177425" y="76046"/>
                  <a:pt x="1177425" y="64849"/>
                </a:cubicBezTo>
                <a:moveTo>
                  <a:pt x="1198074" y="64596"/>
                </a:moveTo>
                <a:cubicBezTo>
                  <a:pt x="1198074" y="78530"/>
                  <a:pt x="1203757" y="85497"/>
                  <a:pt x="1215122" y="85497"/>
                </a:cubicBezTo>
                <a:cubicBezTo>
                  <a:pt x="1226025" y="85497"/>
                  <a:pt x="1231477" y="78341"/>
                  <a:pt x="1231477" y="64028"/>
                </a:cubicBezTo>
                <a:cubicBezTo>
                  <a:pt x="1231477" y="50389"/>
                  <a:pt x="1225983" y="43569"/>
                  <a:pt x="1214996" y="43569"/>
                </a:cubicBezTo>
                <a:cubicBezTo>
                  <a:pt x="1209650" y="43569"/>
                  <a:pt x="1205493" y="45401"/>
                  <a:pt x="1202525" y="49063"/>
                </a:cubicBezTo>
                <a:cubicBezTo>
                  <a:pt x="1199557" y="52725"/>
                  <a:pt x="1198074" y="57903"/>
                  <a:pt x="1198074" y="64596"/>
                </a:cubicBezTo>
                <a:close/>
                <a:moveTo>
                  <a:pt x="1310930" y="48116"/>
                </a:moveTo>
                <a:cubicBezTo>
                  <a:pt x="1308446" y="46684"/>
                  <a:pt x="1305436" y="45969"/>
                  <a:pt x="1301900" y="45969"/>
                </a:cubicBezTo>
                <a:cubicBezTo>
                  <a:pt x="1297270" y="45969"/>
                  <a:pt x="1293597" y="47737"/>
                  <a:pt x="1290882" y="51273"/>
                </a:cubicBezTo>
                <a:cubicBezTo>
                  <a:pt x="1288166" y="54809"/>
                  <a:pt x="1286809" y="59671"/>
                  <a:pt x="1286809" y="65859"/>
                </a:cubicBezTo>
                <a:lnTo>
                  <a:pt x="1286809" y="99452"/>
                </a:lnTo>
                <a:lnTo>
                  <a:pt x="1266413" y="99452"/>
                </a:lnTo>
                <a:lnTo>
                  <a:pt x="1266413" y="29615"/>
                </a:lnTo>
                <a:lnTo>
                  <a:pt x="1286809" y="29615"/>
                </a:lnTo>
                <a:lnTo>
                  <a:pt x="1286809" y="42749"/>
                </a:lnTo>
                <a:lnTo>
                  <a:pt x="1287061" y="42749"/>
                </a:lnTo>
                <a:cubicBezTo>
                  <a:pt x="1290429" y="33193"/>
                  <a:pt x="1296554" y="28415"/>
                  <a:pt x="1305436" y="28415"/>
                </a:cubicBezTo>
                <a:cubicBezTo>
                  <a:pt x="1307836" y="28415"/>
                  <a:pt x="1309667" y="28688"/>
                  <a:pt x="1310930" y="29236"/>
                </a:cubicBezTo>
                <a:lnTo>
                  <a:pt x="1310930" y="4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936f449a041db"/>
          <a:stretch xmlns:a="http://schemas.openxmlformats.org/drawingml/2006/main"/>
        </p:blipFill>
        <p:spPr>
          <a:xfrm xmlns:a="http://schemas.openxmlformats.org/drawingml/2006/main">
            <a:off x="2450644" y="545684"/>
            <a:ext cx="572164" cy="572164"/>
          </a:xfrm>
          <a:prstGeom xmlns:a="http://schemas.openxmlformats.org/drawingml/2006/main" prst="rect">
            <a:avLst/>
          </a:prstGeom>
        </p:spPr>
      </p:pic>
      <p:sp>
        <p:nvSpPr>
          <p:cNvPr id="85" name="Text LLM">
            <a:extLst xmlns:a="http://schemas.openxmlformats.org/drawingml/2006/main">
              <a:ext uri="{FF2B5EF4-FFF2-40B4-BE49-F238E27FC236}">
                <a16:creationId xmlns:a16="http://schemas.microsoft.com/office/drawing/2014/main" id="{863ECA95-F615-4913-8A7F-CA47644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278" y="725240"/>
            <a:ext cx="251573" cy="97810"/>
          </a:xfrm>
          <a:custGeom xmlns:a="http://schemas.openxmlformats.org/drawingml/2006/main">
            <a:pathLst>
              <a:path w="251573" h="97810">
                <a:moveTo>
                  <a:pt x="57398" y="97810"/>
                </a:moveTo>
                <a:lnTo>
                  <a:pt x="0" y="97810"/>
                </a:lnTo>
                <a:lnTo>
                  <a:pt x="0" y="0"/>
                </a:lnTo>
                <a:lnTo>
                  <a:pt x="20838" y="0"/>
                </a:lnTo>
                <a:lnTo>
                  <a:pt x="20838" y="80761"/>
                </a:lnTo>
                <a:lnTo>
                  <a:pt x="57398" y="80761"/>
                </a:lnTo>
                <a:lnTo>
                  <a:pt x="57398" y="97810"/>
                </a:lnTo>
                <a:close/>
                <a:moveTo>
                  <a:pt x="128123" y="97810"/>
                </a:moveTo>
                <a:lnTo>
                  <a:pt x="70725" y="97810"/>
                </a:lnTo>
                <a:lnTo>
                  <a:pt x="70725" y="0"/>
                </a:lnTo>
                <a:lnTo>
                  <a:pt x="91562" y="0"/>
                </a:lnTo>
                <a:lnTo>
                  <a:pt x="91562" y="80761"/>
                </a:lnTo>
                <a:lnTo>
                  <a:pt x="128123" y="80761"/>
                </a:lnTo>
                <a:lnTo>
                  <a:pt x="128123" y="97810"/>
                </a:lnTo>
                <a:close/>
                <a:moveTo>
                  <a:pt x="230988" y="97810"/>
                </a:moveTo>
                <a:lnTo>
                  <a:pt x="230988" y="38455"/>
                </a:lnTo>
                <a:cubicBezTo>
                  <a:pt x="230988" y="32982"/>
                  <a:pt x="231261" y="26100"/>
                  <a:pt x="231809" y="17807"/>
                </a:cubicBezTo>
                <a:lnTo>
                  <a:pt x="231303" y="17807"/>
                </a:lnTo>
                <a:cubicBezTo>
                  <a:pt x="230040" y="24079"/>
                  <a:pt x="229030" y="28267"/>
                  <a:pt x="228272" y="30372"/>
                </a:cubicBezTo>
                <a:lnTo>
                  <a:pt x="204151" y="97810"/>
                </a:lnTo>
                <a:lnTo>
                  <a:pt x="187545" y="97810"/>
                </a:lnTo>
                <a:lnTo>
                  <a:pt x="163108" y="31004"/>
                </a:lnTo>
                <a:cubicBezTo>
                  <a:pt x="162518" y="29404"/>
                  <a:pt x="161487" y="25005"/>
                  <a:pt x="160014" y="17807"/>
                </a:cubicBezTo>
                <a:lnTo>
                  <a:pt x="159445" y="17807"/>
                </a:lnTo>
                <a:cubicBezTo>
                  <a:pt x="159993" y="26015"/>
                  <a:pt x="160266" y="34245"/>
                  <a:pt x="160266" y="42496"/>
                </a:cubicBezTo>
                <a:lnTo>
                  <a:pt x="160266" y="97810"/>
                </a:lnTo>
                <a:lnTo>
                  <a:pt x="141449" y="97810"/>
                </a:lnTo>
                <a:lnTo>
                  <a:pt x="141449" y="0"/>
                </a:lnTo>
                <a:lnTo>
                  <a:pt x="171759" y="0"/>
                </a:lnTo>
                <a:lnTo>
                  <a:pt x="192849" y="59103"/>
                </a:lnTo>
                <a:cubicBezTo>
                  <a:pt x="194617" y="63986"/>
                  <a:pt x="195816" y="68574"/>
                  <a:pt x="196448" y="72868"/>
                </a:cubicBezTo>
                <a:lnTo>
                  <a:pt x="196890" y="72868"/>
                </a:lnTo>
                <a:cubicBezTo>
                  <a:pt x="198195" y="67522"/>
                  <a:pt x="199542" y="62891"/>
                  <a:pt x="200931" y="58977"/>
                </a:cubicBezTo>
                <a:lnTo>
                  <a:pt x="222084" y="0"/>
                </a:lnTo>
                <a:lnTo>
                  <a:pt x="251573" y="0"/>
                </a:lnTo>
                <a:lnTo>
                  <a:pt x="251573" y="97810"/>
                </a:lnTo>
                <a:lnTo>
                  <a:pt x="230988" y="97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1833D-41FD-4D11-B6D6-8BD1394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686" y="691669"/>
            <a:ext cx="779546" cy="101030"/>
          </a:xfrm>
          <a:custGeom xmlns:a="http://schemas.openxmlformats.org/drawingml/2006/main">
            <a:pathLst>
              <a:path w="779546" h="101030">
                <a:moveTo>
                  <a:pt x="0" y="40411"/>
                </a:moveTo>
                <a:lnTo>
                  <a:pt x="0" y="60617"/>
                </a:lnTo>
                <a:lnTo>
                  <a:pt x="678515" y="60618"/>
                </a:lnTo>
                <a:lnTo>
                  <a:pt x="678515" y="101030"/>
                </a:lnTo>
                <a:lnTo>
                  <a:pt x="779546" y="50515"/>
                </a:lnTo>
                <a:lnTo>
                  <a:pt x="678515" y="0"/>
                </a:lnTo>
                <a:lnTo>
                  <a:pt x="678515" y="40412"/>
                </a:lnTo>
                <a:lnTo>
                  <a:pt x="0" y="40411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397A9-F39C-491A-953B-35C4658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816" y="1186049"/>
            <a:ext cx="101030" cy="563867"/>
          </a:xfrm>
          <a:custGeom xmlns:a="http://schemas.openxmlformats.org/drawingml/2006/main">
            <a:pathLst>
              <a:path w="101030" h="563867">
                <a:moveTo>
                  <a:pt x="101030" y="101030"/>
                </a:moveTo>
                <a:lnTo>
                  <a:pt x="50515" y="0"/>
                </a:lnTo>
                <a:lnTo>
                  <a:pt x="0" y="101030"/>
                </a:lnTo>
                <a:lnTo>
                  <a:pt x="40412" y="101030"/>
                </a:lnTo>
                <a:lnTo>
                  <a:pt x="40412" y="563867"/>
                </a:lnTo>
                <a:lnTo>
                  <a:pt x="60618" y="563867"/>
                </a:lnTo>
                <a:lnTo>
                  <a:pt x="60618" y="101030"/>
                </a:lnTo>
                <a:lnTo>
                  <a:pt x="101030" y="101030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D4727-B943-4700-BDE0-671EBFE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560" y="742849"/>
            <a:ext cx="513029" cy="101026"/>
          </a:xfrm>
          <a:custGeom xmlns:a="http://schemas.openxmlformats.org/drawingml/2006/main">
            <a:pathLst>
              <a:path w="513029" h="101026">
                <a:moveTo>
                  <a:pt x="412441" y="101026"/>
                </a:moveTo>
                <a:lnTo>
                  <a:pt x="513029" y="49636"/>
                </a:lnTo>
                <a:lnTo>
                  <a:pt x="411563" y="0"/>
                </a:lnTo>
                <a:lnTo>
                  <a:pt x="411915" y="40410"/>
                </a:lnTo>
                <a:lnTo>
                  <a:pt x="0" y="43988"/>
                </a:lnTo>
                <a:lnTo>
                  <a:pt x="176" y="64193"/>
                </a:lnTo>
                <a:lnTo>
                  <a:pt x="412090" y="60616"/>
                </a:lnTo>
                <a:lnTo>
                  <a:pt x="412441" y="101026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32a017a9246c8"/>
          <a:stretch xmlns:a="http://schemas.openxmlformats.org/drawingml/2006/main"/>
        </p:blipFill>
        <p:spPr>
          <a:xfrm xmlns:a="http://schemas.openxmlformats.org/drawingml/2006/main">
            <a:off x="6475310" y="285730"/>
            <a:ext cx="1491695" cy="971832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4AD19-1DF2-469D-895A-A8C0413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517" y="310730"/>
            <a:ext cx="1408202" cy="887780"/>
          </a:xfrm>
          <a:custGeom xmlns:a="http://schemas.openxmlformats.org/drawingml/2006/main">
            <a:pathLst>
              <a:path w="1408202" h="887780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8" y="0"/>
                </a:lnTo>
                <a:cubicBezTo>
                  <a:pt x="1379704" y="0"/>
                  <a:pt x="1408202" y="28499"/>
                  <a:pt x="1408202" y="63654"/>
                </a:cubicBezTo>
                <a:lnTo>
                  <a:pt x="1408202" y="824126"/>
                </a:lnTo>
                <a:cubicBezTo>
                  <a:pt x="1408202" y="859280"/>
                  <a:pt x="1379704" y="887780"/>
                  <a:pt x="1344548" y="887780"/>
                </a:cubicBezTo>
                <a:lnTo>
                  <a:pt x="63654" y="887780"/>
                </a:lnTo>
                <a:cubicBezTo>
                  <a:pt x="28499" y="887780"/>
                  <a:pt x="0" y="859280"/>
                  <a:pt x="0" y="824126"/>
                </a:cubicBezTo>
                <a:lnTo>
                  <a:pt x="0" y="63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F9974-8FD8-408C-A25D-57DBF73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517" y="310730"/>
            <a:ext cx="1408203" cy="887779"/>
          </a:xfrm>
          <a:custGeom xmlns:a="http://schemas.openxmlformats.org/drawingml/2006/main">
            <a:pathLst>
              <a:path w="1408203" h="887779" fill="none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9" y="0"/>
                </a:lnTo>
                <a:cubicBezTo>
                  <a:pt x="1379704" y="0"/>
                  <a:pt x="1408203" y="28499"/>
                  <a:pt x="1408203" y="63654"/>
                </a:cubicBezTo>
                <a:lnTo>
                  <a:pt x="1408203" y="824125"/>
                </a:lnTo>
                <a:cubicBezTo>
                  <a:pt x="1408203" y="859280"/>
                  <a:pt x="1379704" y="887779"/>
                  <a:pt x="1344549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92" name="Text PlausibilityCheck">
            <a:extLst xmlns:a="http://schemas.openxmlformats.org/drawingml/2006/main">
              <a:ext uri="{FF2B5EF4-FFF2-40B4-BE49-F238E27FC236}">
                <a16:creationId xmlns:a16="http://schemas.microsoft.com/office/drawing/2014/main" id="{CBE1F54D-04C6-4BF4-A9E5-20876F8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629" y="389920"/>
            <a:ext cx="1131960" cy="136139"/>
          </a:xfrm>
          <a:custGeom xmlns:a="http://schemas.openxmlformats.org/drawingml/2006/main">
            <a:pathLst>
              <a:path w="1131960" h="136139">
                <a:moveTo>
                  <a:pt x="20838" y="69269"/>
                </a:moveTo>
                <a:lnTo>
                  <a:pt x="20838" y="103367"/>
                </a:lnTo>
                <a:lnTo>
                  <a:pt x="0" y="103367"/>
                </a:lnTo>
                <a:lnTo>
                  <a:pt x="0" y="5557"/>
                </a:lnTo>
                <a:lnTo>
                  <a:pt x="33656" y="5557"/>
                </a:lnTo>
                <a:cubicBezTo>
                  <a:pt x="57987" y="5557"/>
                  <a:pt x="70153" y="15870"/>
                  <a:pt x="70153" y="36497"/>
                </a:cubicBezTo>
                <a:cubicBezTo>
                  <a:pt x="70153" y="46516"/>
                  <a:pt x="66480" y="54546"/>
                  <a:pt x="59134" y="60587"/>
                </a:cubicBezTo>
                <a:cubicBezTo>
                  <a:pt x="51789" y="66627"/>
                  <a:pt x="42601" y="69522"/>
                  <a:pt x="31572" y="69269"/>
                </a:cubicBezTo>
                <a:lnTo>
                  <a:pt x="20838" y="69269"/>
                </a:lnTo>
                <a:moveTo>
                  <a:pt x="20838" y="21722"/>
                </a:moveTo>
                <a:lnTo>
                  <a:pt x="20838" y="53294"/>
                </a:lnTo>
                <a:lnTo>
                  <a:pt x="29867" y="53294"/>
                </a:lnTo>
                <a:cubicBezTo>
                  <a:pt x="42117" y="53294"/>
                  <a:pt x="48242" y="47968"/>
                  <a:pt x="48242" y="37318"/>
                </a:cubicBezTo>
                <a:cubicBezTo>
                  <a:pt x="48242" y="26920"/>
                  <a:pt x="42180" y="21722"/>
                  <a:pt x="30057" y="21722"/>
                </a:cubicBezTo>
                <a:lnTo>
                  <a:pt x="20838" y="21722"/>
                </a:lnTo>
                <a:close/>
                <a:moveTo>
                  <a:pt x="82536" y="103367"/>
                </a:moveTo>
                <a:lnTo>
                  <a:pt x="82536" y="0"/>
                </a:lnTo>
                <a:lnTo>
                  <a:pt x="102868" y="0"/>
                </a:lnTo>
                <a:lnTo>
                  <a:pt x="102868" y="103367"/>
                </a:lnTo>
                <a:lnTo>
                  <a:pt x="82536" y="103367"/>
                </a:lnTo>
                <a:close/>
                <a:moveTo>
                  <a:pt x="123003" y="37760"/>
                </a:moveTo>
                <a:cubicBezTo>
                  <a:pt x="126160" y="35992"/>
                  <a:pt x="130380" y="34561"/>
                  <a:pt x="135663" y="33466"/>
                </a:cubicBezTo>
                <a:cubicBezTo>
                  <a:pt x="140946" y="32372"/>
                  <a:pt x="145461" y="31825"/>
                  <a:pt x="149208" y="31825"/>
                </a:cubicBezTo>
                <a:cubicBezTo>
                  <a:pt x="168740" y="31825"/>
                  <a:pt x="178506" y="41612"/>
                  <a:pt x="178506" y="61187"/>
                </a:cubicBezTo>
                <a:lnTo>
                  <a:pt x="178506" y="103367"/>
                </a:lnTo>
                <a:lnTo>
                  <a:pt x="159121" y="103367"/>
                </a:lnTo>
                <a:lnTo>
                  <a:pt x="159121" y="93201"/>
                </a:lnTo>
                <a:lnTo>
                  <a:pt x="158869" y="93201"/>
                </a:lnTo>
                <a:cubicBezTo>
                  <a:pt x="154112" y="101115"/>
                  <a:pt x="147145" y="105072"/>
                  <a:pt x="137968" y="105072"/>
                </a:cubicBezTo>
                <a:cubicBezTo>
                  <a:pt x="131359" y="105072"/>
                  <a:pt x="126065" y="103188"/>
                  <a:pt x="122087" y="99420"/>
                </a:cubicBezTo>
                <a:cubicBezTo>
                  <a:pt x="118109" y="95653"/>
                  <a:pt x="116120" y="90528"/>
                  <a:pt x="116120" y="84045"/>
                </a:cubicBezTo>
                <a:cubicBezTo>
                  <a:pt x="116120" y="70658"/>
                  <a:pt x="124097" y="62870"/>
                  <a:pt x="140052" y="60681"/>
                </a:cubicBezTo>
                <a:lnTo>
                  <a:pt x="159248" y="58093"/>
                </a:lnTo>
                <a:cubicBezTo>
                  <a:pt x="159248" y="49968"/>
                  <a:pt x="155017" y="45906"/>
                  <a:pt x="146556" y="45906"/>
                </a:cubicBezTo>
                <a:cubicBezTo>
                  <a:pt x="138221" y="45906"/>
                  <a:pt x="130370" y="48431"/>
                  <a:pt x="123003" y="53483"/>
                </a:cubicBezTo>
                <a:lnTo>
                  <a:pt x="123003" y="37760"/>
                </a:lnTo>
                <a:moveTo>
                  <a:pt x="146050" y="71732"/>
                </a:moveTo>
                <a:cubicBezTo>
                  <a:pt x="138684" y="72700"/>
                  <a:pt x="135000" y="76025"/>
                  <a:pt x="135000" y="81708"/>
                </a:cubicBezTo>
                <a:cubicBezTo>
                  <a:pt x="135000" y="84318"/>
                  <a:pt x="135895" y="86423"/>
                  <a:pt x="137684" y="88023"/>
                </a:cubicBezTo>
                <a:cubicBezTo>
                  <a:pt x="139473" y="89622"/>
                  <a:pt x="141883" y="90422"/>
                  <a:pt x="144914" y="90422"/>
                </a:cubicBezTo>
                <a:cubicBezTo>
                  <a:pt x="149081" y="90422"/>
                  <a:pt x="152512" y="88949"/>
                  <a:pt x="155206" y="86002"/>
                </a:cubicBezTo>
                <a:cubicBezTo>
                  <a:pt x="157900" y="83055"/>
                  <a:pt x="159248" y="79393"/>
                  <a:pt x="159248" y="75015"/>
                </a:cubicBezTo>
                <a:lnTo>
                  <a:pt x="159248" y="70027"/>
                </a:lnTo>
                <a:lnTo>
                  <a:pt x="146050" y="71732"/>
                </a:lnTo>
                <a:close/>
                <a:moveTo>
                  <a:pt x="261374" y="103367"/>
                </a:moveTo>
                <a:lnTo>
                  <a:pt x="241105" y="103367"/>
                </a:lnTo>
                <a:lnTo>
                  <a:pt x="241105" y="92695"/>
                </a:lnTo>
                <a:lnTo>
                  <a:pt x="240789" y="92695"/>
                </a:lnTo>
                <a:cubicBezTo>
                  <a:pt x="235569" y="100946"/>
                  <a:pt x="228434" y="105072"/>
                  <a:pt x="219383" y="105072"/>
                </a:cubicBezTo>
                <a:cubicBezTo>
                  <a:pt x="203134" y="105072"/>
                  <a:pt x="195010" y="95263"/>
                  <a:pt x="195010" y="75647"/>
                </a:cubicBezTo>
                <a:lnTo>
                  <a:pt x="195010" y="33529"/>
                </a:lnTo>
                <a:lnTo>
                  <a:pt x="215405" y="33529"/>
                </a:lnTo>
                <a:lnTo>
                  <a:pt x="215405" y="73752"/>
                </a:lnTo>
                <a:cubicBezTo>
                  <a:pt x="215405" y="84192"/>
                  <a:pt x="219489" y="89412"/>
                  <a:pt x="227655" y="89412"/>
                </a:cubicBezTo>
                <a:cubicBezTo>
                  <a:pt x="231739" y="89412"/>
                  <a:pt x="235001" y="87981"/>
                  <a:pt x="237443" y="85118"/>
                </a:cubicBezTo>
                <a:cubicBezTo>
                  <a:pt x="239884" y="82256"/>
                  <a:pt x="241105" y="78383"/>
                  <a:pt x="241105" y="73500"/>
                </a:cubicBezTo>
                <a:lnTo>
                  <a:pt x="241105" y="33529"/>
                </a:lnTo>
                <a:lnTo>
                  <a:pt x="261374" y="33529"/>
                </a:lnTo>
                <a:lnTo>
                  <a:pt x="261374" y="103367"/>
                </a:lnTo>
                <a:close/>
                <a:moveTo>
                  <a:pt x="278090" y="84613"/>
                </a:moveTo>
                <a:cubicBezTo>
                  <a:pt x="285078" y="88865"/>
                  <a:pt x="291918" y="90991"/>
                  <a:pt x="298612" y="90991"/>
                </a:cubicBezTo>
                <a:cubicBezTo>
                  <a:pt x="307031" y="90991"/>
                  <a:pt x="311240" y="88738"/>
                  <a:pt x="311240" y="84234"/>
                </a:cubicBezTo>
                <a:cubicBezTo>
                  <a:pt x="311240" y="81035"/>
                  <a:pt x="307767" y="78362"/>
                  <a:pt x="300822" y="76215"/>
                </a:cubicBezTo>
                <a:cubicBezTo>
                  <a:pt x="292150" y="73521"/>
                  <a:pt x="286193" y="70521"/>
                  <a:pt x="282952" y="67217"/>
                </a:cubicBezTo>
                <a:cubicBezTo>
                  <a:pt x="279710" y="63912"/>
                  <a:pt x="278090" y="59440"/>
                  <a:pt x="278090" y="53799"/>
                </a:cubicBezTo>
                <a:cubicBezTo>
                  <a:pt x="278090" y="46937"/>
                  <a:pt x="280868" y="41559"/>
                  <a:pt x="286425" y="37665"/>
                </a:cubicBezTo>
                <a:cubicBezTo>
                  <a:pt x="291981" y="33772"/>
                  <a:pt x="299264" y="31825"/>
                  <a:pt x="308273" y="31825"/>
                </a:cubicBezTo>
                <a:cubicBezTo>
                  <a:pt x="314671" y="31825"/>
                  <a:pt x="320838" y="32772"/>
                  <a:pt x="326774" y="34666"/>
                </a:cubicBezTo>
                <a:lnTo>
                  <a:pt x="326774" y="50705"/>
                </a:lnTo>
                <a:cubicBezTo>
                  <a:pt x="321343" y="47505"/>
                  <a:pt x="315366" y="45906"/>
                  <a:pt x="308841" y="45906"/>
                </a:cubicBezTo>
                <a:cubicBezTo>
                  <a:pt x="305599" y="45906"/>
                  <a:pt x="302990" y="46485"/>
                  <a:pt x="301011" y="47642"/>
                </a:cubicBezTo>
                <a:cubicBezTo>
                  <a:pt x="299033" y="48800"/>
                  <a:pt x="298043" y="50326"/>
                  <a:pt x="298043" y="52220"/>
                </a:cubicBezTo>
                <a:cubicBezTo>
                  <a:pt x="298043" y="55419"/>
                  <a:pt x="300990" y="58008"/>
                  <a:pt x="306883" y="59987"/>
                </a:cubicBezTo>
                <a:cubicBezTo>
                  <a:pt x="313198" y="62092"/>
                  <a:pt x="317944" y="64007"/>
                  <a:pt x="321122" y="65733"/>
                </a:cubicBezTo>
                <a:cubicBezTo>
                  <a:pt x="324301" y="67459"/>
                  <a:pt x="326721" y="69732"/>
                  <a:pt x="328384" y="72552"/>
                </a:cubicBezTo>
                <a:cubicBezTo>
                  <a:pt x="330047" y="75373"/>
                  <a:pt x="330878" y="78635"/>
                  <a:pt x="330878" y="82340"/>
                </a:cubicBezTo>
                <a:cubicBezTo>
                  <a:pt x="330878" y="89538"/>
                  <a:pt x="327995" y="95126"/>
                  <a:pt x="322227" y="99105"/>
                </a:cubicBezTo>
                <a:cubicBezTo>
                  <a:pt x="316460" y="103083"/>
                  <a:pt x="308757" y="105072"/>
                  <a:pt x="299117" y="105072"/>
                </a:cubicBezTo>
                <a:cubicBezTo>
                  <a:pt x="291539" y="105072"/>
                  <a:pt x="284530" y="103872"/>
                  <a:pt x="278090" y="101472"/>
                </a:cubicBezTo>
                <a:lnTo>
                  <a:pt x="278090" y="84613"/>
                </a:lnTo>
                <a:close/>
                <a:moveTo>
                  <a:pt x="341753" y="10987"/>
                </a:moveTo>
                <a:cubicBezTo>
                  <a:pt x="341753" y="7872"/>
                  <a:pt x="342858" y="5336"/>
                  <a:pt x="345068" y="3378"/>
                </a:cubicBezTo>
                <a:cubicBezTo>
                  <a:pt x="347279" y="1421"/>
                  <a:pt x="350109" y="442"/>
                  <a:pt x="353561" y="442"/>
                </a:cubicBezTo>
                <a:cubicBezTo>
                  <a:pt x="357097" y="442"/>
                  <a:pt x="359960" y="1442"/>
                  <a:pt x="362149" y="3441"/>
                </a:cubicBezTo>
                <a:cubicBezTo>
                  <a:pt x="364338" y="5441"/>
                  <a:pt x="365432" y="7956"/>
                  <a:pt x="365432" y="10987"/>
                </a:cubicBezTo>
                <a:cubicBezTo>
                  <a:pt x="365432" y="14060"/>
                  <a:pt x="364317" y="16617"/>
                  <a:pt x="362086" y="18659"/>
                </a:cubicBezTo>
                <a:cubicBezTo>
                  <a:pt x="359855" y="20701"/>
                  <a:pt x="357013" y="21722"/>
                  <a:pt x="353561" y="21722"/>
                </a:cubicBezTo>
                <a:cubicBezTo>
                  <a:pt x="350152" y="21722"/>
                  <a:pt x="347331" y="20690"/>
                  <a:pt x="345100" y="18627"/>
                </a:cubicBezTo>
                <a:cubicBezTo>
                  <a:pt x="342869" y="16565"/>
                  <a:pt x="341753" y="14018"/>
                  <a:pt x="341753" y="10987"/>
                </a:cubicBezTo>
                <a:moveTo>
                  <a:pt x="343269" y="103367"/>
                </a:moveTo>
                <a:lnTo>
                  <a:pt x="343269" y="33529"/>
                </a:lnTo>
                <a:lnTo>
                  <a:pt x="363601" y="33529"/>
                </a:lnTo>
                <a:lnTo>
                  <a:pt x="363601" y="103367"/>
                </a:lnTo>
                <a:lnTo>
                  <a:pt x="343269" y="103367"/>
                </a:lnTo>
                <a:close/>
                <a:moveTo>
                  <a:pt x="402427" y="94969"/>
                </a:moveTo>
                <a:lnTo>
                  <a:pt x="402427" y="103367"/>
                </a:lnTo>
                <a:lnTo>
                  <a:pt x="382031" y="103367"/>
                </a:lnTo>
                <a:lnTo>
                  <a:pt x="382031" y="0"/>
                </a:lnTo>
                <a:lnTo>
                  <a:pt x="402427" y="0"/>
                </a:lnTo>
                <a:lnTo>
                  <a:pt x="402427" y="44201"/>
                </a:lnTo>
                <a:lnTo>
                  <a:pt x="402679" y="44201"/>
                </a:lnTo>
                <a:cubicBezTo>
                  <a:pt x="408025" y="35950"/>
                  <a:pt x="415645" y="31825"/>
                  <a:pt x="425537" y="31825"/>
                </a:cubicBezTo>
                <a:cubicBezTo>
                  <a:pt x="434335" y="31825"/>
                  <a:pt x="441229" y="34898"/>
                  <a:pt x="446217" y="41044"/>
                </a:cubicBezTo>
                <a:cubicBezTo>
                  <a:pt x="451205" y="47190"/>
                  <a:pt x="453700" y="55672"/>
                  <a:pt x="453700" y="66491"/>
                </a:cubicBezTo>
                <a:cubicBezTo>
                  <a:pt x="453700" y="78067"/>
                  <a:pt x="450837" y="87391"/>
                  <a:pt x="445112" y="94463"/>
                </a:cubicBezTo>
                <a:cubicBezTo>
                  <a:pt x="439387" y="101536"/>
                  <a:pt x="431789" y="105072"/>
                  <a:pt x="422317" y="105072"/>
                </a:cubicBezTo>
                <a:cubicBezTo>
                  <a:pt x="413645" y="105072"/>
                  <a:pt x="407099" y="101704"/>
                  <a:pt x="402679" y="94969"/>
                </a:cubicBezTo>
                <a:lnTo>
                  <a:pt x="402427" y="94969"/>
                </a:lnTo>
                <a:moveTo>
                  <a:pt x="402111" y="73184"/>
                </a:moveTo>
                <a:cubicBezTo>
                  <a:pt x="402111" y="77772"/>
                  <a:pt x="403479" y="81624"/>
                  <a:pt x="406215" y="84739"/>
                </a:cubicBezTo>
                <a:cubicBezTo>
                  <a:pt x="408952" y="87854"/>
                  <a:pt x="412424" y="89412"/>
                  <a:pt x="416634" y="89412"/>
                </a:cubicBezTo>
                <a:cubicBezTo>
                  <a:pt x="421728" y="89412"/>
                  <a:pt x="425695" y="87433"/>
                  <a:pt x="428537" y="83476"/>
                </a:cubicBezTo>
                <a:cubicBezTo>
                  <a:pt x="431378" y="79519"/>
                  <a:pt x="432799" y="73921"/>
                  <a:pt x="432799" y="66680"/>
                </a:cubicBezTo>
                <a:cubicBezTo>
                  <a:pt x="432799" y="60660"/>
                  <a:pt x="431504" y="55956"/>
                  <a:pt x="428916" y="52567"/>
                </a:cubicBezTo>
                <a:cubicBezTo>
                  <a:pt x="426327" y="49179"/>
                  <a:pt x="422633" y="47484"/>
                  <a:pt x="417834" y="47484"/>
                </a:cubicBezTo>
                <a:cubicBezTo>
                  <a:pt x="413287" y="47484"/>
                  <a:pt x="409530" y="49189"/>
                  <a:pt x="406563" y="52599"/>
                </a:cubicBezTo>
                <a:cubicBezTo>
                  <a:pt x="403595" y="56009"/>
                  <a:pt x="402111" y="60387"/>
                  <a:pt x="402111" y="65733"/>
                </a:cubicBezTo>
                <a:lnTo>
                  <a:pt x="402111" y="73184"/>
                </a:lnTo>
                <a:close/>
                <a:moveTo>
                  <a:pt x="466106" y="10987"/>
                </a:moveTo>
                <a:cubicBezTo>
                  <a:pt x="466106" y="7872"/>
                  <a:pt x="467211" y="5336"/>
                  <a:pt x="469421" y="3378"/>
                </a:cubicBezTo>
                <a:cubicBezTo>
                  <a:pt x="471631" y="1421"/>
                  <a:pt x="474462" y="442"/>
                  <a:pt x="477914" y="442"/>
                </a:cubicBezTo>
                <a:cubicBezTo>
                  <a:pt x="481450" y="442"/>
                  <a:pt x="484313" y="1442"/>
                  <a:pt x="486502" y="3441"/>
                </a:cubicBezTo>
                <a:cubicBezTo>
                  <a:pt x="488691" y="5441"/>
                  <a:pt x="489785" y="7956"/>
                  <a:pt x="489785" y="10987"/>
                </a:cubicBezTo>
                <a:cubicBezTo>
                  <a:pt x="489785" y="14060"/>
                  <a:pt x="488670" y="16617"/>
                  <a:pt x="486438" y="18659"/>
                </a:cubicBezTo>
                <a:cubicBezTo>
                  <a:pt x="484207" y="20701"/>
                  <a:pt x="481366" y="21722"/>
                  <a:pt x="477914" y="21722"/>
                </a:cubicBezTo>
                <a:cubicBezTo>
                  <a:pt x="474504" y="21722"/>
                  <a:pt x="471684" y="20690"/>
                  <a:pt x="469453" y="18627"/>
                </a:cubicBezTo>
                <a:cubicBezTo>
                  <a:pt x="467222" y="16565"/>
                  <a:pt x="466106" y="14018"/>
                  <a:pt x="466106" y="10987"/>
                </a:cubicBezTo>
                <a:moveTo>
                  <a:pt x="467622" y="103367"/>
                </a:moveTo>
                <a:lnTo>
                  <a:pt x="467622" y="33529"/>
                </a:lnTo>
                <a:lnTo>
                  <a:pt x="487954" y="33529"/>
                </a:lnTo>
                <a:lnTo>
                  <a:pt x="487954" y="103367"/>
                </a:lnTo>
                <a:lnTo>
                  <a:pt x="467622" y="103367"/>
                </a:lnTo>
                <a:close/>
                <a:moveTo>
                  <a:pt x="506068" y="103367"/>
                </a:moveTo>
                <a:lnTo>
                  <a:pt x="506068" y="0"/>
                </a:lnTo>
                <a:lnTo>
                  <a:pt x="526401" y="0"/>
                </a:lnTo>
                <a:lnTo>
                  <a:pt x="526401" y="103367"/>
                </a:lnTo>
                <a:lnTo>
                  <a:pt x="506068" y="103367"/>
                </a:lnTo>
                <a:close/>
                <a:moveTo>
                  <a:pt x="543000" y="10987"/>
                </a:moveTo>
                <a:cubicBezTo>
                  <a:pt x="543000" y="7872"/>
                  <a:pt x="544105" y="5336"/>
                  <a:pt x="546315" y="3378"/>
                </a:cubicBezTo>
                <a:cubicBezTo>
                  <a:pt x="548525" y="1421"/>
                  <a:pt x="551356" y="442"/>
                  <a:pt x="554808" y="442"/>
                </a:cubicBezTo>
                <a:cubicBezTo>
                  <a:pt x="558344" y="442"/>
                  <a:pt x="561206" y="1442"/>
                  <a:pt x="563395" y="3441"/>
                </a:cubicBezTo>
                <a:cubicBezTo>
                  <a:pt x="565584" y="5441"/>
                  <a:pt x="566679" y="7956"/>
                  <a:pt x="566679" y="10987"/>
                </a:cubicBezTo>
                <a:cubicBezTo>
                  <a:pt x="566679" y="14060"/>
                  <a:pt x="565563" y="16617"/>
                  <a:pt x="563332" y="18659"/>
                </a:cubicBezTo>
                <a:cubicBezTo>
                  <a:pt x="561101" y="20701"/>
                  <a:pt x="558260" y="21722"/>
                  <a:pt x="554808" y="21722"/>
                </a:cubicBezTo>
                <a:cubicBezTo>
                  <a:pt x="551398" y="21722"/>
                  <a:pt x="548577" y="20690"/>
                  <a:pt x="546346" y="18627"/>
                </a:cubicBezTo>
                <a:cubicBezTo>
                  <a:pt x="544115" y="16565"/>
                  <a:pt x="543000" y="14018"/>
                  <a:pt x="543000" y="10987"/>
                </a:cubicBezTo>
                <a:moveTo>
                  <a:pt x="544515" y="103367"/>
                </a:moveTo>
                <a:lnTo>
                  <a:pt x="544515" y="33529"/>
                </a:lnTo>
                <a:lnTo>
                  <a:pt x="564848" y="33529"/>
                </a:lnTo>
                <a:lnTo>
                  <a:pt x="564848" y="103367"/>
                </a:lnTo>
                <a:lnTo>
                  <a:pt x="544515" y="103367"/>
                </a:lnTo>
                <a:close/>
                <a:moveTo>
                  <a:pt x="624384" y="102546"/>
                </a:moveTo>
                <a:cubicBezTo>
                  <a:pt x="621311" y="104230"/>
                  <a:pt x="616660" y="105072"/>
                  <a:pt x="610429" y="105072"/>
                </a:cubicBezTo>
                <a:cubicBezTo>
                  <a:pt x="595612" y="105072"/>
                  <a:pt x="588203" y="97284"/>
                  <a:pt x="588203" y="81708"/>
                </a:cubicBezTo>
                <a:lnTo>
                  <a:pt x="588203" y="48747"/>
                </a:lnTo>
                <a:lnTo>
                  <a:pt x="576710" y="48747"/>
                </a:lnTo>
                <a:lnTo>
                  <a:pt x="576710" y="33529"/>
                </a:lnTo>
                <a:lnTo>
                  <a:pt x="588203" y="33529"/>
                </a:lnTo>
                <a:lnTo>
                  <a:pt x="588203" y="18185"/>
                </a:lnTo>
                <a:lnTo>
                  <a:pt x="608472" y="12376"/>
                </a:lnTo>
                <a:lnTo>
                  <a:pt x="608472" y="33529"/>
                </a:lnTo>
                <a:lnTo>
                  <a:pt x="624384" y="33529"/>
                </a:lnTo>
                <a:lnTo>
                  <a:pt x="624384" y="48747"/>
                </a:lnTo>
                <a:lnTo>
                  <a:pt x="608472" y="48747"/>
                </a:lnTo>
                <a:lnTo>
                  <a:pt x="608472" y="78172"/>
                </a:lnTo>
                <a:cubicBezTo>
                  <a:pt x="608472" y="85623"/>
                  <a:pt x="611419" y="89349"/>
                  <a:pt x="617312" y="89349"/>
                </a:cubicBezTo>
                <a:cubicBezTo>
                  <a:pt x="619585" y="89349"/>
                  <a:pt x="621943" y="88675"/>
                  <a:pt x="624384" y="87328"/>
                </a:cubicBezTo>
                <a:lnTo>
                  <a:pt x="624384" y="102546"/>
                </a:lnTo>
                <a:close/>
                <a:moveTo>
                  <a:pt x="702145" y="33529"/>
                </a:moveTo>
                <a:lnTo>
                  <a:pt x="673351" y="109618"/>
                </a:lnTo>
                <a:cubicBezTo>
                  <a:pt x="666658" y="127298"/>
                  <a:pt x="656639" y="136139"/>
                  <a:pt x="643295" y="136139"/>
                </a:cubicBezTo>
                <a:cubicBezTo>
                  <a:pt x="638033" y="136139"/>
                  <a:pt x="633949" y="135591"/>
                  <a:pt x="631045" y="134497"/>
                </a:cubicBezTo>
                <a:lnTo>
                  <a:pt x="631045" y="118142"/>
                </a:lnTo>
                <a:cubicBezTo>
                  <a:pt x="633781" y="119700"/>
                  <a:pt x="636791" y="120479"/>
                  <a:pt x="640074" y="120479"/>
                </a:cubicBezTo>
                <a:cubicBezTo>
                  <a:pt x="645631" y="120479"/>
                  <a:pt x="649546" y="117785"/>
                  <a:pt x="651819" y="112396"/>
                </a:cubicBezTo>
                <a:lnTo>
                  <a:pt x="655671" y="103241"/>
                </a:lnTo>
                <a:lnTo>
                  <a:pt x="627446" y="33529"/>
                </a:lnTo>
                <a:lnTo>
                  <a:pt x="650051" y="33529"/>
                </a:lnTo>
                <a:lnTo>
                  <a:pt x="663690" y="77288"/>
                </a:lnTo>
                <a:cubicBezTo>
                  <a:pt x="664532" y="79940"/>
                  <a:pt x="665143" y="82908"/>
                  <a:pt x="665521" y="86192"/>
                </a:cubicBezTo>
                <a:lnTo>
                  <a:pt x="665900" y="86192"/>
                </a:lnTo>
                <a:cubicBezTo>
                  <a:pt x="666195" y="83961"/>
                  <a:pt x="666890" y="81035"/>
                  <a:pt x="667984" y="77415"/>
                </a:cubicBezTo>
                <a:lnTo>
                  <a:pt x="681939" y="33529"/>
                </a:lnTo>
                <a:lnTo>
                  <a:pt x="702145" y="33529"/>
                </a:lnTo>
                <a:close/>
                <a:moveTo>
                  <a:pt x="821881" y="99831"/>
                </a:moveTo>
                <a:cubicBezTo>
                  <a:pt x="814767" y="103325"/>
                  <a:pt x="805484" y="105072"/>
                  <a:pt x="794034" y="105072"/>
                </a:cubicBezTo>
                <a:cubicBezTo>
                  <a:pt x="779301" y="105072"/>
                  <a:pt x="767608" y="100662"/>
                  <a:pt x="758958" y="91843"/>
                </a:cubicBezTo>
                <a:cubicBezTo>
                  <a:pt x="750307" y="83024"/>
                  <a:pt x="745982" y="71269"/>
                  <a:pt x="745982" y="56577"/>
                </a:cubicBezTo>
                <a:cubicBezTo>
                  <a:pt x="745982" y="41128"/>
                  <a:pt x="750812" y="28488"/>
                  <a:pt x="760473" y="18659"/>
                </a:cubicBezTo>
                <a:cubicBezTo>
                  <a:pt x="770134" y="8830"/>
                  <a:pt x="782605" y="3915"/>
                  <a:pt x="797886" y="3915"/>
                </a:cubicBezTo>
                <a:cubicBezTo>
                  <a:pt x="807442" y="3915"/>
                  <a:pt x="815440" y="5157"/>
                  <a:pt x="821881" y="7640"/>
                </a:cubicBezTo>
                <a:lnTo>
                  <a:pt x="821881" y="27783"/>
                </a:lnTo>
                <a:cubicBezTo>
                  <a:pt x="815272" y="23911"/>
                  <a:pt x="807779" y="21974"/>
                  <a:pt x="799401" y="21974"/>
                </a:cubicBezTo>
                <a:cubicBezTo>
                  <a:pt x="789846" y="21974"/>
                  <a:pt x="782205" y="25026"/>
                  <a:pt x="776480" y="31130"/>
                </a:cubicBezTo>
                <a:cubicBezTo>
                  <a:pt x="770755" y="37234"/>
                  <a:pt x="767893" y="45211"/>
                  <a:pt x="767893" y="55062"/>
                </a:cubicBezTo>
                <a:cubicBezTo>
                  <a:pt x="767893" y="64659"/>
                  <a:pt x="770608" y="72384"/>
                  <a:pt x="776038" y="78235"/>
                </a:cubicBezTo>
                <a:cubicBezTo>
                  <a:pt x="781469" y="84087"/>
                  <a:pt x="788814" y="87012"/>
                  <a:pt x="798075" y="87012"/>
                </a:cubicBezTo>
                <a:cubicBezTo>
                  <a:pt x="806789" y="87012"/>
                  <a:pt x="814724" y="84908"/>
                  <a:pt x="821881" y="80698"/>
                </a:cubicBezTo>
                <a:lnTo>
                  <a:pt x="821881" y="99831"/>
                </a:lnTo>
                <a:close/>
                <a:moveTo>
                  <a:pt x="903013" y="103367"/>
                </a:moveTo>
                <a:lnTo>
                  <a:pt x="882681" y="103367"/>
                </a:lnTo>
                <a:lnTo>
                  <a:pt x="882681" y="63586"/>
                </a:lnTo>
                <a:cubicBezTo>
                  <a:pt x="882681" y="52852"/>
                  <a:pt x="878766" y="47484"/>
                  <a:pt x="870936" y="47484"/>
                </a:cubicBezTo>
                <a:cubicBezTo>
                  <a:pt x="867021" y="47484"/>
                  <a:pt x="863790" y="48979"/>
                  <a:pt x="861243" y="51968"/>
                </a:cubicBezTo>
                <a:cubicBezTo>
                  <a:pt x="858697" y="54956"/>
                  <a:pt x="857423" y="58829"/>
                  <a:pt x="857423" y="63586"/>
                </a:cubicBezTo>
                <a:lnTo>
                  <a:pt x="857423" y="103367"/>
                </a:lnTo>
                <a:lnTo>
                  <a:pt x="837028" y="103367"/>
                </a:lnTo>
                <a:lnTo>
                  <a:pt x="837028" y="0"/>
                </a:lnTo>
                <a:lnTo>
                  <a:pt x="857423" y="0"/>
                </a:lnTo>
                <a:lnTo>
                  <a:pt x="857423" y="44011"/>
                </a:lnTo>
                <a:lnTo>
                  <a:pt x="857676" y="44011"/>
                </a:lnTo>
                <a:cubicBezTo>
                  <a:pt x="863022" y="35887"/>
                  <a:pt x="870220" y="31825"/>
                  <a:pt x="879271" y="31825"/>
                </a:cubicBezTo>
                <a:cubicBezTo>
                  <a:pt x="895099" y="31825"/>
                  <a:pt x="903013" y="41380"/>
                  <a:pt x="903013" y="60492"/>
                </a:cubicBezTo>
                <a:lnTo>
                  <a:pt x="903013" y="103367"/>
                </a:lnTo>
                <a:close/>
                <a:moveTo>
                  <a:pt x="982872" y="74194"/>
                </a:moveTo>
                <a:lnTo>
                  <a:pt x="936903" y="74194"/>
                </a:lnTo>
                <a:cubicBezTo>
                  <a:pt x="937619" y="85013"/>
                  <a:pt x="944144" y="90422"/>
                  <a:pt x="956478" y="90422"/>
                </a:cubicBezTo>
                <a:cubicBezTo>
                  <a:pt x="964181" y="90422"/>
                  <a:pt x="970980" y="88528"/>
                  <a:pt x="976873" y="84739"/>
                </a:cubicBezTo>
                <a:lnTo>
                  <a:pt x="976873" y="99704"/>
                </a:lnTo>
                <a:cubicBezTo>
                  <a:pt x="970517" y="103283"/>
                  <a:pt x="962182" y="105072"/>
                  <a:pt x="951868" y="105072"/>
                </a:cubicBezTo>
                <a:cubicBezTo>
                  <a:pt x="940755" y="105072"/>
                  <a:pt x="932115" y="101936"/>
                  <a:pt x="925948" y="95663"/>
                </a:cubicBezTo>
                <a:cubicBezTo>
                  <a:pt x="919780" y="89391"/>
                  <a:pt x="916697" y="80656"/>
                  <a:pt x="916697" y="69458"/>
                </a:cubicBezTo>
                <a:cubicBezTo>
                  <a:pt x="916697" y="58303"/>
                  <a:pt x="919980" y="49242"/>
                  <a:pt x="926547" y="42275"/>
                </a:cubicBezTo>
                <a:cubicBezTo>
                  <a:pt x="933114" y="35308"/>
                  <a:pt x="941365" y="31825"/>
                  <a:pt x="951300" y="31825"/>
                </a:cubicBezTo>
                <a:cubicBezTo>
                  <a:pt x="961192" y="31825"/>
                  <a:pt x="968928" y="34824"/>
                  <a:pt x="974505" y="40823"/>
                </a:cubicBezTo>
                <a:cubicBezTo>
                  <a:pt x="980083" y="46821"/>
                  <a:pt x="982872" y="55062"/>
                  <a:pt x="982872" y="65544"/>
                </a:cubicBezTo>
                <a:lnTo>
                  <a:pt x="982872" y="74194"/>
                </a:lnTo>
                <a:moveTo>
                  <a:pt x="963866" y="61439"/>
                </a:moveTo>
                <a:cubicBezTo>
                  <a:pt x="963866" y="50999"/>
                  <a:pt x="959635" y="45779"/>
                  <a:pt x="951174" y="45779"/>
                </a:cubicBezTo>
                <a:cubicBezTo>
                  <a:pt x="947680" y="45779"/>
                  <a:pt x="944586" y="47211"/>
                  <a:pt x="941891" y="50073"/>
                </a:cubicBezTo>
                <a:cubicBezTo>
                  <a:pt x="939197" y="52936"/>
                  <a:pt x="937513" y="56724"/>
                  <a:pt x="936840" y="61439"/>
                </a:cubicBezTo>
                <a:lnTo>
                  <a:pt x="963866" y="61439"/>
                </a:lnTo>
                <a:close/>
                <a:moveTo>
                  <a:pt x="1049031" y="100778"/>
                </a:moveTo>
                <a:cubicBezTo>
                  <a:pt x="1044148" y="103640"/>
                  <a:pt x="1037202" y="105072"/>
                  <a:pt x="1028194" y="105072"/>
                </a:cubicBezTo>
                <a:cubicBezTo>
                  <a:pt x="1017544" y="105072"/>
                  <a:pt x="1008935" y="101830"/>
                  <a:pt x="1002368" y="95347"/>
                </a:cubicBezTo>
                <a:cubicBezTo>
                  <a:pt x="995801" y="88865"/>
                  <a:pt x="992518" y="80467"/>
                  <a:pt x="992518" y="70153"/>
                </a:cubicBezTo>
                <a:cubicBezTo>
                  <a:pt x="992518" y="58282"/>
                  <a:pt x="996054" y="48926"/>
                  <a:pt x="1003126" y="42086"/>
                </a:cubicBezTo>
                <a:cubicBezTo>
                  <a:pt x="1010198" y="35245"/>
                  <a:pt x="1019627" y="31825"/>
                  <a:pt x="1031414" y="31825"/>
                </a:cubicBezTo>
                <a:cubicBezTo>
                  <a:pt x="1039370" y="31825"/>
                  <a:pt x="1045264" y="32919"/>
                  <a:pt x="1049095" y="35108"/>
                </a:cubicBezTo>
                <a:lnTo>
                  <a:pt x="1049095" y="52599"/>
                </a:lnTo>
                <a:cubicBezTo>
                  <a:pt x="1044422" y="49189"/>
                  <a:pt x="1039328" y="47484"/>
                  <a:pt x="1033814" y="47484"/>
                </a:cubicBezTo>
                <a:cubicBezTo>
                  <a:pt x="1027584" y="47484"/>
                  <a:pt x="1022585" y="49379"/>
                  <a:pt x="1018817" y="53167"/>
                </a:cubicBezTo>
                <a:cubicBezTo>
                  <a:pt x="1015049" y="56956"/>
                  <a:pt x="1013166" y="62155"/>
                  <a:pt x="1013166" y="68764"/>
                </a:cubicBezTo>
                <a:cubicBezTo>
                  <a:pt x="1013166" y="75162"/>
                  <a:pt x="1014955" y="80203"/>
                  <a:pt x="1018533" y="83887"/>
                </a:cubicBezTo>
                <a:cubicBezTo>
                  <a:pt x="1022111" y="87570"/>
                  <a:pt x="1026973" y="89412"/>
                  <a:pt x="1033119" y="89412"/>
                </a:cubicBezTo>
                <a:cubicBezTo>
                  <a:pt x="1038550" y="89412"/>
                  <a:pt x="1043854" y="87686"/>
                  <a:pt x="1049031" y="84234"/>
                </a:cubicBezTo>
                <a:lnTo>
                  <a:pt x="1049031" y="100778"/>
                </a:lnTo>
                <a:close/>
                <a:moveTo>
                  <a:pt x="1131960" y="103367"/>
                </a:moveTo>
                <a:lnTo>
                  <a:pt x="1107207" y="103367"/>
                </a:lnTo>
                <a:lnTo>
                  <a:pt x="1083970" y="68827"/>
                </a:lnTo>
                <a:lnTo>
                  <a:pt x="1083718" y="68827"/>
                </a:lnTo>
                <a:lnTo>
                  <a:pt x="1083718" y="103367"/>
                </a:lnTo>
                <a:lnTo>
                  <a:pt x="1063322" y="103367"/>
                </a:lnTo>
                <a:lnTo>
                  <a:pt x="1063322" y="0"/>
                </a:lnTo>
                <a:lnTo>
                  <a:pt x="1083718" y="0"/>
                </a:lnTo>
                <a:lnTo>
                  <a:pt x="1083718" y="65796"/>
                </a:lnTo>
                <a:lnTo>
                  <a:pt x="1083970" y="65796"/>
                </a:lnTo>
                <a:lnTo>
                  <a:pt x="1105755" y="33529"/>
                </a:lnTo>
                <a:lnTo>
                  <a:pt x="1130066" y="33529"/>
                </a:lnTo>
                <a:lnTo>
                  <a:pt x="1104176" y="66491"/>
                </a:lnTo>
                <a:lnTo>
                  <a:pt x="1131960" y="1033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44AE50D7-E69B-4414-BB75-3A571303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015" y="753102"/>
            <a:ext cx="614777" cy="104630"/>
          </a:xfrm>
          <a:custGeom xmlns:a="http://schemas.openxmlformats.org/drawingml/2006/main">
            <a:pathLst>
              <a:path w="614777" h="104630">
                <a:moveTo>
                  <a:pt x="57903" y="102925"/>
                </a:moveTo>
                <a:lnTo>
                  <a:pt x="0" y="102925"/>
                </a:lnTo>
                <a:lnTo>
                  <a:pt x="0" y="5115"/>
                </a:lnTo>
                <a:lnTo>
                  <a:pt x="55630" y="5115"/>
                </a:lnTo>
                <a:lnTo>
                  <a:pt x="55630" y="22164"/>
                </a:lnTo>
                <a:lnTo>
                  <a:pt x="20838" y="22164"/>
                </a:lnTo>
                <a:lnTo>
                  <a:pt x="20838" y="45211"/>
                </a:lnTo>
                <a:lnTo>
                  <a:pt x="53167" y="45211"/>
                </a:lnTo>
                <a:lnTo>
                  <a:pt x="53167" y="62197"/>
                </a:lnTo>
                <a:lnTo>
                  <a:pt x="20838" y="62197"/>
                </a:lnTo>
                <a:lnTo>
                  <a:pt x="20838" y="85876"/>
                </a:lnTo>
                <a:lnTo>
                  <a:pt x="57903" y="85876"/>
                </a:lnTo>
                <a:lnTo>
                  <a:pt x="57903" y="102925"/>
                </a:lnTo>
                <a:close/>
                <a:moveTo>
                  <a:pt x="137337" y="33087"/>
                </a:moveTo>
                <a:lnTo>
                  <a:pt x="114226" y="67122"/>
                </a:lnTo>
                <a:lnTo>
                  <a:pt x="137147" y="102925"/>
                </a:lnTo>
                <a:lnTo>
                  <a:pt x="113595" y="102925"/>
                </a:lnTo>
                <a:lnTo>
                  <a:pt x="103176" y="83666"/>
                </a:lnTo>
                <a:cubicBezTo>
                  <a:pt x="101745" y="81014"/>
                  <a:pt x="100755" y="78930"/>
                  <a:pt x="100208" y="77415"/>
                </a:cubicBezTo>
                <a:lnTo>
                  <a:pt x="99955" y="77415"/>
                </a:lnTo>
                <a:cubicBezTo>
                  <a:pt x="99198" y="79435"/>
                  <a:pt x="98251" y="81456"/>
                  <a:pt x="97114" y="83476"/>
                </a:cubicBezTo>
                <a:lnTo>
                  <a:pt x="86506" y="102925"/>
                </a:lnTo>
                <a:lnTo>
                  <a:pt x="63079" y="102925"/>
                </a:lnTo>
                <a:lnTo>
                  <a:pt x="86695" y="68196"/>
                </a:lnTo>
                <a:lnTo>
                  <a:pt x="64468" y="33087"/>
                </a:lnTo>
                <a:lnTo>
                  <a:pt x="88084" y="33087"/>
                </a:lnTo>
                <a:lnTo>
                  <a:pt x="98440" y="53167"/>
                </a:lnTo>
                <a:cubicBezTo>
                  <a:pt x="99450" y="55104"/>
                  <a:pt x="100397" y="57251"/>
                  <a:pt x="101281" y="59608"/>
                </a:cubicBezTo>
                <a:lnTo>
                  <a:pt x="101534" y="59608"/>
                </a:lnTo>
                <a:cubicBezTo>
                  <a:pt x="101955" y="58177"/>
                  <a:pt x="102923" y="56009"/>
                  <a:pt x="104439" y="53104"/>
                </a:cubicBezTo>
                <a:lnTo>
                  <a:pt x="115110" y="33087"/>
                </a:lnTo>
                <a:lnTo>
                  <a:pt x="137337" y="33087"/>
                </a:lnTo>
                <a:close/>
                <a:moveTo>
                  <a:pt x="207230" y="73752"/>
                </a:moveTo>
                <a:lnTo>
                  <a:pt x="161261" y="73752"/>
                </a:lnTo>
                <a:cubicBezTo>
                  <a:pt x="161977" y="84571"/>
                  <a:pt x="168502" y="89980"/>
                  <a:pt x="180836" y="89980"/>
                </a:cubicBezTo>
                <a:cubicBezTo>
                  <a:pt x="188539" y="89980"/>
                  <a:pt x="195338" y="88086"/>
                  <a:pt x="201231" y="84297"/>
                </a:cubicBezTo>
                <a:lnTo>
                  <a:pt x="201231" y="99262"/>
                </a:lnTo>
                <a:cubicBezTo>
                  <a:pt x="194875" y="102841"/>
                  <a:pt x="186540" y="104630"/>
                  <a:pt x="176226" y="104630"/>
                </a:cubicBezTo>
                <a:cubicBezTo>
                  <a:pt x="165113" y="104630"/>
                  <a:pt x="156473" y="101494"/>
                  <a:pt x="150306" y="95221"/>
                </a:cubicBezTo>
                <a:cubicBezTo>
                  <a:pt x="144139" y="88949"/>
                  <a:pt x="141055" y="80214"/>
                  <a:pt x="141055" y="69016"/>
                </a:cubicBezTo>
                <a:cubicBezTo>
                  <a:pt x="141055" y="57861"/>
                  <a:pt x="144339" y="48800"/>
                  <a:pt x="150906" y="41833"/>
                </a:cubicBezTo>
                <a:cubicBezTo>
                  <a:pt x="157473" y="34866"/>
                  <a:pt x="165723" y="31383"/>
                  <a:pt x="175658" y="31383"/>
                </a:cubicBezTo>
                <a:cubicBezTo>
                  <a:pt x="185551" y="31383"/>
                  <a:pt x="193286" y="34382"/>
                  <a:pt x="198864" y="40381"/>
                </a:cubicBezTo>
                <a:cubicBezTo>
                  <a:pt x="204441" y="46379"/>
                  <a:pt x="207230" y="54620"/>
                  <a:pt x="207230" y="65102"/>
                </a:cubicBezTo>
                <a:lnTo>
                  <a:pt x="207230" y="73752"/>
                </a:lnTo>
                <a:moveTo>
                  <a:pt x="188224" y="60997"/>
                </a:moveTo>
                <a:cubicBezTo>
                  <a:pt x="188224" y="50557"/>
                  <a:pt x="183993" y="45337"/>
                  <a:pt x="175532" y="45337"/>
                </a:cubicBezTo>
                <a:cubicBezTo>
                  <a:pt x="172038" y="45337"/>
                  <a:pt x="168944" y="46769"/>
                  <a:pt x="166250" y="49631"/>
                </a:cubicBezTo>
                <a:cubicBezTo>
                  <a:pt x="163555" y="52494"/>
                  <a:pt x="161872" y="56282"/>
                  <a:pt x="161198" y="60997"/>
                </a:cubicBezTo>
                <a:lnTo>
                  <a:pt x="188224" y="60997"/>
                </a:lnTo>
                <a:close/>
                <a:moveTo>
                  <a:pt x="273389" y="100336"/>
                </a:moveTo>
                <a:cubicBezTo>
                  <a:pt x="268505" y="103198"/>
                  <a:pt x="261560" y="104630"/>
                  <a:pt x="252551" y="104630"/>
                </a:cubicBezTo>
                <a:cubicBezTo>
                  <a:pt x="241901" y="104630"/>
                  <a:pt x="233292" y="101388"/>
                  <a:pt x="226725" y="94905"/>
                </a:cubicBezTo>
                <a:cubicBezTo>
                  <a:pt x="220158" y="88423"/>
                  <a:pt x="216875" y="80025"/>
                  <a:pt x="216875" y="69711"/>
                </a:cubicBezTo>
                <a:cubicBezTo>
                  <a:pt x="216875" y="57840"/>
                  <a:pt x="220411" y="48484"/>
                  <a:pt x="227483" y="41643"/>
                </a:cubicBezTo>
                <a:cubicBezTo>
                  <a:pt x="234555" y="34803"/>
                  <a:pt x="243984" y="31383"/>
                  <a:pt x="255771" y="31383"/>
                </a:cubicBezTo>
                <a:cubicBezTo>
                  <a:pt x="263727" y="31383"/>
                  <a:pt x="269621" y="32477"/>
                  <a:pt x="273452" y="34666"/>
                </a:cubicBezTo>
                <a:lnTo>
                  <a:pt x="273452" y="52157"/>
                </a:lnTo>
                <a:cubicBezTo>
                  <a:pt x="268779" y="48747"/>
                  <a:pt x="263685" y="47042"/>
                  <a:pt x="258171" y="47042"/>
                </a:cubicBezTo>
                <a:cubicBezTo>
                  <a:pt x="251941" y="47042"/>
                  <a:pt x="246942" y="48937"/>
                  <a:pt x="243174" y="52725"/>
                </a:cubicBezTo>
                <a:cubicBezTo>
                  <a:pt x="239407" y="56514"/>
                  <a:pt x="237523" y="61713"/>
                  <a:pt x="237523" y="68322"/>
                </a:cubicBezTo>
                <a:cubicBezTo>
                  <a:pt x="237523" y="74720"/>
                  <a:pt x="239312" y="79761"/>
                  <a:pt x="242890" y="83445"/>
                </a:cubicBezTo>
                <a:cubicBezTo>
                  <a:pt x="246468" y="87128"/>
                  <a:pt x="251330" y="88970"/>
                  <a:pt x="257476" y="88970"/>
                </a:cubicBezTo>
                <a:cubicBezTo>
                  <a:pt x="262907" y="88970"/>
                  <a:pt x="268211" y="87244"/>
                  <a:pt x="273389" y="83792"/>
                </a:cubicBezTo>
                <a:lnTo>
                  <a:pt x="273389" y="100336"/>
                </a:lnTo>
                <a:close/>
                <a:moveTo>
                  <a:pt x="352971" y="102925"/>
                </a:moveTo>
                <a:lnTo>
                  <a:pt x="332702" y="102925"/>
                </a:lnTo>
                <a:lnTo>
                  <a:pt x="332702" y="92253"/>
                </a:lnTo>
                <a:lnTo>
                  <a:pt x="332386" y="92253"/>
                </a:lnTo>
                <a:cubicBezTo>
                  <a:pt x="327166" y="100504"/>
                  <a:pt x="320031" y="104630"/>
                  <a:pt x="310980" y="104630"/>
                </a:cubicBezTo>
                <a:cubicBezTo>
                  <a:pt x="294731" y="104630"/>
                  <a:pt x="286606" y="94821"/>
                  <a:pt x="286606" y="75205"/>
                </a:cubicBezTo>
                <a:lnTo>
                  <a:pt x="286606" y="33087"/>
                </a:lnTo>
                <a:lnTo>
                  <a:pt x="307002" y="33087"/>
                </a:lnTo>
                <a:lnTo>
                  <a:pt x="307002" y="73310"/>
                </a:lnTo>
                <a:cubicBezTo>
                  <a:pt x="307002" y="83750"/>
                  <a:pt x="311085" y="88970"/>
                  <a:pt x="319252" y="88970"/>
                </a:cubicBezTo>
                <a:cubicBezTo>
                  <a:pt x="323335" y="88970"/>
                  <a:pt x="326598" y="87539"/>
                  <a:pt x="329039" y="84676"/>
                </a:cubicBezTo>
                <a:cubicBezTo>
                  <a:pt x="331481" y="81814"/>
                  <a:pt x="332702" y="77941"/>
                  <a:pt x="332702" y="73058"/>
                </a:cubicBezTo>
                <a:lnTo>
                  <a:pt x="332702" y="33087"/>
                </a:lnTo>
                <a:lnTo>
                  <a:pt x="352971" y="33087"/>
                </a:lnTo>
                <a:lnTo>
                  <a:pt x="352971" y="102925"/>
                </a:lnTo>
                <a:close/>
                <a:moveTo>
                  <a:pt x="412625" y="102104"/>
                </a:moveTo>
                <a:cubicBezTo>
                  <a:pt x="409552" y="103788"/>
                  <a:pt x="404900" y="104630"/>
                  <a:pt x="398670" y="104630"/>
                </a:cubicBezTo>
                <a:cubicBezTo>
                  <a:pt x="383852" y="104630"/>
                  <a:pt x="376443" y="96842"/>
                  <a:pt x="376443" y="81266"/>
                </a:cubicBezTo>
                <a:lnTo>
                  <a:pt x="376443" y="48305"/>
                </a:lnTo>
                <a:lnTo>
                  <a:pt x="364951" y="48305"/>
                </a:lnTo>
                <a:lnTo>
                  <a:pt x="364951" y="33087"/>
                </a:lnTo>
                <a:lnTo>
                  <a:pt x="376443" y="33087"/>
                </a:lnTo>
                <a:lnTo>
                  <a:pt x="376443" y="17743"/>
                </a:lnTo>
                <a:lnTo>
                  <a:pt x="396712" y="11934"/>
                </a:lnTo>
                <a:lnTo>
                  <a:pt x="396712" y="33087"/>
                </a:lnTo>
                <a:lnTo>
                  <a:pt x="412625" y="33087"/>
                </a:lnTo>
                <a:lnTo>
                  <a:pt x="412625" y="48305"/>
                </a:lnTo>
                <a:lnTo>
                  <a:pt x="396712" y="48305"/>
                </a:lnTo>
                <a:lnTo>
                  <a:pt x="396712" y="77730"/>
                </a:lnTo>
                <a:cubicBezTo>
                  <a:pt x="396712" y="85181"/>
                  <a:pt x="399659" y="88907"/>
                  <a:pt x="405552" y="88907"/>
                </a:cubicBezTo>
                <a:cubicBezTo>
                  <a:pt x="407826" y="88907"/>
                  <a:pt x="410183" y="88233"/>
                  <a:pt x="412625" y="86886"/>
                </a:cubicBezTo>
                <a:lnTo>
                  <a:pt x="412625" y="102104"/>
                </a:lnTo>
                <a:close/>
                <a:moveTo>
                  <a:pt x="423263" y="10545"/>
                </a:moveTo>
                <a:cubicBezTo>
                  <a:pt x="423263" y="7430"/>
                  <a:pt x="424368" y="4894"/>
                  <a:pt x="426578" y="2936"/>
                </a:cubicBezTo>
                <a:cubicBezTo>
                  <a:pt x="428788" y="979"/>
                  <a:pt x="431619" y="0"/>
                  <a:pt x="435071" y="0"/>
                </a:cubicBezTo>
                <a:cubicBezTo>
                  <a:pt x="438607" y="0"/>
                  <a:pt x="441470" y="1000"/>
                  <a:pt x="443659" y="2999"/>
                </a:cubicBezTo>
                <a:cubicBezTo>
                  <a:pt x="445848" y="4999"/>
                  <a:pt x="446942" y="7514"/>
                  <a:pt x="446942" y="10545"/>
                </a:cubicBezTo>
                <a:cubicBezTo>
                  <a:pt x="446942" y="13618"/>
                  <a:pt x="445826" y="16175"/>
                  <a:pt x="443595" y="18217"/>
                </a:cubicBezTo>
                <a:cubicBezTo>
                  <a:pt x="441364" y="20259"/>
                  <a:pt x="438523" y="21280"/>
                  <a:pt x="435071" y="21280"/>
                </a:cubicBezTo>
                <a:cubicBezTo>
                  <a:pt x="431661" y="21280"/>
                  <a:pt x="428841" y="20248"/>
                  <a:pt x="426610" y="18185"/>
                </a:cubicBezTo>
                <a:cubicBezTo>
                  <a:pt x="424379" y="16123"/>
                  <a:pt x="423263" y="13576"/>
                  <a:pt x="423263" y="10545"/>
                </a:cubicBezTo>
                <a:moveTo>
                  <a:pt x="424778" y="102925"/>
                </a:moveTo>
                <a:lnTo>
                  <a:pt x="424778" y="33087"/>
                </a:lnTo>
                <a:lnTo>
                  <a:pt x="445111" y="33087"/>
                </a:lnTo>
                <a:lnTo>
                  <a:pt x="445111" y="102925"/>
                </a:lnTo>
                <a:lnTo>
                  <a:pt x="424778" y="102925"/>
                </a:lnTo>
                <a:close/>
                <a:moveTo>
                  <a:pt x="459373" y="68322"/>
                </a:moveTo>
                <a:cubicBezTo>
                  <a:pt x="459373" y="56830"/>
                  <a:pt x="462815" y="47800"/>
                  <a:pt x="469697" y="41233"/>
                </a:cubicBezTo>
                <a:cubicBezTo>
                  <a:pt x="476580" y="34666"/>
                  <a:pt x="485831" y="31383"/>
                  <a:pt x="497449" y="31383"/>
                </a:cubicBezTo>
                <a:cubicBezTo>
                  <a:pt x="508689" y="31383"/>
                  <a:pt x="517613" y="34613"/>
                  <a:pt x="524222" y="41075"/>
                </a:cubicBezTo>
                <a:cubicBezTo>
                  <a:pt x="530831" y="47537"/>
                  <a:pt x="534136" y="56219"/>
                  <a:pt x="534136" y="67122"/>
                </a:cubicBezTo>
                <a:cubicBezTo>
                  <a:pt x="534136" y="78572"/>
                  <a:pt x="530747" y="87686"/>
                  <a:pt x="523970" y="94463"/>
                </a:cubicBezTo>
                <a:cubicBezTo>
                  <a:pt x="517192" y="101241"/>
                  <a:pt x="508015" y="104630"/>
                  <a:pt x="496439" y="104630"/>
                </a:cubicBezTo>
                <a:cubicBezTo>
                  <a:pt x="485073" y="104630"/>
                  <a:pt x="476054" y="101378"/>
                  <a:pt x="469382" y="94874"/>
                </a:cubicBezTo>
                <a:cubicBezTo>
                  <a:pt x="462709" y="88370"/>
                  <a:pt x="459373" y="79519"/>
                  <a:pt x="459373" y="68322"/>
                </a:cubicBezTo>
                <a:moveTo>
                  <a:pt x="480021" y="68069"/>
                </a:moveTo>
                <a:cubicBezTo>
                  <a:pt x="480021" y="82003"/>
                  <a:pt x="485704" y="88970"/>
                  <a:pt x="497070" y="88970"/>
                </a:cubicBezTo>
                <a:cubicBezTo>
                  <a:pt x="507973" y="88970"/>
                  <a:pt x="513425" y="81814"/>
                  <a:pt x="513425" y="67501"/>
                </a:cubicBezTo>
                <a:cubicBezTo>
                  <a:pt x="513425" y="53862"/>
                  <a:pt x="507931" y="47042"/>
                  <a:pt x="496944" y="47042"/>
                </a:cubicBezTo>
                <a:cubicBezTo>
                  <a:pt x="491598" y="47042"/>
                  <a:pt x="487441" y="48873"/>
                  <a:pt x="484473" y="52536"/>
                </a:cubicBezTo>
                <a:cubicBezTo>
                  <a:pt x="481505" y="56198"/>
                  <a:pt x="480021" y="61376"/>
                  <a:pt x="480021" y="68069"/>
                </a:cubicBezTo>
                <a:close/>
                <a:moveTo>
                  <a:pt x="614777" y="102925"/>
                </a:moveTo>
                <a:lnTo>
                  <a:pt x="594508" y="102925"/>
                </a:lnTo>
                <a:lnTo>
                  <a:pt x="594508" y="63965"/>
                </a:lnTo>
                <a:cubicBezTo>
                  <a:pt x="594508" y="52683"/>
                  <a:pt x="590446" y="47042"/>
                  <a:pt x="582321" y="47042"/>
                </a:cubicBezTo>
                <a:cubicBezTo>
                  <a:pt x="578448" y="47042"/>
                  <a:pt x="575228" y="48547"/>
                  <a:pt x="572660" y="51557"/>
                </a:cubicBezTo>
                <a:cubicBezTo>
                  <a:pt x="570092" y="54567"/>
                  <a:pt x="568808" y="58408"/>
                  <a:pt x="568808" y="63081"/>
                </a:cubicBezTo>
                <a:lnTo>
                  <a:pt x="568808" y="102925"/>
                </a:lnTo>
                <a:lnTo>
                  <a:pt x="548413" y="102925"/>
                </a:lnTo>
                <a:lnTo>
                  <a:pt x="548413" y="33087"/>
                </a:lnTo>
                <a:lnTo>
                  <a:pt x="568808" y="33087"/>
                </a:lnTo>
                <a:lnTo>
                  <a:pt x="568808" y="44201"/>
                </a:lnTo>
                <a:lnTo>
                  <a:pt x="569061" y="44201"/>
                </a:lnTo>
                <a:cubicBezTo>
                  <a:pt x="574154" y="35655"/>
                  <a:pt x="581648" y="31383"/>
                  <a:pt x="591540" y="31383"/>
                </a:cubicBezTo>
                <a:cubicBezTo>
                  <a:pt x="607031" y="31383"/>
                  <a:pt x="614777" y="40980"/>
                  <a:pt x="614777" y="60176"/>
                </a:cubicBezTo>
                <a:lnTo>
                  <a:pt x="614777" y="10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24b906f324539"/>
          <a:stretch xmlns:a="http://schemas.openxmlformats.org/drawingml/2006/main"/>
        </p:blipFill>
        <p:spPr>
          <a:xfrm xmlns:a="http://schemas.openxmlformats.org/drawingml/2006/main">
            <a:off x="6602185" y="550429"/>
            <a:ext cx="562215" cy="562215"/>
          </a:xfrm>
          <a:prstGeom xmlns:a="http://schemas.openxmlformats.org/drawingml/2006/main" prst="rect">
            <a:avLst/>
          </a:prstGeom>
        </p:spPr>
      </p:pic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38C25-9C33-416C-8B76-2699970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705" y="776618"/>
            <a:ext cx="627090" cy="101030"/>
          </a:xfrm>
          <a:custGeom xmlns:a="http://schemas.openxmlformats.org/drawingml/2006/main">
            <a:pathLst>
              <a:path w="627090" h="101030">
                <a:moveTo>
                  <a:pt x="0" y="40411"/>
                </a:moveTo>
                <a:lnTo>
                  <a:pt x="0" y="60617"/>
                </a:lnTo>
                <a:lnTo>
                  <a:pt x="526059" y="60618"/>
                </a:lnTo>
                <a:lnTo>
                  <a:pt x="526059" y="101030"/>
                </a:lnTo>
                <a:lnTo>
                  <a:pt x="627090" y="50515"/>
                </a:lnTo>
                <a:lnTo>
                  <a:pt x="526059" y="0"/>
                </a:lnTo>
                <a:lnTo>
                  <a:pt x="526059" y="40412"/>
                </a:lnTo>
                <a:lnTo>
                  <a:pt x="0" y="40411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26DD2-C297-4035-A450-0D01FCA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800" y="1198460"/>
            <a:ext cx="4219334" cy="1487182"/>
          </a:xfrm>
          <a:custGeom xmlns:a="http://schemas.openxmlformats.org/drawingml/2006/main">
            <a:pathLst>
              <a:path w="4219334" h="1487182">
                <a:moveTo>
                  <a:pt x="4168818" y="0"/>
                </a:moveTo>
                <a:lnTo>
                  <a:pt x="4118303" y="101030"/>
                </a:lnTo>
                <a:lnTo>
                  <a:pt x="4158715" y="101030"/>
                </a:lnTo>
                <a:lnTo>
                  <a:pt x="4158715" y="893731"/>
                </a:lnTo>
                <a:lnTo>
                  <a:pt x="0" y="893731"/>
                </a:lnTo>
                <a:lnTo>
                  <a:pt x="0" y="1487182"/>
                </a:lnTo>
                <a:lnTo>
                  <a:pt x="20206" y="1487182"/>
                </a:lnTo>
                <a:lnTo>
                  <a:pt x="20206" y="913937"/>
                </a:lnTo>
                <a:lnTo>
                  <a:pt x="4178922" y="913937"/>
                </a:lnTo>
                <a:lnTo>
                  <a:pt x="4178922" y="101030"/>
                </a:lnTo>
                <a:lnTo>
                  <a:pt x="4219334" y="101030"/>
                </a:lnTo>
                <a:lnTo>
                  <a:pt x="4168818" y="0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Demonstration">
            <a:extLst xmlns:a="http://schemas.openxmlformats.org/drawingml/2006/main">
              <a:ext uri="{FF2B5EF4-FFF2-40B4-BE49-F238E27FC236}">
                <a16:creationId xmlns:a16="http://schemas.microsoft.com/office/drawing/2014/main" id="{FF6F362F-D3D6-4701-A131-7A173A2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755" y="1418448"/>
            <a:ext cx="961456" cy="104630"/>
          </a:xfrm>
          <a:custGeom xmlns:a="http://schemas.openxmlformats.org/drawingml/2006/main">
            <a:pathLst>
              <a:path w="961456" h="104630">
                <a:moveTo>
                  <a:pt x="0" y="102925"/>
                </a:moveTo>
                <a:lnTo>
                  <a:pt x="0" y="5115"/>
                </a:lnTo>
                <a:lnTo>
                  <a:pt x="33782" y="5115"/>
                </a:lnTo>
                <a:cubicBezTo>
                  <a:pt x="68511" y="5115"/>
                  <a:pt x="85876" y="21006"/>
                  <a:pt x="85876" y="52788"/>
                </a:cubicBezTo>
                <a:cubicBezTo>
                  <a:pt x="85876" y="67901"/>
                  <a:pt x="81014" y="80035"/>
                  <a:pt x="71290" y="89191"/>
                </a:cubicBezTo>
                <a:cubicBezTo>
                  <a:pt x="61565" y="98347"/>
                  <a:pt x="49021" y="102925"/>
                  <a:pt x="33656" y="102925"/>
                </a:cubicBezTo>
                <a:lnTo>
                  <a:pt x="0" y="102925"/>
                </a:lnTo>
                <a:moveTo>
                  <a:pt x="20838" y="22164"/>
                </a:moveTo>
                <a:lnTo>
                  <a:pt x="20838" y="85876"/>
                </a:lnTo>
                <a:lnTo>
                  <a:pt x="32203" y="85876"/>
                </a:lnTo>
                <a:cubicBezTo>
                  <a:pt x="42096" y="85876"/>
                  <a:pt x="49863" y="82929"/>
                  <a:pt x="55504" y="77036"/>
                </a:cubicBezTo>
                <a:cubicBezTo>
                  <a:pt x="61144" y="71142"/>
                  <a:pt x="63965" y="63165"/>
                  <a:pt x="63965" y="53104"/>
                </a:cubicBezTo>
                <a:cubicBezTo>
                  <a:pt x="63965" y="43380"/>
                  <a:pt x="61018" y="35792"/>
                  <a:pt x="55125" y="30341"/>
                </a:cubicBezTo>
                <a:cubicBezTo>
                  <a:pt x="49231" y="24889"/>
                  <a:pt x="41570" y="22164"/>
                  <a:pt x="32140" y="22164"/>
                </a:cubicBezTo>
                <a:lnTo>
                  <a:pt x="20838" y="22164"/>
                </a:lnTo>
                <a:close/>
                <a:moveTo>
                  <a:pt x="162033" y="73752"/>
                </a:moveTo>
                <a:lnTo>
                  <a:pt x="116064" y="73752"/>
                </a:lnTo>
                <a:cubicBezTo>
                  <a:pt x="116779" y="84571"/>
                  <a:pt x="123304" y="89980"/>
                  <a:pt x="135638" y="89980"/>
                </a:cubicBezTo>
                <a:cubicBezTo>
                  <a:pt x="143342" y="89980"/>
                  <a:pt x="150141" y="88086"/>
                  <a:pt x="156034" y="84297"/>
                </a:cubicBezTo>
                <a:lnTo>
                  <a:pt x="156034" y="99262"/>
                </a:lnTo>
                <a:cubicBezTo>
                  <a:pt x="149677" y="102841"/>
                  <a:pt x="141342" y="104630"/>
                  <a:pt x="131029" y="104630"/>
                </a:cubicBezTo>
                <a:cubicBezTo>
                  <a:pt x="119916" y="104630"/>
                  <a:pt x="111275" y="101494"/>
                  <a:pt x="105108" y="95221"/>
                </a:cubicBezTo>
                <a:cubicBezTo>
                  <a:pt x="98941" y="88949"/>
                  <a:pt x="95858" y="80214"/>
                  <a:pt x="95858" y="69016"/>
                </a:cubicBezTo>
                <a:cubicBezTo>
                  <a:pt x="95858" y="57861"/>
                  <a:pt x="99141" y="48800"/>
                  <a:pt x="105708" y="41833"/>
                </a:cubicBezTo>
                <a:cubicBezTo>
                  <a:pt x="112275" y="34866"/>
                  <a:pt x="120526" y="31383"/>
                  <a:pt x="130461" y="31383"/>
                </a:cubicBezTo>
                <a:cubicBezTo>
                  <a:pt x="140353" y="31383"/>
                  <a:pt x="148088" y="34382"/>
                  <a:pt x="153666" y="40381"/>
                </a:cubicBezTo>
                <a:cubicBezTo>
                  <a:pt x="159244" y="46379"/>
                  <a:pt x="162033" y="54620"/>
                  <a:pt x="162033" y="65102"/>
                </a:cubicBezTo>
                <a:lnTo>
                  <a:pt x="162033" y="73752"/>
                </a:lnTo>
                <a:moveTo>
                  <a:pt x="143026" y="60997"/>
                </a:moveTo>
                <a:cubicBezTo>
                  <a:pt x="143026" y="50557"/>
                  <a:pt x="138796" y="45337"/>
                  <a:pt x="130334" y="45337"/>
                </a:cubicBezTo>
                <a:cubicBezTo>
                  <a:pt x="126840" y="45337"/>
                  <a:pt x="123746" y="46769"/>
                  <a:pt x="121052" y="49631"/>
                </a:cubicBezTo>
                <a:cubicBezTo>
                  <a:pt x="118358" y="52494"/>
                  <a:pt x="116674" y="56282"/>
                  <a:pt x="116001" y="60997"/>
                </a:cubicBezTo>
                <a:lnTo>
                  <a:pt x="143026" y="60997"/>
                </a:lnTo>
                <a:close/>
                <a:moveTo>
                  <a:pt x="285374" y="102925"/>
                </a:moveTo>
                <a:lnTo>
                  <a:pt x="265042" y="102925"/>
                </a:lnTo>
                <a:lnTo>
                  <a:pt x="265042" y="63081"/>
                </a:lnTo>
                <a:cubicBezTo>
                  <a:pt x="265042" y="52389"/>
                  <a:pt x="261148" y="47042"/>
                  <a:pt x="253360" y="47042"/>
                </a:cubicBezTo>
                <a:cubicBezTo>
                  <a:pt x="249740" y="47042"/>
                  <a:pt x="246730" y="48663"/>
                  <a:pt x="244330" y="51904"/>
                </a:cubicBezTo>
                <a:cubicBezTo>
                  <a:pt x="241931" y="55146"/>
                  <a:pt x="240731" y="59103"/>
                  <a:pt x="240731" y="63775"/>
                </a:cubicBezTo>
                <a:lnTo>
                  <a:pt x="240731" y="102925"/>
                </a:lnTo>
                <a:lnTo>
                  <a:pt x="220399" y="102925"/>
                </a:lnTo>
                <a:lnTo>
                  <a:pt x="220399" y="62576"/>
                </a:lnTo>
                <a:cubicBezTo>
                  <a:pt x="220399" y="52220"/>
                  <a:pt x="216547" y="47042"/>
                  <a:pt x="208843" y="47042"/>
                </a:cubicBezTo>
                <a:cubicBezTo>
                  <a:pt x="205013" y="47042"/>
                  <a:pt x="201950" y="48589"/>
                  <a:pt x="199656" y="51683"/>
                </a:cubicBezTo>
                <a:cubicBezTo>
                  <a:pt x="197362" y="54777"/>
                  <a:pt x="196215" y="58871"/>
                  <a:pt x="196215" y="63965"/>
                </a:cubicBezTo>
                <a:lnTo>
                  <a:pt x="196215" y="102925"/>
                </a:lnTo>
                <a:lnTo>
                  <a:pt x="175819" y="102925"/>
                </a:lnTo>
                <a:lnTo>
                  <a:pt x="175819" y="33087"/>
                </a:lnTo>
                <a:lnTo>
                  <a:pt x="196215" y="33087"/>
                </a:lnTo>
                <a:lnTo>
                  <a:pt x="196215" y="44011"/>
                </a:lnTo>
                <a:lnTo>
                  <a:pt x="196467" y="44011"/>
                </a:lnTo>
                <a:cubicBezTo>
                  <a:pt x="198909" y="40012"/>
                  <a:pt x="202150" y="36908"/>
                  <a:pt x="206191" y="34698"/>
                </a:cubicBezTo>
                <a:cubicBezTo>
                  <a:pt x="210233" y="32488"/>
                  <a:pt x="214484" y="31383"/>
                  <a:pt x="218946" y="31383"/>
                </a:cubicBezTo>
                <a:cubicBezTo>
                  <a:pt x="228755" y="31383"/>
                  <a:pt x="235469" y="35782"/>
                  <a:pt x="239089" y="44580"/>
                </a:cubicBezTo>
                <a:cubicBezTo>
                  <a:pt x="244478" y="35782"/>
                  <a:pt x="252307" y="31383"/>
                  <a:pt x="262579" y="31383"/>
                </a:cubicBezTo>
                <a:cubicBezTo>
                  <a:pt x="277776" y="31383"/>
                  <a:pt x="285374" y="40770"/>
                  <a:pt x="285374" y="59545"/>
                </a:cubicBezTo>
                <a:lnTo>
                  <a:pt x="285374" y="102925"/>
                </a:lnTo>
                <a:close/>
                <a:moveTo>
                  <a:pt x="298914" y="68322"/>
                </a:moveTo>
                <a:cubicBezTo>
                  <a:pt x="298914" y="56830"/>
                  <a:pt x="302356" y="47800"/>
                  <a:pt x="309238" y="41233"/>
                </a:cubicBezTo>
                <a:cubicBezTo>
                  <a:pt x="316121" y="34666"/>
                  <a:pt x="325372" y="31383"/>
                  <a:pt x="336990" y="31383"/>
                </a:cubicBezTo>
                <a:cubicBezTo>
                  <a:pt x="348230" y="31383"/>
                  <a:pt x="357154" y="34613"/>
                  <a:pt x="363763" y="41075"/>
                </a:cubicBezTo>
                <a:cubicBezTo>
                  <a:pt x="370372" y="47537"/>
                  <a:pt x="373677" y="56219"/>
                  <a:pt x="373677" y="67122"/>
                </a:cubicBezTo>
                <a:cubicBezTo>
                  <a:pt x="373677" y="78572"/>
                  <a:pt x="370288" y="87686"/>
                  <a:pt x="363511" y="94463"/>
                </a:cubicBezTo>
                <a:cubicBezTo>
                  <a:pt x="356733" y="101241"/>
                  <a:pt x="347556" y="104630"/>
                  <a:pt x="335980" y="104630"/>
                </a:cubicBezTo>
                <a:cubicBezTo>
                  <a:pt x="324614" y="104630"/>
                  <a:pt x="315595" y="101378"/>
                  <a:pt x="308923" y="94874"/>
                </a:cubicBezTo>
                <a:cubicBezTo>
                  <a:pt x="302250" y="88370"/>
                  <a:pt x="298914" y="79519"/>
                  <a:pt x="298914" y="68322"/>
                </a:cubicBezTo>
                <a:moveTo>
                  <a:pt x="319562" y="68069"/>
                </a:moveTo>
                <a:cubicBezTo>
                  <a:pt x="319562" y="82003"/>
                  <a:pt x="325245" y="88970"/>
                  <a:pt x="336611" y="88970"/>
                </a:cubicBezTo>
                <a:cubicBezTo>
                  <a:pt x="347514" y="88970"/>
                  <a:pt x="352966" y="81814"/>
                  <a:pt x="352966" y="67501"/>
                </a:cubicBezTo>
                <a:cubicBezTo>
                  <a:pt x="352966" y="53862"/>
                  <a:pt x="347472" y="47042"/>
                  <a:pt x="336485" y="47042"/>
                </a:cubicBezTo>
                <a:cubicBezTo>
                  <a:pt x="331139" y="47042"/>
                  <a:pt x="326982" y="48873"/>
                  <a:pt x="324014" y="52536"/>
                </a:cubicBezTo>
                <a:cubicBezTo>
                  <a:pt x="321046" y="56198"/>
                  <a:pt x="319562" y="61376"/>
                  <a:pt x="319562" y="68069"/>
                </a:cubicBezTo>
                <a:close/>
                <a:moveTo>
                  <a:pt x="454292" y="102925"/>
                </a:moveTo>
                <a:lnTo>
                  <a:pt x="434023" y="102925"/>
                </a:lnTo>
                <a:lnTo>
                  <a:pt x="434023" y="63965"/>
                </a:lnTo>
                <a:cubicBezTo>
                  <a:pt x="434023" y="52683"/>
                  <a:pt x="429961" y="47042"/>
                  <a:pt x="421836" y="47042"/>
                </a:cubicBezTo>
                <a:cubicBezTo>
                  <a:pt x="417964" y="47042"/>
                  <a:pt x="414743" y="48547"/>
                  <a:pt x="412175" y="51557"/>
                </a:cubicBezTo>
                <a:cubicBezTo>
                  <a:pt x="409608" y="54567"/>
                  <a:pt x="408324" y="58408"/>
                  <a:pt x="408324" y="63081"/>
                </a:cubicBezTo>
                <a:lnTo>
                  <a:pt x="408324" y="102925"/>
                </a:lnTo>
                <a:lnTo>
                  <a:pt x="387928" y="102925"/>
                </a:lnTo>
                <a:lnTo>
                  <a:pt x="387928" y="33087"/>
                </a:lnTo>
                <a:lnTo>
                  <a:pt x="408324" y="33087"/>
                </a:lnTo>
                <a:lnTo>
                  <a:pt x="408324" y="44201"/>
                </a:lnTo>
                <a:lnTo>
                  <a:pt x="408576" y="44201"/>
                </a:lnTo>
                <a:cubicBezTo>
                  <a:pt x="413670" y="35655"/>
                  <a:pt x="421163" y="31383"/>
                  <a:pt x="431055" y="31383"/>
                </a:cubicBezTo>
                <a:cubicBezTo>
                  <a:pt x="446547" y="31383"/>
                  <a:pt x="454292" y="40980"/>
                  <a:pt x="454292" y="60176"/>
                </a:cubicBezTo>
                <a:lnTo>
                  <a:pt x="454292" y="102925"/>
                </a:lnTo>
                <a:close/>
                <a:moveTo>
                  <a:pt x="469909" y="84171"/>
                </a:moveTo>
                <a:cubicBezTo>
                  <a:pt x="476897" y="88423"/>
                  <a:pt x="483737" y="90549"/>
                  <a:pt x="490430" y="90549"/>
                </a:cubicBezTo>
                <a:cubicBezTo>
                  <a:pt x="498850" y="90549"/>
                  <a:pt x="503059" y="88296"/>
                  <a:pt x="503059" y="83792"/>
                </a:cubicBezTo>
                <a:cubicBezTo>
                  <a:pt x="503059" y="80593"/>
                  <a:pt x="499586" y="77920"/>
                  <a:pt x="492640" y="75773"/>
                </a:cubicBezTo>
                <a:cubicBezTo>
                  <a:pt x="483969" y="73079"/>
                  <a:pt x="478012" y="70079"/>
                  <a:pt x="474771" y="66775"/>
                </a:cubicBezTo>
                <a:cubicBezTo>
                  <a:pt x="471529" y="63470"/>
                  <a:pt x="469909" y="58998"/>
                  <a:pt x="469909" y="53357"/>
                </a:cubicBezTo>
                <a:cubicBezTo>
                  <a:pt x="469909" y="46495"/>
                  <a:pt x="472687" y="41117"/>
                  <a:pt x="478244" y="37223"/>
                </a:cubicBezTo>
                <a:cubicBezTo>
                  <a:pt x="483800" y="33330"/>
                  <a:pt x="491083" y="31383"/>
                  <a:pt x="500091" y="31383"/>
                </a:cubicBezTo>
                <a:cubicBezTo>
                  <a:pt x="506490" y="31383"/>
                  <a:pt x="512657" y="32330"/>
                  <a:pt x="518593" y="34224"/>
                </a:cubicBezTo>
                <a:lnTo>
                  <a:pt x="518593" y="50263"/>
                </a:lnTo>
                <a:cubicBezTo>
                  <a:pt x="513162" y="47063"/>
                  <a:pt x="507185" y="45464"/>
                  <a:pt x="500660" y="45464"/>
                </a:cubicBezTo>
                <a:cubicBezTo>
                  <a:pt x="497418" y="45464"/>
                  <a:pt x="494808" y="46043"/>
                  <a:pt x="492830" y="47200"/>
                </a:cubicBezTo>
                <a:cubicBezTo>
                  <a:pt x="490851" y="48358"/>
                  <a:pt x="489862" y="49884"/>
                  <a:pt x="489862" y="51778"/>
                </a:cubicBezTo>
                <a:cubicBezTo>
                  <a:pt x="489862" y="54977"/>
                  <a:pt x="492809" y="57566"/>
                  <a:pt x="498702" y="59545"/>
                </a:cubicBezTo>
                <a:cubicBezTo>
                  <a:pt x="505017" y="61650"/>
                  <a:pt x="509763" y="63565"/>
                  <a:pt x="512941" y="65291"/>
                </a:cubicBezTo>
                <a:cubicBezTo>
                  <a:pt x="516119" y="67017"/>
                  <a:pt x="518540" y="69290"/>
                  <a:pt x="520203" y="72110"/>
                </a:cubicBezTo>
                <a:cubicBezTo>
                  <a:pt x="521866" y="74931"/>
                  <a:pt x="522697" y="78193"/>
                  <a:pt x="522697" y="81898"/>
                </a:cubicBezTo>
                <a:cubicBezTo>
                  <a:pt x="522697" y="89096"/>
                  <a:pt x="519813" y="94684"/>
                  <a:pt x="514046" y="98663"/>
                </a:cubicBezTo>
                <a:cubicBezTo>
                  <a:pt x="508279" y="102641"/>
                  <a:pt x="500576" y="104630"/>
                  <a:pt x="490936" y="104630"/>
                </a:cubicBezTo>
                <a:cubicBezTo>
                  <a:pt x="483358" y="104630"/>
                  <a:pt x="476349" y="103430"/>
                  <a:pt x="469909" y="101030"/>
                </a:cubicBezTo>
                <a:lnTo>
                  <a:pt x="469909" y="84171"/>
                </a:lnTo>
                <a:close/>
                <a:moveTo>
                  <a:pt x="576484" y="102104"/>
                </a:moveTo>
                <a:cubicBezTo>
                  <a:pt x="573411" y="103788"/>
                  <a:pt x="568760" y="104630"/>
                  <a:pt x="562530" y="104630"/>
                </a:cubicBezTo>
                <a:cubicBezTo>
                  <a:pt x="547712" y="104630"/>
                  <a:pt x="540303" y="96842"/>
                  <a:pt x="540303" y="81266"/>
                </a:cubicBezTo>
                <a:lnTo>
                  <a:pt x="540303" y="48305"/>
                </a:lnTo>
                <a:lnTo>
                  <a:pt x="528811" y="48305"/>
                </a:lnTo>
                <a:lnTo>
                  <a:pt x="528811" y="33087"/>
                </a:lnTo>
                <a:lnTo>
                  <a:pt x="540303" y="33087"/>
                </a:lnTo>
                <a:lnTo>
                  <a:pt x="540303" y="17743"/>
                </a:lnTo>
                <a:lnTo>
                  <a:pt x="560572" y="11934"/>
                </a:lnTo>
                <a:lnTo>
                  <a:pt x="560572" y="33087"/>
                </a:lnTo>
                <a:lnTo>
                  <a:pt x="576484" y="33087"/>
                </a:lnTo>
                <a:lnTo>
                  <a:pt x="576484" y="48305"/>
                </a:lnTo>
                <a:lnTo>
                  <a:pt x="560572" y="48305"/>
                </a:lnTo>
                <a:lnTo>
                  <a:pt x="560572" y="77730"/>
                </a:lnTo>
                <a:cubicBezTo>
                  <a:pt x="560572" y="85181"/>
                  <a:pt x="563519" y="88907"/>
                  <a:pt x="569412" y="88907"/>
                </a:cubicBezTo>
                <a:cubicBezTo>
                  <a:pt x="571686" y="88907"/>
                  <a:pt x="574043" y="88233"/>
                  <a:pt x="576484" y="86886"/>
                </a:cubicBezTo>
                <a:lnTo>
                  <a:pt x="576484" y="102104"/>
                </a:lnTo>
                <a:close/>
                <a:moveTo>
                  <a:pt x="633446" y="51589"/>
                </a:moveTo>
                <a:cubicBezTo>
                  <a:pt x="630962" y="50157"/>
                  <a:pt x="627952" y="49442"/>
                  <a:pt x="624416" y="49442"/>
                </a:cubicBezTo>
                <a:cubicBezTo>
                  <a:pt x="619785" y="49442"/>
                  <a:pt x="616112" y="51210"/>
                  <a:pt x="613397" y="54746"/>
                </a:cubicBezTo>
                <a:cubicBezTo>
                  <a:pt x="610682" y="58282"/>
                  <a:pt x="609324" y="63144"/>
                  <a:pt x="609324" y="69332"/>
                </a:cubicBezTo>
                <a:lnTo>
                  <a:pt x="609324" y="102925"/>
                </a:lnTo>
                <a:lnTo>
                  <a:pt x="588929" y="102925"/>
                </a:lnTo>
                <a:lnTo>
                  <a:pt x="588929" y="33087"/>
                </a:lnTo>
                <a:lnTo>
                  <a:pt x="609324" y="33087"/>
                </a:lnTo>
                <a:lnTo>
                  <a:pt x="609324" y="46221"/>
                </a:lnTo>
                <a:lnTo>
                  <a:pt x="609577" y="46221"/>
                </a:lnTo>
                <a:cubicBezTo>
                  <a:pt x="612945" y="36666"/>
                  <a:pt x="619070" y="31888"/>
                  <a:pt x="627952" y="31888"/>
                </a:cubicBezTo>
                <a:cubicBezTo>
                  <a:pt x="630351" y="31888"/>
                  <a:pt x="632183" y="32161"/>
                  <a:pt x="633446" y="32709"/>
                </a:cubicBezTo>
                <a:lnTo>
                  <a:pt x="633446" y="51589"/>
                </a:lnTo>
                <a:close/>
                <a:moveTo>
                  <a:pt x="645219" y="37318"/>
                </a:moveTo>
                <a:cubicBezTo>
                  <a:pt x="648376" y="35550"/>
                  <a:pt x="652596" y="34119"/>
                  <a:pt x="657879" y="33024"/>
                </a:cubicBezTo>
                <a:cubicBezTo>
                  <a:pt x="663162" y="31930"/>
                  <a:pt x="667677" y="31383"/>
                  <a:pt x="671424" y="31383"/>
                </a:cubicBezTo>
                <a:cubicBezTo>
                  <a:pt x="690956" y="31383"/>
                  <a:pt x="700723" y="41170"/>
                  <a:pt x="700723" y="60745"/>
                </a:cubicBezTo>
                <a:lnTo>
                  <a:pt x="700723" y="102925"/>
                </a:lnTo>
                <a:lnTo>
                  <a:pt x="681337" y="102925"/>
                </a:lnTo>
                <a:lnTo>
                  <a:pt x="681337" y="92759"/>
                </a:lnTo>
                <a:lnTo>
                  <a:pt x="681085" y="92759"/>
                </a:lnTo>
                <a:cubicBezTo>
                  <a:pt x="676328" y="100673"/>
                  <a:pt x="669361" y="104630"/>
                  <a:pt x="660184" y="104630"/>
                </a:cubicBezTo>
                <a:cubicBezTo>
                  <a:pt x="653575" y="104630"/>
                  <a:pt x="648281" y="102746"/>
                  <a:pt x="644303" y="98978"/>
                </a:cubicBezTo>
                <a:cubicBezTo>
                  <a:pt x="640325" y="95211"/>
                  <a:pt x="638336" y="90085"/>
                  <a:pt x="638336" y="83603"/>
                </a:cubicBezTo>
                <a:cubicBezTo>
                  <a:pt x="638336" y="70216"/>
                  <a:pt x="646313" y="62428"/>
                  <a:pt x="662268" y="60239"/>
                </a:cubicBezTo>
                <a:lnTo>
                  <a:pt x="681464" y="57651"/>
                </a:lnTo>
                <a:cubicBezTo>
                  <a:pt x="681464" y="49526"/>
                  <a:pt x="677233" y="45464"/>
                  <a:pt x="668772" y="45464"/>
                </a:cubicBezTo>
                <a:cubicBezTo>
                  <a:pt x="660437" y="45464"/>
                  <a:pt x="652586" y="47989"/>
                  <a:pt x="645219" y="53041"/>
                </a:cubicBezTo>
                <a:lnTo>
                  <a:pt x="645219" y="37318"/>
                </a:lnTo>
                <a:moveTo>
                  <a:pt x="668267" y="71290"/>
                </a:moveTo>
                <a:cubicBezTo>
                  <a:pt x="660900" y="72258"/>
                  <a:pt x="657216" y="75583"/>
                  <a:pt x="657216" y="81266"/>
                </a:cubicBezTo>
                <a:cubicBezTo>
                  <a:pt x="657216" y="83876"/>
                  <a:pt x="658111" y="85981"/>
                  <a:pt x="659900" y="87581"/>
                </a:cubicBezTo>
                <a:cubicBezTo>
                  <a:pt x="661689" y="89180"/>
                  <a:pt x="664099" y="89980"/>
                  <a:pt x="667130" y="89980"/>
                </a:cubicBezTo>
                <a:cubicBezTo>
                  <a:pt x="671297" y="89980"/>
                  <a:pt x="674728" y="88507"/>
                  <a:pt x="677422" y="85560"/>
                </a:cubicBezTo>
                <a:cubicBezTo>
                  <a:pt x="680117" y="82613"/>
                  <a:pt x="681464" y="78951"/>
                  <a:pt x="681464" y="74573"/>
                </a:cubicBezTo>
                <a:lnTo>
                  <a:pt x="681464" y="69585"/>
                </a:lnTo>
                <a:lnTo>
                  <a:pt x="668267" y="71290"/>
                </a:lnTo>
                <a:close/>
                <a:moveTo>
                  <a:pt x="759380" y="102104"/>
                </a:moveTo>
                <a:cubicBezTo>
                  <a:pt x="756307" y="103788"/>
                  <a:pt x="751656" y="104630"/>
                  <a:pt x="745426" y="104630"/>
                </a:cubicBezTo>
                <a:cubicBezTo>
                  <a:pt x="730608" y="104630"/>
                  <a:pt x="723199" y="96842"/>
                  <a:pt x="723199" y="81266"/>
                </a:cubicBezTo>
                <a:lnTo>
                  <a:pt x="723199" y="48305"/>
                </a:lnTo>
                <a:lnTo>
                  <a:pt x="711707" y="48305"/>
                </a:lnTo>
                <a:lnTo>
                  <a:pt x="711707" y="33087"/>
                </a:lnTo>
                <a:lnTo>
                  <a:pt x="723199" y="33087"/>
                </a:lnTo>
                <a:lnTo>
                  <a:pt x="723199" y="17743"/>
                </a:lnTo>
                <a:lnTo>
                  <a:pt x="743468" y="11934"/>
                </a:lnTo>
                <a:lnTo>
                  <a:pt x="743468" y="33087"/>
                </a:lnTo>
                <a:lnTo>
                  <a:pt x="759380" y="33087"/>
                </a:lnTo>
                <a:lnTo>
                  <a:pt x="759380" y="48305"/>
                </a:lnTo>
                <a:lnTo>
                  <a:pt x="743468" y="48305"/>
                </a:lnTo>
                <a:lnTo>
                  <a:pt x="743468" y="77730"/>
                </a:lnTo>
                <a:cubicBezTo>
                  <a:pt x="743468" y="85181"/>
                  <a:pt x="746415" y="88907"/>
                  <a:pt x="752308" y="88907"/>
                </a:cubicBezTo>
                <a:cubicBezTo>
                  <a:pt x="754582" y="88907"/>
                  <a:pt x="756939" y="88233"/>
                  <a:pt x="759380" y="86886"/>
                </a:cubicBezTo>
                <a:lnTo>
                  <a:pt x="759380" y="102104"/>
                </a:lnTo>
                <a:close/>
                <a:moveTo>
                  <a:pt x="769993" y="10545"/>
                </a:moveTo>
                <a:cubicBezTo>
                  <a:pt x="769993" y="7430"/>
                  <a:pt x="771098" y="4894"/>
                  <a:pt x="773308" y="2936"/>
                </a:cubicBezTo>
                <a:cubicBezTo>
                  <a:pt x="775518" y="979"/>
                  <a:pt x="778349" y="0"/>
                  <a:pt x="781801" y="0"/>
                </a:cubicBezTo>
                <a:cubicBezTo>
                  <a:pt x="785337" y="0"/>
                  <a:pt x="788200" y="1000"/>
                  <a:pt x="790389" y="2999"/>
                </a:cubicBezTo>
                <a:cubicBezTo>
                  <a:pt x="792578" y="4999"/>
                  <a:pt x="793672" y="7514"/>
                  <a:pt x="793672" y="10545"/>
                </a:cubicBezTo>
                <a:cubicBezTo>
                  <a:pt x="793672" y="13618"/>
                  <a:pt x="792557" y="16175"/>
                  <a:pt x="790326" y="18217"/>
                </a:cubicBezTo>
                <a:cubicBezTo>
                  <a:pt x="788095" y="20259"/>
                  <a:pt x="785253" y="21280"/>
                  <a:pt x="781801" y="21280"/>
                </a:cubicBezTo>
                <a:cubicBezTo>
                  <a:pt x="778391" y="21280"/>
                  <a:pt x="775571" y="20248"/>
                  <a:pt x="773340" y="18185"/>
                </a:cubicBezTo>
                <a:cubicBezTo>
                  <a:pt x="771109" y="16123"/>
                  <a:pt x="769993" y="13576"/>
                  <a:pt x="769993" y="10545"/>
                </a:cubicBezTo>
                <a:moveTo>
                  <a:pt x="771509" y="102925"/>
                </a:moveTo>
                <a:lnTo>
                  <a:pt x="771509" y="33087"/>
                </a:lnTo>
                <a:lnTo>
                  <a:pt x="791841" y="33087"/>
                </a:lnTo>
                <a:lnTo>
                  <a:pt x="791841" y="102925"/>
                </a:lnTo>
                <a:lnTo>
                  <a:pt x="771509" y="102925"/>
                </a:lnTo>
                <a:close/>
                <a:moveTo>
                  <a:pt x="806078" y="68322"/>
                </a:moveTo>
                <a:cubicBezTo>
                  <a:pt x="806078" y="56830"/>
                  <a:pt x="809519" y="47800"/>
                  <a:pt x="816402" y="41233"/>
                </a:cubicBezTo>
                <a:cubicBezTo>
                  <a:pt x="823284" y="34666"/>
                  <a:pt x="832535" y="31383"/>
                  <a:pt x="844154" y="31383"/>
                </a:cubicBezTo>
                <a:cubicBezTo>
                  <a:pt x="855393" y="31383"/>
                  <a:pt x="864318" y="34613"/>
                  <a:pt x="870927" y="41075"/>
                </a:cubicBezTo>
                <a:cubicBezTo>
                  <a:pt x="877536" y="47537"/>
                  <a:pt x="880840" y="56219"/>
                  <a:pt x="880840" y="67122"/>
                </a:cubicBezTo>
                <a:cubicBezTo>
                  <a:pt x="880840" y="78572"/>
                  <a:pt x="877452" y="87686"/>
                  <a:pt x="870674" y="94463"/>
                </a:cubicBezTo>
                <a:cubicBezTo>
                  <a:pt x="863897" y="101241"/>
                  <a:pt x="854720" y="104630"/>
                  <a:pt x="843143" y="104630"/>
                </a:cubicBezTo>
                <a:cubicBezTo>
                  <a:pt x="831777" y="104630"/>
                  <a:pt x="822758" y="101378"/>
                  <a:pt x="816086" y="94874"/>
                </a:cubicBezTo>
                <a:cubicBezTo>
                  <a:pt x="809414" y="88370"/>
                  <a:pt x="806078" y="79519"/>
                  <a:pt x="806078" y="68322"/>
                </a:cubicBezTo>
                <a:moveTo>
                  <a:pt x="826726" y="68069"/>
                </a:moveTo>
                <a:cubicBezTo>
                  <a:pt x="826726" y="82003"/>
                  <a:pt x="832409" y="88970"/>
                  <a:pt x="843775" y="88970"/>
                </a:cubicBezTo>
                <a:cubicBezTo>
                  <a:pt x="854678" y="88970"/>
                  <a:pt x="860129" y="81814"/>
                  <a:pt x="860129" y="67501"/>
                </a:cubicBezTo>
                <a:cubicBezTo>
                  <a:pt x="860129" y="53862"/>
                  <a:pt x="854635" y="47042"/>
                  <a:pt x="843648" y="47042"/>
                </a:cubicBezTo>
                <a:cubicBezTo>
                  <a:pt x="838302" y="47042"/>
                  <a:pt x="834145" y="48873"/>
                  <a:pt x="831177" y="52536"/>
                </a:cubicBezTo>
                <a:cubicBezTo>
                  <a:pt x="828210" y="56198"/>
                  <a:pt x="826726" y="61376"/>
                  <a:pt x="826726" y="68069"/>
                </a:cubicBezTo>
                <a:close/>
                <a:moveTo>
                  <a:pt x="961456" y="102925"/>
                </a:moveTo>
                <a:lnTo>
                  <a:pt x="941187" y="102925"/>
                </a:lnTo>
                <a:lnTo>
                  <a:pt x="941187" y="63965"/>
                </a:lnTo>
                <a:cubicBezTo>
                  <a:pt x="941187" y="52683"/>
                  <a:pt x="937124" y="47042"/>
                  <a:pt x="929000" y="47042"/>
                </a:cubicBezTo>
                <a:cubicBezTo>
                  <a:pt x="925127" y="47042"/>
                  <a:pt x="921907" y="48547"/>
                  <a:pt x="919339" y="51557"/>
                </a:cubicBezTo>
                <a:cubicBezTo>
                  <a:pt x="916771" y="54567"/>
                  <a:pt x="915487" y="58408"/>
                  <a:pt x="915487" y="63081"/>
                </a:cubicBezTo>
                <a:lnTo>
                  <a:pt x="915487" y="102925"/>
                </a:lnTo>
                <a:lnTo>
                  <a:pt x="895092" y="102925"/>
                </a:lnTo>
                <a:lnTo>
                  <a:pt x="895092" y="33087"/>
                </a:lnTo>
                <a:lnTo>
                  <a:pt x="915487" y="33087"/>
                </a:lnTo>
                <a:lnTo>
                  <a:pt x="915487" y="44201"/>
                </a:lnTo>
                <a:lnTo>
                  <a:pt x="915740" y="44201"/>
                </a:lnTo>
                <a:cubicBezTo>
                  <a:pt x="920833" y="35655"/>
                  <a:pt x="928326" y="31383"/>
                  <a:pt x="938219" y="31383"/>
                </a:cubicBezTo>
                <a:cubicBezTo>
                  <a:pt x="953710" y="31383"/>
                  <a:pt x="961456" y="40980"/>
                  <a:pt x="961456" y="60176"/>
                </a:cubicBezTo>
                <a:lnTo>
                  <a:pt x="961456" y="10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FCD3F-523A-4343-B106-990452C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210" y="829441"/>
            <a:ext cx="4316991" cy="1103351"/>
          </a:xfrm>
          <a:custGeom xmlns:a="http://schemas.openxmlformats.org/drawingml/2006/main">
            <a:pathLst>
              <a:path w="4316991" h="1103351">
                <a:moveTo>
                  <a:pt x="4296784" y="1042732"/>
                </a:moveTo>
                <a:lnTo>
                  <a:pt x="101030" y="1042732"/>
                </a:lnTo>
                <a:lnTo>
                  <a:pt x="101030" y="1002320"/>
                </a:lnTo>
                <a:lnTo>
                  <a:pt x="0" y="1052835"/>
                </a:lnTo>
                <a:lnTo>
                  <a:pt x="101030" y="1103351"/>
                </a:lnTo>
                <a:lnTo>
                  <a:pt x="101030" y="1062938"/>
                </a:lnTo>
                <a:lnTo>
                  <a:pt x="4316991" y="1062938"/>
                </a:lnTo>
                <a:lnTo>
                  <a:pt x="4316991" y="0"/>
                </a:lnTo>
                <a:lnTo>
                  <a:pt x="4158511" y="0"/>
                </a:lnTo>
                <a:lnTo>
                  <a:pt x="4158511" y="20206"/>
                </a:lnTo>
                <a:lnTo>
                  <a:pt x="4296784" y="20206"/>
                </a:lnTo>
                <a:lnTo>
                  <a:pt x="4296784" y="104273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6683A-3117-4E06-A95D-F983BCFF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645" y="1607008"/>
            <a:ext cx="352653" cy="215460"/>
          </a:xfrm>
          <a:custGeom xmlns:a="http://schemas.openxmlformats.org/drawingml/2006/main">
            <a:pathLst>
              <a:path w="352653" h="215460">
                <a:moveTo>
                  <a:pt x="0" y="0"/>
                </a:moveTo>
                <a:lnTo>
                  <a:pt x="352653" y="0"/>
                </a:lnTo>
                <a:lnTo>
                  <a:pt x="352653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DFB55-3D4C-4A15-B85C-EB4E2EB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645" y="1607008"/>
            <a:ext cx="352653" cy="215460"/>
          </a:xfrm>
          <a:custGeom xmlns:a="http://schemas.openxmlformats.org/drawingml/2006/main">
            <a:pathLst>
              <a:path w="352653" h="215460" fill="none">
                <a:moveTo>
                  <a:pt x="0" y="0"/>
                </a:moveTo>
                <a:lnTo>
                  <a:pt x="352653" y="0"/>
                </a:lnTo>
                <a:lnTo>
                  <a:pt x="352653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24" cap="flat">
            <a:solidFill>
              <a:srgbClr val="B4C7E7"/>
            </a:solidFill>
            <a:round/>
          </a:ln>
        </p:spPr>
      </p:sp>
      <p:sp>
        <p:nvSpPr>
          <p:cNvPr id="101" name="Text Pass">
            <a:extLst xmlns:a="http://schemas.openxmlformats.org/drawingml/2006/main">
              <a:ext uri="{FF2B5EF4-FFF2-40B4-BE49-F238E27FC236}">
                <a16:creationId xmlns:a16="http://schemas.microsoft.com/office/drawing/2014/main" id="{A73F8214-15AF-4B3C-B8B0-91D478E9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446" y="1676319"/>
            <a:ext cx="220116" cy="83224"/>
          </a:xfrm>
          <a:custGeom xmlns:a="http://schemas.openxmlformats.org/drawingml/2006/main">
            <a:pathLst>
              <a:path w="220116" h="83224">
                <a:moveTo>
                  <a:pt x="55946" y="24786"/>
                </a:moveTo>
                <a:cubicBezTo>
                  <a:pt x="55946" y="29369"/>
                  <a:pt x="55230" y="33427"/>
                  <a:pt x="53799" y="36959"/>
                </a:cubicBezTo>
                <a:cubicBezTo>
                  <a:pt x="52367" y="40491"/>
                  <a:pt x="50284" y="43466"/>
                  <a:pt x="47547" y="45884"/>
                </a:cubicBezTo>
                <a:cubicBezTo>
                  <a:pt x="44811" y="48301"/>
                  <a:pt x="41454" y="50140"/>
                  <a:pt x="37476" y="51401"/>
                </a:cubicBezTo>
                <a:cubicBezTo>
                  <a:pt x="33498" y="52663"/>
                  <a:pt x="28815" y="53294"/>
                  <a:pt x="23426" y="53294"/>
                </a:cubicBezTo>
                <a:lnTo>
                  <a:pt x="16607" y="53294"/>
                </a:lnTo>
                <a:lnTo>
                  <a:pt x="16607" y="79429"/>
                </a:lnTo>
                <a:cubicBezTo>
                  <a:pt x="16607" y="79852"/>
                  <a:pt x="16470" y="80232"/>
                  <a:pt x="16196" y="80570"/>
                </a:cubicBezTo>
                <a:cubicBezTo>
                  <a:pt x="15923" y="80907"/>
                  <a:pt x="15470" y="81181"/>
                  <a:pt x="14839" y="81393"/>
                </a:cubicBezTo>
                <a:cubicBezTo>
                  <a:pt x="14207" y="81603"/>
                  <a:pt x="13365" y="81772"/>
                  <a:pt x="12313" y="81898"/>
                </a:cubicBezTo>
                <a:cubicBezTo>
                  <a:pt x="11261" y="82024"/>
                  <a:pt x="9914" y="82087"/>
                  <a:pt x="8272" y="82087"/>
                </a:cubicBezTo>
                <a:cubicBezTo>
                  <a:pt x="6672" y="82087"/>
                  <a:pt x="5336" y="82024"/>
                  <a:pt x="4262" y="81898"/>
                </a:cubicBezTo>
                <a:cubicBezTo>
                  <a:pt x="3189" y="81772"/>
                  <a:pt x="2336" y="81603"/>
                  <a:pt x="1705" y="81393"/>
                </a:cubicBezTo>
                <a:cubicBezTo>
                  <a:pt x="1073" y="81182"/>
                  <a:pt x="631" y="80909"/>
                  <a:pt x="379" y="80572"/>
                </a:cubicBezTo>
                <a:cubicBezTo>
                  <a:pt x="126" y="80235"/>
                  <a:pt x="0" y="79856"/>
                  <a:pt x="0" y="79435"/>
                </a:cubicBezTo>
                <a:lnTo>
                  <a:pt x="0" y="5936"/>
                </a:lnTo>
                <a:cubicBezTo>
                  <a:pt x="0" y="3957"/>
                  <a:pt x="516" y="2473"/>
                  <a:pt x="1547" y="1484"/>
                </a:cubicBezTo>
                <a:cubicBezTo>
                  <a:pt x="2578" y="495"/>
                  <a:pt x="3936" y="0"/>
                  <a:pt x="5620" y="0"/>
                </a:cubicBezTo>
                <a:lnTo>
                  <a:pt x="24879" y="0"/>
                </a:lnTo>
                <a:cubicBezTo>
                  <a:pt x="26815" y="0"/>
                  <a:pt x="28657" y="74"/>
                  <a:pt x="30404" y="221"/>
                </a:cubicBezTo>
                <a:cubicBezTo>
                  <a:pt x="32151" y="368"/>
                  <a:pt x="34245" y="684"/>
                  <a:pt x="36687" y="1168"/>
                </a:cubicBezTo>
                <a:cubicBezTo>
                  <a:pt x="39128" y="1651"/>
                  <a:pt x="41601" y="2544"/>
                  <a:pt x="44106" y="3848"/>
                </a:cubicBezTo>
                <a:cubicBezTo>
                  <a:pt x="46611" y="5152"/>
                  <a:pt x="48747" y="6802"/>
                  <a:pt x="50515" y="8799"/>
                </a:cubicBezTo>
                <a:cubicBezTo>
                  <a:pt x="52283" y="10796"/>
                  <a:pt x="53630" y="13129"/>
                  <a:pt x="54556" y="15800"/>
                </a:cubicBezTo>
                <a:cubicBezTo>
                  <a:pt x="55483" y="18469"/>
                  <a:pt x="55946" y="21464"/>
                  <a:pt x="55946" y="24786"/>
                </a:cubicBezTo>
                <a:moveTo>
                  <a:pt x="38581" y="25988"/>
                </a:moveTo>
                <a:cubicBezTo>
                  <a:pt x="38581" y="23145"/>
                  <a:pt x="38076" y="20804"/>
                  <a:pt x="37066" y="18965"/>
                </a:cubicBezTo>
                <a:cubicBezTo>
                  <a:pt x="36055" y="17125"/>
                  <a:pt x="34813" y="15766"/>
                  <a:pt x="33340" y="14888"/>
                </a:cubicBezTo>
                <a:cubicBezTo>
                  <a:pt x="31867" y="14011"/>
                  <a:pt x="30320" y="13457"/>
                  <a:pt x="28699" y="13227"/>
                </a:cubicBezTo>
                <a:cubicBezTo>
                  <a:pt x="27078" y="12996"/>
                  <a:pt x="25405" y="12881"/>
                  <a:pt x="23679" y="12881"/>
                </a:cubicBezTo>
                <a:lnTo>
                  <a:pt x="16607" y="12881"/>
                </a:lnTo>
                <a:lnTo>
                  <a:pt x="16607" y="40412"/>
                </a:lnTo>
                <a:lnTo>
                  <a:pt x="24058" y="40412"/>
                </a:lnTo>
                <a:cubicBezTo>
                  <a:pt x="26710" y="40412"/>
                  <a:pt x="28930" y="40057"/>
                  <a:pt x="30720" y="39347"/>
                </a:cubicBezTo>
                <a:cubicBezTo>
                  <a:pt x="32509" y="38635"/>
                  <a:pt x="33971" y="37642"/>
                  <a:pt x="35108" y="36367"/>
                </a:cubicBezTo>
                <a:cubicBezTo>
                  <a:pt x="36245" y="35092"/>
                  <a:pt x="37108" y="33566"/>
                  <a:pt x="37697" y="31789"/>
                </a:cubicBezTo>
                <a:cubicBezTo>
                  <a:pt x="38286" y="30012"/>
                  <a:pt x="38581" y="28078"/>
                  <a:pt x="38581" y="25988"/>
                </a:cubicBezTo>
                <a:close/>
                <a:moveTo>
                  <a:pt x="113202" y="79749"/>
                </a:moveTo>
                <a:cubicBezTo>
                  <a:pt x="113202" y="80338"/>
                  <a:pt x="112992" y="80802"/>
                  <a:pt x="112571" y="81140"/>
                </a:cubicBezTo>
                <a:cubicBezTo>
                  <a:pt x="112150" y="81477"/>
                  <a:pt x="111487" y="81719"/>
                  <a:pt x="110582" y="81866"/>
                </a:cubicBezTo>
                <a:cubicBezTo>
                  <a:pt x="109677" y="82014"/>
                  <a:pt x="108340" y="82087"/>
                  <a:pt x="106572" y="82087"/>
                </a:cubicBezTo>
                <a:cubicBezTo>
                  <a:pt x="104678" y="82087"/>
                  <a:pt x="103299" y="82014"/>
                  <a:pt x="102436" y="81866"/>
                </a:cubicBezTo>
                <a:cubicBezTo>
                  <a:pt x="101573" y="81719"/>
                  <a:pt x="100963" y="81477"/>
                  <a:pt x="100605" y="81140"/>
                </a:cubicBezTo>
                <a:cubicBezTo>
                  <a:pt x="100247" y="80803"/>
                  <a:pt x="100068" y="80340"/>
                  <a:pt x="100068" y="79751"/>
                </a:cubicBezTo>
                <a:lnTo>
                  <a:pt x="100068" y="75268"/>
                </a:lnTo>
                <a:cubicBezTo>
                  <a:pt x="97753" y="77751"/>
                  <a:pt x="95112" y="79698"/>
                  <a:pt x="92144" y="81109"/>
                </a:cubicBezTo>
                <a:cubicBezTo>
                  <a:pt x="89176" y="82519"/>
                  <a:pt x="85882" y="83224"/>
                  <a:pt x="82262" y="83224"/>
                </a:cubicBezTo>
                <a:cubicBezTo>
                  <a:pt x="79273" y="83224"/>
                  <a:pt x="76526" y="82833"/>
                  <a:pt x="74021" y="82052"/>
                </a:cubicBezTo>
                <a:cubicBezTo>
                  <a:pt x="71517" y="81270"/>
                  <a:pt x="69349" y="80109"/>
                  <a:pt x="67518" y="78567"/>
                </a:cubicBezTo>
                <a:cubicBezTo>
                  <a:pt x="65686" y="77025"/>
                  <a:pt x="64266" y="75114"/>
                  <a:pt x="63255" y="72835"/>
                </a:cubicBezTo>
                <a:cubicBezTo>
                  <a:pt x="62245" y="70554"/>
                  <a:pt x="61740" y="67892"/>
                  <a:pt x="61740" y="64851"/>
                </a:cubicBezTo>
                <a:cubicBezTo>
                  <a:pt x="61740" y="61556"/>
                  <a:pt x="62382" y="58694"/>
                  <a:pt x="63666" y="56265"/>
                </a:cubicBezTo>
                <a:cubicBezTo>
                  <a:pt x="64950" y="53837"/>
                  <a:pt x="66865" y="51831"/>
                  <a:pt x="69412" y="50247"/>
                </a:cubicBezTo>
                <a:cubicBezTo>
                  <a:pt x="71959" y="48663"/>
                  <a:pt x="75126" y="47491"/>
                  <a:pt x="78915" y="46731"/>
                </a:cubicBezTo>
                <a:cubicBezTo>
                  <a:pt x="82704" y="45970"/>
                  <a:pt x="87103" y="45590"/>
                  <a:pt x="92112" y="45590"/>
                </a:cubicBezTo>
                <a:lnTo>
                  <a:pt x="97606" y="45590"/>
                </a:lnTo>
                <a:lnTo>
                  <a:pt x="97606" y="42196"/>
                </a:lnTo>
                <a:cubicBezTo>
                  <a:pt x="97606" y="40436"/>
                  <a:pt x="97427" y="38896"/>
                  <a:pt x="97069" y="37577"/>
                </a:cubicBezTo>
                <a:cubicBezTo>
                  <a:pt x="96711" y="36256"/>
                  <a:pt x="96122" y="35155"/>
                  <a:pt x="95301" y="34275"/>
                </a:cubicBezTo>
                <a:cubicBezTo>
                  <a:pt x="94480" y="33395"/>
                  <a:pt x="93386" y="32746"/>
                  <a:pt x="92017" y="32328"/>
                </a:cubicBezTo>
                <a:cubicBezTo>
                  <a:pt x="90649" y="31908"/>
                  <a:pt x="88955" y="31698"/>
                  <a:pt x="86934" y="31698"/>
                </a:cubicBezTo>
                <a:cubicBezTo>
                  <a:pt x="84282" y="31698"/>
                  <a:pt x="81914" y="31993"/>
                  <a:pt x="79831" y="32582"/>
                </a:cubicBezTo>
                <a:cubicBezTo>
                  <a:pt x="77747" y="33172"/>
                  <a:pt x="75905" y="33824"/>
                  <a:pt x="74306" y="34540"/>
                </a:cubicBezTo>
                <a:cubicBezTo>
                  <a:pt x="72706" y="35255"/>
                  <a:pt x="71369" y="35908"/>
                  <a:pt x="70296" y="36497"/>
                </a:cubicBezTo>
                <a:cubicBezTo>
                  <a:pt x="69222" y="37087"/>
                  <a:pt x="68349" y="37381"/>
                  <a:pt x="67675" y="37381"/>
                </a:cubicBezTo>
                <a:cubicBezTo>
                  <a:pt x="67212" y="37381"/>
                  <a:pt x="66802" y="37233"/>
                  <a:pt x="66444" y="36937"/>
                </a:cubicBezTo>
                <a:cubicBezTo>
                  <a:pt x="66086" y="36641"/>
                  <a:pt x="65792" y="36218"/>
                  <a:pt x="65560" y="35668"/>
                </a:cubicBezTo>
                <a:cubicBezTo>
                  <a:pt x="65329" y="35119"/>
                  <a:pt x="65150" y="34442"/>
                  <a:pt x="65023" y="33638"/>
                </a:cubicBezTo>
                <a:cubicBezTo>
                  <a:pt x="64897" y="32833"/>
                  <a:pt x="64834" y="31944"/>
                  <a:pt x="64834" y="30972"/>
                </a:cubicBezTo>
                <a:cubicBezTo>
                  <a:pt x="64834" y="29661"/>
                  <a:pt x="64939" y="28624"/>
                  <a:pt x="65150" y="27862"/>
                </a:cubicBezTo>
                <a:cubicBezTo>
                  <a:pt x="65360" y="27101"/>
                  <a:pt x="65760" y="26413"/>
                  <a:pt x="66349" y="25800"/>
                </a:cubicBezTo>
                <a:cubicBezTo>
                  <a:pt x="66939" y="25186"/>
                  <a:pt x="67970" y="24510"/>
                  <a:pt x="69443" y="23774"/>
                </a:cubicBezTo>
                <a:cubicBezTo>
                  <a:pt x="70917" y="23037"/>
                  <a:pt x="72643" y="22353"/>
                  <a:pt x="74621" y="21722"/>
                </a:cubicBezTo>
                <a:cubicBezTo>
                  <a:pt x="76600" y="21090"/>
                  <a:pt x="78757" y="20574"/>
                  <a:pt x="81094" y="20175"/>
                </a:cubicBezTo>
                <a:cubicBezTo>
                  <a:pt x="83430" y="19775"/>
                  <a:pt x="85840" y="19575"/>
                  <a:pt x="88324" y="19575"/>
                </a:cubicBezTo>
                <a:cubicBezTo>
                  <a:pt x="92744" y="19575"/>
                  <a:pt x="96522" y="20007"/>
                  <a:pt x="99658" y="20871"/>
                </a:cubicBezTo>
                <a:cubicBezTo>
                  <a:pt x="102794" y="21734"/>
                  <a:pt x="105372" y="23061"/>
                  <a:pt x="107393" y="24853"/>
                </a:cubicBezTo>
                <a:cubicBezTo>
                  <a:pt x="109414" y="26643"/>
                  <a:pt x="110887" y="28950"/>
                  <a:pt x="111813" y="31773"/>
                </a:cubicBezTo>
                <a:cubicBezTo>
                  <a:pt x="112739" y="34596"/>
                  <a:pt x="113202" y="37946"/>
                  <a:pt x="113202" y="41823"/>
                </a:cubicBezTo>
                <a:lnTo>
                  <a:pt x="113202" y="79749"/>
                </a:lnTo>
                <a:moveTo>
                  <a:pt x="97606" y="55567"/>
                </a:moveTo>
                <a:lnTo>
                  <a:pt x="91544" y="55567"/>
                </a:lnTo>
                <a:cubicBezTo>
                  <a:pt x="88976" y="55567"/>
                  <a:pt x="86787" y="55758"/>
                  <a:pt x="84977" y="56139"/>
                </a:cubicBezTo>
                <a:cubicBezTo>
                  <a:pt x="83167" y="56520"/>
                  <a:pt x="81693" y="57093"/>
                  <a:pt x="80557" y="57858"/>
                </a:cubicBezTo>
                <a:cubicBezTo>
                  <a:pt x="79420" y="58621"/>
                  <a:pt x="78589" y="59544"/>
                  <a:pt x="78063" y="60626"/>
                </a:cubicBezTo>
                <a:cubicBezTo>
                  <a:pt x="77536" y="61708"/>
                  <a:pt x="77273" y="62948"/>
                  <a:pt x="77273" y="64348"/>
                </a:cubicBezTo>
                <a:cubicBezTo>
                  <a:pt x="77273" y="66724"/>
                  <a:pt x="78021" y="68590"/>
                  <a:pt x="79515" y="69948"/>
                </a:cubicBezTo>
                <a:cubicBezTo>
                  <a:pt x="81009" y="71305"/>
                  <a:pt x="83083" y="71984"/>
                  <a:pt x="85735" y="71984"/>
                </a:cubicBezTo>
                <a:cubicBezTo>
                  <a:pt x="87966" y="71984"/>
                  <a:pt x="90018" y="71412"/>
                  <a:pt x="91891" y="70267"/>
                </a:cubicBezTo>
                <a:cubicBezTo>
                  <a:pt x="93764" y="69122"/>
                  <a:pt x="95669" y="67446"/>
                  <a:pt x="97606" y="65240"/>
                </a:cubicBezTo>
                <a:lnTo>
                  <a:pt x="97606" y="55567"/>
                </a:lnTo>
                <a:close/>
                <a:moveTo>
                  <a:pt x="168570" y="63673"/>
                </a:moveTo>
                <a:cubicBezTo>
                  <a:pt x="168570" y="66879"/>
                  <a:pt x="167970" y="69705"/>
                  <a:pt x="166770" y="72152"/>
                </a:cubicBezTo>
                <a:cubicBezTo>
                  <a:pt x="165570" y="74597"/>
                  <a:pt x="163876" y="76643"/>
                  <a:pt x="161687" y="78289"/>
                </a:cubicBezTo>
                <a:cubicBezTo>
                  <a:pt x="159498" y="79933"/>
                  <a:pt x="156909" y="81166"/>
                  <a:pt x="153920" y="81989"/>
                </a:cubicBezTo>
                <a:cubicBezTo>
                  <a:pt x="150931" y="82812"/>
                  <a:pt x="147690" y="83224"/>
                  <a:pt x="144196" y="83224"/>
                </a:cubicBezTo>
                <a:cubicBezTo>
                  <a:pt x="142091" y="83224"/>
                  <a:pt x="140081" y="83064"/>
                  <a:pt x="138166" y="82744"/>
                </a:cubicBezTo>
                <a:cubicBezTo>
                  <a:pt x="136250" y="82425"/>
                  <a:pt x="134535" y="82020"/>
                  <a:pt x="133019" y="81531"/>
                </a:cubicBezTo>
                <a:cubicBezTo>
                  <a:pt x="131504" y="81040"/>
                  <a:pt x="130241" y="80540"/>
                  <a:pt x="129231" y="80029"/>
                </a:cubicBezTo>
                <a:cubicBezTo>
                  <a:pt x="128220" y="79517"/>
                  <a:pt x="127484" y="79038"/>
                  <a:pt x="127021" y="78591"/>
                </a:cubicBezTo>
                <a:cubicBezTo>
                  <a:pt x="126558" y="78143"/>
                  <a:pt x="126200" y="77444"/>
                  <a:pt x="125947" y="76491"/>
                </a:cubicBezTo>
                <a:cubicBezTo>
                  <a:pt x="125695" y="75539"/>
                  <a:pt x="125568" y="74131"/>
                  <a:pt x="125568" y="72268"/>
                </a:cubicBezTo>
                <a:cubicBezTo>
                  <a:pt x="125568" y="71041"/>
                  <a:pt x="125611" y="70057"/>
                  <a:pt x="125695" y="69316"/>
                </a:cubicBezTo>
                <a:cubicBezTo>
                  <a:pt x="125779" y="68576"/>
                  <a:pt x="125905" y="67983"/>
                  <a:pt x="126074" y="67538"/>
                </a:cubicBezTo>
                <a:cubicBezTo>
                  <a:pt x="126242" y="67094"/>
                  <a:pt x="126452" y="66798"/>
                  <a:pt x="126705" y="66651"/>
                </a:cubicBezTo>
                <a:cubicBezTo>
                  <a:pt x="126958" y="66502"/>
                  <a:pt x="127273" y="66428"/>
                  <a:pt x="127652" y="66428"/>
                </a:cubicBezTo>
                <a:cubicBezTo>
                  <a:pt x="128115" y="66428"/>
                  <a:pt x="128799" y="66694"/>
                  <a:pt x="129704" y="67227"/>
                </a:cubicBezTo>
                <a:cubicBezTo>
                  <a:pt x="130609" y="67759"/>
                  <a:pt x="131736" y="68346"/>
                  <a:pt x="133083" y="68985"/>
                </a:cubicBezTo>
                <a:cubicBezTo>
                  <a:pt x="134430" y="69624"/>
                  <a:pt x="135998" y="70221"/>
                  <a:pt x="137787" y="70775"/>
                </a:cubicBezTo>
                <a:cubicBezTo>
                  <a:pt x="139576" y="71328"/>
                  <a:pt x="141607" y="71605"/>
                  <a:pt x="143880" y="71605"/>
                </a:cubicBezTo>
                <a:cubicBezTo>
                  <a:pt x="145311" y="71605"/>
                  <a:pt x="146585" y="71459"/>
                  <a:pt x="147700" y="71165"/>
                </a:cubicBezTo>
                <a:cubicBezTo>
                  <a:pt x="148816" y="70872"/>
                  <a:pt x="149784" y="70453"/>
                  <a:pt x="150605" y="69908"/>
                </a:cubicBezTo>
                <a:cubicBezTo>
                  <a:pt x="151426" y="69362"/>
                  <a:pt x="152047" y="68670"/>
                  <a:pt x="152468" y="67832"/>
                </a:cubicBezTo>
                <a:cubicBezTo>
                  <a:pt x="152889" y="66995"/>
                  <a:pt x="153099" y="66030"/>
                  <a:pt x="153099" y="64940"/>
                </a:cubicBezTo>
                <a:cubicBezTo>
                  <a:pt x="153099" y="63674"/>
                  <a:pt x="152710" y="62588"/>
                  <a:pt x="151931" y="61682"/>
                </a:cubicBezTo>
                <a:cubicBezTo>
                  <a:pt x="151152" y="60774"/>
                  <a:pt x="150121" y="59983"/>
                  <a:pt x="148837" y="59308"/>
                </a:cubicBezTo>
                <a:cubicBezTo>
                  <a:pt x="147553" y="58633"/>
                  <a:pt x="146101" y="58000"/>
                  <a:pt x="144480" y="57410"/>
                </a:cubicBezTo>
                <a:cubicBezTo>
                  <a:pt x="142859" y="56819"/>
                  <a:pt x="141197" y="56165"/>
                  <a:pt x="139492" y="55448"/>
                </a:cubicBezTo>
                <a:cubicBezTo>
                  <a:pt x="137787" y="54731"/>
                  <a:pt x="136124" y="53909"/>
                  <a:pt x="134503" y="52982"/>
                </a:cubicBezTo>
                <a:cubicBezTo>
                  <a:pt x="132883" y="52053"/>
                  <a:pt x="131430" y="50914"/>
                  <a:pt x="130146" y="49564"/>
                </a:cubicBezTo>
                <a:cubicBezTo>
                  <a:pt x="128862" y="48214"/>
                  <a:pt x="127831" y="46591"/>
                  <a:pt x="127052" y="44694"/>
                </a:cubicBezTo>
                <a:cubicBezTo>
                  <a:pt x="126274" y="42796"/>
                  <a:pt x="125884" y="40518"/>
                  <a:pt x="125884" y="37861"/>
                </a:cubicBezTo>
                <a:cubicBezTo>
                  <a:pt x="125884" y="35160"/>
                  <a:pt x="126410" y="32682"/>
                  <a:pt x="127463" y="30426"/>
                </a:cubicBezTo>
                <a:cubicBezTo>
                  <a:pt x="128515" y="28169"/>
                  <a:pt x="130031" y="26240"/>
                  <a:pt x="132009" y="24638"/>
                </a:cubicBezTo>
                <a:cubicBezTo>
                  <a:pt x="133988" y="23034"/>
                  <a:pt x="136398" y="21790"/>
                  <a:pt x="139239" y="20905"/>
                </a:cubicBezTo>
                <a:cubicBezTo>
                  <a:pt x="142081" y="20018"/>
                  <a:pt x="145269" y="19575"/>
                  <a:pt x="148805" y="19575"/>
                </a:cubicBezTo>
                <a:cubicBezTo>
                  <a:pt x="150573" y="19575"/>
                  <a:pt x="152289" y="19701"/>
                  <a:pt x="153952" y="19954"/>
                </a:cubicBezTo>
                <a:cubicBezTo>
                  <a:pt x="155614" y="20206"/>
                  <a:pt x="157119" y="20522"/>
                  <a:pt x="158466" y="20901"/>
                </a:cubicBezTo>
                <a:cubicBezTo>
                  <a:pt x="159814" y="21280"/>
                  <a:pt x="160950" y="21690"/>
                  <a:pt x="161876" y="22132"/>
                </a:cubicBezTo>
                <a:cubicBezTo>
                  <a:pt x="162802" y="22574"/>
                  <a:pt x="163465" y="22953"/>
                  <a:pt x="163865" y="23269"/>
                </a:cubicBezTo>
                <a:cubicBezTo>
                  <a:pt x="164265" y="23584"/>
                  <a:pt x="164549" y="23900"/>
                  <a:pt x="164718" y="24216"/>
                </a:cubicBezTo>
                <a:cubicBezTo>
                  <a:pt x="164886" y="24531"/>
                  <a:pt x="165012" y="24910"/>
                  <a:pt x="165097" y="25352"/>
                </a:cubicBezTo>
                <a:cubicBezTo>
                  <a:pt x="165181" y="25794"/>
                  <a:pt x="165254" y="26342"/>
                  <a:pt x="165318" y="26994"/>
                </a:cubicBezTo>
                <a:cubicBezTo>
                  <a:pt x="165381" y="27647"/>
                  <a:pt x="165412" y="28457"/>
                  <a:pt x="165412" y="29425"/>
                </a:cubicBezTo>
                <a:cubicBezTo>
                  <a:pt x="165412" y="30562"/>
                  <a:pt x="165381" y="31488"/>
                  <a:pt x="165318" y="32203"/>
                </a:cubicBezTo>
                <a:cubicBezTo>
                  <a:pt x="165254" y="32919"/>
                  <a:pt x="165149" y="33487"/>
                  <a:pt x="165002" y="33908"/>
                </a:cubicBezTo>
                <a:cubicBezTo>
                  <a:pt x="164855" y="34329"/>
                  <a:pt x="164655" y="34613"/>
                  <a:pt x="164402" y="34761"/>
                </a:cubicBezTo>
                <a:cubicBezTo>
                  <a:pt x="164149" y="34908"/>
                  <a:pt x="163855" y="34982"/>
                  <a:pt x="163518" y="34982"/>
                </a:cubicBezTo>
                <a:cubicBezTo>
                  <a:pt x="163139" y="34982"/>
                  <a:pt x="162550" y="34761"/>
                  <a:pt x="161750" y="34319"/>
                </a:cubicBezTo>
                <a:cubicBezTo>
                  <a:pt x="160950" y="33877"/>
                  <a:pt x="159950" y="33403"/>
                  <a:pt x="158751" y="32898"/>
                </a:cubicBezTo>
                <a:cubicBezTo>
                  <a:pt x="157551" y="32393"/>
                  <a:pt x="156162" y="31919"/>
                  <a:pt x="154583" y="31477"/>
                </a:cubicBezTo>
                <a:cubicBezTo>
                  <a:pt x="153005" y="31035"/>
                  <a:pt x="151205" y="30814"/>
                  <a:pt x="149184" y="30814"/>
                </a:cubicBezTo>
                <a:cubicBezTo>
                  <a:pt x="147753" y="30814"/>
                  <a:pt x="146511" y="30963"/>
                  <a:pt x="145459" y="31260"/>
                </a:cubicBezTo>
                <a:cubicBezTo>
                  <a:pt x="144406" y="31556"/>
                  <a:pt x="143543" y="31979"/>
                  <a:pt x="142870" y="32529"/>
                </a:cubicBezTo>
                <a:cubicBezTo>
                  <a:pt x="142196" y="33079"/>
                  <a:pt x="141691" y="33724"/>
                  <a:pt x="141354" y="34465"/>
                </a:cubicBezTo>
                <a:cubicBezTo>
                  <a:pt x="141018" y="35205"/>
                  <a:pt x="140849" y="35999"/>
                  <a:pt x="140849" y="36847"/>
                </a:cubicBezTo>
                <a:cubicBezTo>
                  <a:pt x="140849" y="38154"/>
                  <a:pt x="141249" y="39251"/>
                  <a:pt x="142049" y="40138"/>
                </a:cubicBezTo>
                <a:cubicBezTo>
                  <a:pt x="142849" y="41023"/>
                  <a:pt x="143901" y="41803"/>
                  <a:pt x="145206" y="42478"/>
                </a:cubicBezTo>
                <a:cubicBezTo>
                  <a:pt x="146511" y="43153"/>
                  <a:pt x="147995" y="43786"/>
                  <a:pt x="149658" y="44376"/>
                </a:cubicBezTo>
                <a:cubicBezTo>
                  <a:pt x="151321" y="44967"/>
                  <a:pt x="153005" y="45610"/>
                  <a:pt x="154709" y="46306"/>
                </a:cubicBezTo>
                <a:cubicBezTo>
                  <a:pt x="156414" y="47002"/>
                  <a:pt x="158098" y="47814"/>
                  <a:pt x="159761" y="48741"/>
                </a:cubicBezTo>
                <a:cubicBezTo>
                  <a:pt x="161424" y="49669"/>
                  <a:pt x="162908" y="50808"/>
                  <a:pt x="164213" y="52159"/>
                </a:cubicBezTo>
                <a:cubicBezTo>
                  <a:pt x="165518" y="53509"/>
                  <a:pt x="166570" y="55122"/>
                  <a:pt x="167370" y="56999"/>
                </a:cubicBezTo>
                <a:cubicBezTo>
                  <a:pt x="168170" y="58875"/>
                  <a:pt x="168570" y="61100"/>
                  <a:pt x="168570" y="63673"/>
                </a:cubicBezTo>
                <a:close/>
                <a:moveTo>
                  <a:pt x="220116" y="63673"/>
                </a:moveTo>
                <a:cubicBezTo>
                  <a:pt x="220116" y="66879"/>
                  <a:pt x="219516" y="69705"/>
                  <a:pt x="218316" y="72152"/>
                </a:cubicBezTo>
                <a:cubicBezTo>
                  <a:pt x="217117" y="74597"/>
                  <a:pt x="215422" y="76643"/>
                  <a:pt x="213233" y="78289"/>
                </a:cubicBezTo>
                <a:cubicBezTo>
                  <a:pt x="211044" y="79933"/>
                  <a:pt x="208455" y="81166"/>
                  <a:pt x="205467" y="81989"/>
                </a:cubicBezTo>
                <a:cubicBezTo>
                  <a:pt x="202478" y="82812"/>
                  <a:pt x="199236" y="83224"/>
                  <a:pt x="195742" y="83224"/>
                </a:cubicBezTo>
                <a:cubicBezTo>
                  <a:pt x="193638" y="83224"/>
                  <a:pt x="191627" y="83064"/>
                  <a:pt x="189712" y="82744"/>
                </a:cubicBezTo>
                <a:cubicBezTo>
                  <a:pt x="187797" y="82425"/>
                  <a:pt x="186081" y="82020"/>
                  <a:pt x="184566" y="81531"/>
                </a:cubicBezTo>
                <a:cubicBezTo>
                  <a:pt x="183050" y="81040"/>
                  <a:pt x="181788" y="80540"/>
                  <a:pt x="180777" y="80029"/>
                </a:cubicBezTo>
                <a:cubicBezTo>
                  <a:pt x="179767" y="79517"/>
                  <a:pt x="179030" y="79038"/>
                  <a:pt x="178567" y="78591"/>
                </a:cubicBezTo>
                <a:cubicBezTo>
                  <a:pt x="178104" y="78143"/>
                  <a:pt x="177746" y="77444"/>
                  <a:pt x="177494" y="76491"/>
                </a:cubicBezTo>
                <a:cubicBezTo>
                  <a:pt x="177241" y="75539"/>
                  <a:pt x="177115" y="74131"/>
                  <a:pt x="177115" y="72268"/>
                </a:cubicBezTo>
                <a:cubicBezTo>
                  <a:pt x="177115" y="71041"/>
                  <a:pt x="177157" y="70057"/>
                  <a:pt x="177241" y="69316"/>
                </a:cubicBezTo>
                <a:cubicBezTo>
                  <a:pt x="177325" y="68576"/>
                  <a:pt x="177452" y="67983"/>
                  <a:pt x="177620" y="67538"/>
                </a:cubicBezTo>
                <a:cubicBezTo>
                  <a:pt x="177788" y="67094"/>
                  <a:pt x="177999" y="66798"/>
                  <a:pt x="178251" y="66651"/>
                </a:cubicBezTo>
                <a:cubicBezTo>
                  <a:pt x="178504" y="66502"/>
                  <a:pt x="178820" y="66428"/>
                  <a:pt x="179199" y="66428"/>
                </a:cubicBezTo>
                <a:cubicBezTo>
                  <a:pt x="179662" y="66428"/>
                  <a:pt x="180346" y="66694"/>
                  <a:pt x="181251" y="67227"/>
                </a:cubicBezTo>
                <a:cubicBezTo>
                  <a:pt x="182156" y="67759"/>
                  <a:pt x="183282" y="68346"/>
                  <a:pt x="184629" y="68985"/>
                </a:cubicBezTo>
                <a:cubicBezTo>
                  <a:pt x="185976" y="69624"/>
                  <a:pt x="187544" y="70221"/>
                  <a:pt x="189333" y="70775"/>
                </a:cubicBezTo>
                <a:cubicBezTo>
                  <a:pt x="191122" y="71328"/>
                  <a:pt x="193153" y="71605"/>
                  <a:pt x="195427" y="71605"/>
                </a:cubicBezTo>
                <a:cubicBezTo>
                  <a:pt x="196858" y="71605"/>
                  <a:pt x="198131" y="71459"/>
                  <a:pt x="199247" y="71165"/>
                </a:cubicBezTo>
                <a:cubicBezTo>
                  <a:pt x="200362" y="70872"/>
                  <a:pt x="201331" y="70453"/>
                  <a:pt x="202151" y="69908"/>
                </a:cubicBezTo>
                <a:cubicBezTo>
                  <a:pt x="202972" y="69362"/>
                  <a:pt x="203593" y="68670"/>
                  <a:pt x="204014" y="67832"/>
                </a:cubicBezTo>
                <a:cubicBezTo>
                  <a:pt x="204435" y="66995"/>
                  <a:pt x="204646" y="66030"/>
                  <a:pt x="204646" y="64940"/>
                </a:cubicBezTo>
                <a:cubicBezTo>
                  <a:pt x="204646" y="63674"/>
                  <a:pt x="204256" y="62588"/>
                  <a:pt x="203478" y="61682"/>
                </a:cubicBezTo>
                <a:cubicBezTo>
                  <a:pt x="202699" y="60774"/>
                  <a:pt x="201667" y="59983"/>
                  <a:pt x="200383" y="59308"/>
                </a:cubicBezTo>
                <a:cubicBezTo>
                  <a:pt x="199100" y="58633"/>
                  <a:pt x="197647" y="58000"/>
                  <a:pt x="196027" y="57410"/>
                </a:cubicBezTo>
                <a:cubicBezTo>
                  <a:pt x="194406" y="56819"/>
                  <a:pt x="192743" y="56165"/>
                  <a:pt x="191038" y="55448"/>
                </a:cubicBezTo>
                <a:cubicBezTo>
                  <a:pt x="189333" y="54731"/>
                  <a:pt x="187670" y="53909"/>
                  <a:pt x="186050" y="52982"/>
                </a:cubicBezTo>
                <a:cubicBezTo>
                  <a:pt x="184429" y="52053"/>
                  <a:pt x="182977" y="50914"/>
                  <a:pt x="181693" y="49564"/>
                </a:cubicBezTo>
                <a:cubicBezTo>
                  <a:pt x="180409" y="48214"/>
                  <a:pt x="179378" y="46591"/>
                  <a:pt x="178599" y="44694"/>
                </a:cubicBezTo>
                <a:cubicBezTo>
                  <a:pt x="177820" y="42796"/>
                  <a:pt x="177431" y="40518"/>
                  <a:pt x="177431" y="37861"/>
                </a:cubicBezTo>
                <a:cubicBezTo>
                  <a:pt x="177431" y="35160"/>
                  <a:pt x="177957" y="32682"/>
                  <a:pt x="179009" y="30426"/>
                </a:cubicBezTo>
                <a:cubicBezTo>
                  <a:pt x="180062" y="28169"/>
                  <a:pt x="181577" y="26240"/>
                  <a:pt x="183556" y="24638"/>
                </a:cubicBezTo>
                <a:cubicBezTo>
                  <a:pt x="185534" y="23034"/>
                  <a:pt x="187944" y="21790"/>
                  <a:pt x="190786" y="20905"/>
                </a:cubicBezTo>
                <a:cubicBezTo>
                  <a:pt x="193627" y="20018"/>
                  <a:pt x="196816" y="19575"/>
                  <a:pt x="200352" y="19575"/>
                </a:cubicBezTo>
                <a:cubicBezTo>
                  <a:pt x="202120" y="19575"/>
                  <a:pt x="203835" y="19701"/>
                  <a:pt x="205498" y="19954"/>
                </a:cubicBezTo>
                <a:cubicBezTo>
                  <a:pt x="207161" y="20206"/>
                  <a:pt x="208666" y="20522"/>
                  <a:pt x="210013" y="20901"/>
                </a:cubicBezTo>
                <a:cubicBezTo>
                  <a:pt x="211360" y="21280"/>
                  <a:pt x="212497" y="21690"/>
                  <a:pt x="213423" y="22132"/>
                </a:cubicBezTo>
                <a:cubicBezTo>
                  <a:pt x="214349" y="22574"/>
                  <a:pt x="215012" y="22953"/>
                  <a:pt x="215412" y="23269"/>
                </a:cubicBezTo>
                <a:cubicBezTo>
                  <a:pt x="215812" y="23584"/>
                  <a:pt x="216096" y="23900"/>
                  <a:pt x="216264" y="24216"/>
                </a:cubicBezTo>
                <a:cubicBezTo>
                  <a:pt x="216433" y="24531"/>
                  <a:pt x="216559" y="24910"/>
                  <a:pt x="216643" y="25352"/>
                </a:cubicBezTo>
                <a:cubicBezTo>
                  <a:pt x="216727" y="25794"/>
                  <a:pt x="216801" y="26342"/>
                  <a:pt x="216864" y="26994"/>
                </a:cubicBezTo>
                <a:cubicBezTo>
                  <a:pt x="216927" y="27647"/>
                  <a:pt x="216959" y="28457"/>
                  <a:pt x="216959" y="29425"/>
                </a:cubicBezTo>
                <a:cubicBezTo>
                  <a:pt x="216959" y="30562"/>
                  <a:pt x="216927" y="31488"/>
                  <a:pt x="216864" y="32203"/>
                </a:cubicBezTo>
                <a:cubicBezTo>
                  <a:pt x="216801" y="32919"/>
                  <a:pt x="216696" y="33487"/>
                  <a:pt x="216548" y="33908"/>
                </a:cubicBezTo>
                <a:cubicBezTo>
                  <a:pt x="216401" y="34329"/>
                  <a:pt x="216201" y="34613"/>
                  <a:pt x="215948" y="34761"/>
                </a:cubicBezTo>
                <a:cubicBezTo>
                  <a:pt x="215696" y="34908"/>
                  <a:pt x="215401" y="34982"/>
                  <a:pt x="215064" y="34982"/>
                </a:cubicBezTo>
                <a:cubicBezTo>
                  <a:pt x="214686" y="34982"/>
                  <a:pt x="214096" y="34761"/>
                  <a:pt x="213296" y="34319"/>
                </a:cubicBezTo>
                <a:cubicBezTo>
                  <a:pt x="212497" y="33877"/>
                  <a:pt x="211497" y="33403"/>
                  <a:pt x="210297" y="32898"/>
                </a:cubicBezTo>
                <a:cubicBezTo>
                  <a:pt x="209097" y="32393"/>
                  <a:pt x="207708" y="31919"/>
                  <a:pt x="206130" y="31477"/>
                </a:cubicBezTo>
                <a:cubicBezTo>
                  <a:pt x="204551" y="31035"/>
                  <a:pt x="202751" y="30814"/>
                  <a:pt x="200731" y="30814"/>
                </a:cubicBezTo>
                <a:cubicBezTo>
                  <a:pt x="199299" y="30814"/>
                  <a:pt x="198058" y="30963"/>
                  <a:pt x="197005" y="31260"/>
                </a:cubicBezTo>
                <a:cubicBezTo>
                  <a:pt x="195953" y="31556"/>
                  <a:pt x="195090" y="31979"/>
                  <a:pt x="194416" y="32529"/>
                </a:cubicBezTo>
                <a:cubicBezTo>
                  <a:pt x="193743" y="33079"/>
                  <a:pt x="193238" y="33724"/>
                  <a:pt x="192901" y="34465"/>
                </a:cubicBezTo>
                <a:cubicBezTo>
                  <a:pt x="192564" y="35205"/>
                  <a:pt x="192396" y="35999"/>
                  <a:pt x="192396" y="36847"/>
                </a:cubicBezTo>
                <a:cubicBezTo>
                  <a:pt x="192396" y="38154"/>
                  <a:pt x="192796" y="39251"/>
                  <a:pt x="193595" y="40138"/>
                </a:cubicBezTo>
                <a:cubicBezTo>
                  <a:pt x="194395" y="41023"/>
                  <a:pt x="195448" y="41803"/>
                  <a:pt x="196753" y="42478"/>
                </a:cubicBezTo>
                <a:cubicBezTo>
                  <a:pt x="198058" y="43153"/>
                  <a:pt x="199542" y="43786"/>
                  <a:pt x="201204" y="44376"/>
                </a:cubicBezTo>
                <a:cubicBezTo>
                  <a:pt x="202867" y="44967"/>
                  <a:pt x="204551" y="45610"/>
                  <a:pt x="206256" y="46306"/>
                </a:cubicBezTo>
                <a:cubicBezTo>
                  <a:pt x="207961" y="47002"/>
                  <a:pt x="209645" y="47814"/>
                  <a:pt x="211307" y="48741"/>
                </a:cubicBezTo>
                <a:cubicBezTo>
                  <a:pt x="212970" y="49669"/>
                  <a:pt x="214454" y="50808"/>
                  <a:pt x="215759" y="52159"/>
                </a:cubicBezTo>
                <a:cubicBezTo>
                  <a:pt x="217064" y="53509"/>
                  <a:pt x="218116" y="55122"/>
                  <a:pt x="218916" y="56999"/>
                </a:cubicBezTo>
                <a:cubicBezTo>
                  <a:pt x="219716" y="58875"/>
                  <a:pt x="220116" y="61100"/>
                  <a:pt x="220116" y="63673"/>
                </a:cubicBez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1AC3C-BF11-41AA-8584-696AD95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963" y="3564457"/>
            <a:ext cx="903503" cy="215460"/>
          </a:xfrm>
          <a:custGeom xmlns:a="http://schemas.openxmlformats.org/drawingml/2006/main">
            <a:pathLst>
              <a:path w="903503" h="215460">
                <a:moveTo>
                  <a:pt x="0" y="0"/>
                </a:moveTo>
                <a:lnTo>
                  <a:pt x="903503" y="0"/>
                </a:lnTo>
                <a:lnTo>
                  <a:pt x="903503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59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55D8A-B157-4C8F-88ED-1F728056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962" y="3564457"/>
            <a:ext cx="903504" cy="215460"/>
          </a:xfrm>
          <a:custGeom xmlns:a="http://schemas.openxmlformats.org/drawingml/2006/main">
            <a:pathLst>
              <a:path w="903504" h="215460" fill="none">
                <a:moveTo>
                  <a:pt x="0" y="0"/>
                </a:moveTo>
                <a:lnTo>
                  <a:pt x="903504" y="0"/>
                </a:lnTo>
                <a:lnTo>
                  <a:pt x="903504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24" cap="flat">
            <a:solidFill>
              <a:srgbClr val="B4C7E7"/>
            </a:solidFill>
            <a:round/>
          </a:ln>
        </p:spPr>
      </p:sp>
      <p:sp>
        <p:nvSpPr>
          <p:cNvPr id="104" name="Text AssertionError">
            <a:extLst xmlns:a="http://schemas.openxmlformats.org/drawingml/2006/main">
              <a:ext uri="{FF2B5EF4-FFF2-40B4-BE49-F238E27FC236}">
                <a16:creationId xmlns:a16="http://schemas.microsoft.com/office/drawing/2014/main" id="{11D845B5-4DC3-4FA9-B01C-D3CA4D67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045" y="3629521"/>
            <a:ext cx="774723" cy="87265"/>
          </a:xfrm>
          <a:custGeom xmlns:a="http://schemas.openxmlformats.org/drawingml/2006/main">
            <a:pathLst>
              <a:path w="774723" h="87265">
                <a:moveTo>
                  <a:pt x="74321" y="79561"/>
                </a:moveTo>
                <a:cubicBezTo>
                  <a:pt x="74826" y="81077"/>
                  <a:pt x="75141" y="82277"/>
                  <a:pt x="75268" y="83161"/>
                </a:cubicBezTo>
                <a:cubicBezTo>
                  <a:pt x="75394" y="84045"/>
                  <a:pt x="75226" y="84708"/>
                  <a:pt x="74763" y="85150"/>
                </a:cubicBezTo>
                <a:cubicBezTo>
                  <a:pt x="74299" y="85592"/>
                  <a:pt x="73479" y="85865"/>
                  <a:pt x="72300" y="85971"/>
                </a:cubicBezTo>
                <a:cubicBezTo>
                  <a:pt x="71121" y="86076"/>
                  <a:pt x="69501" y="86128"/>
                  <a:pt x="67438" y="86128"/>
                </a:cubicBezTo>
                <a:cubicBezTo>
                  <a:pt x="65291" y="86128"/>
                  <a:pt x="63618" y="86097"/>
                  <a:pt x="62418" y="86034"/>
                </a:cubicBezTo>
                <a:cubicBezTo>
                  <a:pt x="61218" y="85971"/>
                  <a:pt x="60303" y="85844"/>
                  <a:pt x="59671" y="85655"/>
                </a:cubicBezTo>
                <a:cubicBezTo>
                  <a:pt x="59040" y="85465"/>
                  <a:pt x="58598" y="85202"/>
                  <a:pt x="58345" y="84866"/>
                </a:cubicBezTo>
                <a:cubicBezTo>
                  <a:pt x="58093" y="84529"/>
                  <a:pt x="57882" y="84087"/>
                  <a:pt x="57714" y="83540"/>
                </a:cubicBezTo>
                <a:lnTo>
                  <a:pt x="52220" y="67059"/>
                </a:lnTo>
                <a:lnTo>
                  <a:pt x="21532" y="67059"/>
                </a:lnTo>
                <a:lnTo>
                  <a:pt x="16354" y="83098"/>
                </a:lnTo>
                <a:cubicBezTo>
                  <a:pt x="16186" y="83687"/>
                  <a:pt x="15965" y="84182"/>
                  <a:pt x="15691" y="84581"/>
                </a:cubicBezTo>
                <a:cubicBezTo>
                  <a:pt x="15418" y="84981"/>
                  <a:pt x="14976" y="85297"/>
                  <a:pt x="14365" y="85529"/>
                </a:cubicBezTo>
                <a:cubicBezTo>
                  <a:pt x="13755" y="85760"/>
                  <a:pt x="12892" y="85918"/>
                  <a:pt x="11776" y="86002"/>
                </a:cubicBezTo>
                <a:cubicBezTo>
                  <a:pt x="10661" y="86086"/>
                  <a:pt x="9198" y="86128"/>
                  <a:pt x="7388" y="86128"/>
                </a:cubicBezTo>
                <a:cubicBezTo>
                  <a:pt x="5451" y="86128"/>
                  <a:pt x="3936" y="86065"/>
                  <a:pt x="2841" y="85939"/>
                </a:cubicBezTo>
                <a:cubicBezTo>
                  <a:pt x="1747" y="85813"/>
                  <a:pt x="989" y="85508"/>
                  <a:pt x="568" y="85023"/>
                </a:cubicBezTo>
                <a:cubicBezTo>
                  <a:pt x="147" y="84539"/>
                  <a:pt x="0" y="83855"/>
                  <a:pt x="126" y="82971"/>
                </a:cubicBezTo>
                <a:cubicBezTo>
                  <a:pt x="253" y="82087"/>
                  <a:pt x="568" y="80909"/>
                  <a:pt x="1073" y="79435"/>
                </a:cubicBezTo>
                <a:lnTo>
                  <a:pt x="26268" y="6946"/>
                </a:lnTo>
                <a:cubicBezTo>
                  <a:pt x="26520" y="6230"/>
                  <a:pt x="26815" y="5651"/>
                  <a:pt x="27152" y="5209"/>
                </a:cubicBezTo>
                <a:cubicBezTo>
                  <a:pt x="27489" y="4767"/>
                  <a:pt x="28025" y="4431"/>
                  <a:pt x="28762" y="4199"/>
                </a:cubicBezTo>
                <a:cubicBezTo>
                  <a:pt x="29499" y="3968"/>
                  <a:pt x="30520" y="3820"/>
                  <a:pt x="31825" y="3757"/>
                </a:cubicBezTo>
                <a:cubicBezTo>
                  <a:pt x="33130" y="3694"/>
                  <a:pt x="34856" y="3662"/>
                  <a:pt x="37002" y="3662"/>
                </a:cubicBezTo>
                <a:cubicBezTo>
                  <a:pt x="39486" y="3662"/>
                  <a:pt x="41465" y="3694"/>
                  <a:pt x="42938" y="3757"/>
                </a:cubicBezTo>
                <a:cubicBezTo>
                  <a:pt x="44411" y="3820"/>
                  <a:pt x="45558" y="3968"/>
                  <a:pt x="46379" y="4199"/>
                </a:cubicBezTo>
                <a:cubicBezTo>
                  <a:pt x="47200" y="4431"/>
                  <a:pt x="47790" y="4778"/>
                  <a:pt x="48147" y="5241"/>
                </a:cubicBezTo>
                <a:cubicBezTo>
                  <a:pt x="48505" y="5704"/>
                  <a:pt x="48810" y="6335"/>
                  <a:pt x="49063" y="7135"/>
                </a:cubicBezTo>
                <a:lnTo>
                  <a:pt x="74321" y="79561"/>
                </a:lnTo>
                <a:moveTo>
                  <a:pt x="36813" y="19579"/>
                </a:moveTo>
                <a:lnTo>
                  <a:pt x="36750" y="19579"/>
                </a:lnTo>
                <a:lnTo>
                  <a:pt x="25194" y="54304"/>
                </a:lnTo>
                <a:lnTo>
                  <a:pt x="48368" y="54304"/>
                </a:lnTo>
                <a:lnTo>
                  <a:pt x="36813" y="19579"/>
                </a:lnTo>
                <a:close/>
                <a:moveTo>
                  <a:pt x="124902" y="67714"/>
                </a:moveTo>
                <a:cubicBezTo>
                  <a:pt x="124902" y="70920"/>
                  <a:pt x="124302" y="73746"/>
                  <a:pt x="123103" y="76193"/>
                </a:cubicBezTo>
                <a:cubicBezTo>
                  <a:pt x="121903" y="78639"/>
                  <a:pt x="120208" y="80684"/>
                  <a:pt x="118019" y="82330"/>
                </a:cubicBezTo>
                <a:cubicBezTo>
                  <a:pt x="115830" y="83974"/>
                  <a:pt x="113242" y="85208"/>
                  <a:pt x="110253" y="86030"/>
                </a:cubicBezTo>
                <a:cubicBezTo>
                  <a:pt x="107264" y="86853"/>
                  <a:pt x="104023" y="87265"/>
                  <a:pt x="100529" y="87265"/>
                </a:cubicBezTo>
                <a:cubicBezTo>
                  <a:pt x="98424" y="87265"/>
                  <a:pt x="96414" y="87105"/>
                  <a:pt x="94498" y="86786"/>
                </a:cubicBezTo>
                <a:cubicBezTo>
                  <a:pt x="92583" y="86466"/>
                  <a:pt x="90868" y="86061"/>
                  <a:pt x="89352" y="85572"/>
                </a:cubicBezTo>
                <a:cubicBezTo>
                  <a:pt x="87837" y="85081"/>
                  <a:pt x="86574" y="84581"/>
                  <a:pt x="85563" y="84070"/>
                </a:cubicBezTo>
                <a:cubicBezTo>
                  <a:pt x="84553" y="83559"/>
                  <a:pt x="83816" y="83079"/>
                  <a:pt x="83353" y="82632"/>
                </a:cubicBezTo>
                <a:cubicBezTo>
                  <a:pt x="82890" y="82185"/>
                  <a:pt x="82532" y="81485"/>
                  <a:pt x="82280" y="80532"/>
                </a:cubicBezTo>
                <a:cubicBezTo>
                  <a:pt x="82027" y="79580"/>
                  <a:pt x="81901" y="78172"/>
                  <a:pt x="81901" y="76310"/>
                </a:cubicBezTo>
                <a:cubicBezTo>
                  <a:pt x="81901" y="75082"/>
                  <a:pt x="81943" y="74098"/>
                  <a:pt x="82027" y="73358"/>
                </a:cubicBezTo>
                <a:cubicBezTo>
                  <a:pt x="82112" y="72617"/>
                  <a:pt x="82238" y="72024"/>
                  <a:pt x="82406" y="71580"/>
                </a:cubicBezTo>
                <a:cubicBezTo>
                  <a:pt x="82575" y="71135"/>
                  <a:pt x="82785" y="70839"/>
                  <a:pt x="83038" y="70692"/>
                </a:cubicBezTo>
                <a:cubicBezTo>
                  <a:pt x="83290" y="70543"/>
                  <a:pt x="83606" y="70469"/>
                  <a:pt x="83985" y="70469"/>
                </a:cubicBezTo>
                <a:cubicBezTo>
                  <a:pt x="84448" y="70469"/>
                  <a:pt x="85132" y="70735"/>
                  <a:pt x="86037" y="71268"/>
                </a:cubicBezTo>
                <a:cubicBezTo>
                  <a:pt x="86942" y="71801"/>
                  <a:pt x="88068" y="72387"/>
                  <a:pt x="89415" y="73026"/>
                </a:cubicBezTo>
                <a:cubicBezTo>
                  <a:pt x="90762" y="73665"/>
                  <a:pt x="92330" y="74262"/>
                  <a:pt x="94119" y="74816"/>
                </a:cubicBezTo>
                <a:cubicBezTo>
                  <a:pt x="95909" y="75370"/>
                  <a:pt x="97940" y="75647"/>
                  <a:pt x="100213" y="75647"/>
                </a:cubicBezTo>
                <a:cubicBezTo>
                  <a:pt x="101644" y="75647"/>
                  <a:pt x="102917" y="75500"/>
                  <a:pt x="104033" y="75207"/>
                </a:cubicBezTo>
                <a:cubicBezTo>
                  <a:pt x="105149" y="74913"/>
                  <a:pt x="106117" y="74494"/>
                  <a:pt x="106938" y="73950"/>
                </a:cubicBezTo>
                <a:cubicBezTo>
                  <a:pt x="107759" y="73404"/>
                  <a:pt x="108379" y="72712"/>
                  <a:pt x="108800" y="71874"/>
                </a:cubicBezTo>
                <a:cubicBezTo>
                  <a:pt x="109221" y="71036"/>
                  <a:pt x="109432" y="70071"/>
                  <a:pt x="109432" y="68981"/>
                </a:cubicBezTo>
                <a:cubicBezTo>
                  <a:pt x="109432" y="67715"/>
                  <a:pt x="109042" y="66629"/>
                  <a:pt x="108264" y="65723"/>
                </a:cubicBezTo>
                <a:cubicBezTo>
                  <a:pt x="107485" y="64815"/>
                  <a:pt x="106454" y="64024"/>
                  <a:pt x="105170" y="63349"/>
                </a:cubicBezTo>
                <a:cubicBezTo>
                  <a:pt x="103886" y="62674"/>
                  <a:pt x="102433" y="62042"/>
                  <a:pt x="100813" y="61451"/>
                </a:cubicBezTo>
                <a:cubicBezTo>
                  <a:pt x="99192" y="60860"/>
                  <a:pt x="97529" y="60207"/>
                  <a:pt x="95824" y="59490"/>
                </a:cubicBezTo>
                <a:cubicBezTo>
                  <a:pt x="94119" y="58773"/>
                  <a:pt x="92457" y="57950"/>
                  <a:pt x="90836" y="57023"/>
                </a:cubicBezTo>
                <a:cubicBezTo>
                  <a:pt x="89215" y="56094"/>
                  <a:pt x="87763" y="54955"/>
                  <a:pt x="86479" y="53605"/>
                </a:cubicBezTo>
                <a:cubicBezTo>
                  <a:pt x="85195" y="52256"/>
                  <a:pt x="84164" y="50632"/>
                  <a:pt x="83385" y="48735"/>
                </a:cubicBezTo>
                <a:cubicBezTo>
                  <a:pt x="82606" y="46837"/>
                  <a:pt x="82217" y="44559"/>
                  <a:pt x="82217" y="41902"/>
                </a:cubicBezTo>
                <a:cubicBezTo>
                  <a:pt x="82217" y="39201"/>
                  <a:pt x="82743" y="36723"/>
                  <a:pt x="83795" y="34467"/>
                </a:cubicBezTo>
                <a:cubicBezTo>
                  <a:pt x="84848" y="32211"/>
                  <a:pt x="86363" y="30282"/>
                  <a:pt x="88342" y="28679"/>
                </a:cubicBezTo>
                <a:cubicBezTo>
                  <a:pt x="90320" y="27076"/>
                  <a:pt x="92730" y="25831"/>
                  <a:pt x="95572" y="24946"/>
                </a:cubicBezTo>
                <a:cubicBezTo>
                  <a:pt x="98413" y="24059"/>
                  <a:pt x="101602" y="23616"/>
                  <a:pt x="105138" y="23616"/>
                </a:cubicBezTo>
                <a:cubicBezTo>
                  <a:pt x="106906" y="23616"/>
                  <a:pt x="108622" y="23742"/>
                  <a:pt x="110284" y="23995"/>
                </a:cubicBezTo>
                <a:cubicBezTo>
                  <a:pt x="111947" y="24247"/>
                  <a:pt x="113452" y="24563"/>
                  <a:pt x="114799" y="24942"/>
                </a:cubicBezTo>
                <a:cubicBezTo>
                  <a:pt x="116146" y="25321"/>
                  <a:pt x="117283" y="25731"/>
                  <a:pt x="118209" y="26173"/>
                </a:cubicBezTo>
                <a:cubicBezTo>
                  <a:pt x="119135" y="26615"/>
                  <a:pt x="119798" y="26994"/>
                  <a:pt x="120198" y="27310"/>
                </a:cubicBezTo>
                <a:cubicBezTo>
                  <a:pt x="120598" y="27626"/>
                  <a:pt x="120882" y="27941"/>
                  <a:pt x="121050" y="28257"/>
                </a:cubicBezTo>
                <a:cubicBezTo>
                  <a:pt x="121219" y="28573"/>
                  <a:pt x="121345" y="28952"/>
                  <a:pt x="121429" y="29394"/>
                </a:cubicBezTo>
                <a:cubicBezTo>
                  <a:pt x="121513" y="29836"/>
                  <a:pt x="121587" y="30383"/>
                  <a:pt x="121650" y="31035"/>
                </a:cubicBezTo>
                <a:cubicBezTo>
                  <a:pt x="121713" y="31688"/>
                  <a:pt x="121745" y="32498"/>
                  <a:pt x="121745" y="33466"/>
                </a:cubicBezTo>
                <a:cubicBezTo>
                  <a:pt x="121745" y="34603"/>
                  <a:pt x="121713" y="35529"/>
                  <a:pt x="121650" y="36245"/>
                </a:cubicBezTo>
                <a:cubicBezTo>
                  <a:pt x="121587" y="36960"/>
                  <a:pt x="121482" y="37529"/>
                  <a:pt x="121335" y="37950"/>
                </a:cubicBezTo>
                <a:cubicBezTo>
                  <a:pt x="121187" y="38371"/>
                  <a:pt x="120987" y="38655"/>
                  <a:pt x="120735" y="38802"/>
                </a:cubicBezTo>
                <a:cubicBezTo>
                  <a:pt x="120482" y="38949"/>
                  <a:pt x="120187" y="39023"/>
                  <a:pt x="119851" y="39023"/>
                </a:cubicBezTo>
                <a:cubicBezTo>
                  <a:pt x="119472" y="39023"/>
                  <a:pt x="118882" y="38802"/>
                  <a:pt x="118083" y="38360"/>
                </a:cubicBezTo>
                <a:cubicBezTo>
                  <a:pt x="117283" y="37918"/>
                  <a:pt x="116283" y="37444"/>
                  <a:pt x="115083" y="36939"/>
                </a:cubicBezTo>
                <a:cubicBezTo>
                  <a:pt x="113884" y="36434"/>
                  <a:pt x="112494" y="35961"/>
                  <a:pt x="110916" y="35519"/>
                </a:cubicBezTo>
                <a:cubicBezTo>
                  <a:pt x="109337" y="35077"/>
                  <a:pt x="107538" y="34856"/>
                  <a:pt x="105517" y="34856"/>
                </a:cubicBezTo>
                <a:cubicBezTo>
                  <a:pt x="104086" y="34856"/>
                  <a:pt x="102844" y="35004"/>
                  <a:pt x="101791" y="35301"/>
                </a:cubicBezTo>
                <a:cubicBezTo>
                  <a:pt x="100739" y="35597"/>
                  <a:pt x="99876" y="36020"/>
                  <a:pt x="99203" y="36570"/>
                </a:cubicBezTo>
                <a:cubicBezTo>
                  <a:pt x="98529" y="37120"/>
                  <a:pt x="98024" y="37765"/>
                  <a:pt x="97687" y="38506"/>
                </a:cubicBezTo>
                <a:cubicBezTo>
                  <a:pt x="97350" y="39247"/>
                  <a:pt x="97182" y="40041"/>
                  <a:pt x="97182" y="40888"/>
                </a:cubicBezTo>
                <a:cubicBezTo>
                  <a:pt x="97182" y="42195"/>
                  <a:pt x="97582" y="43292"/>
                  <a:pt x="98382" y="44179"/>
                </a:cubicBezTo>
                <a:cubicBezTo>
                  <a:pt x="99181" y="45064"/>
                  <a:pt x="100234" y="45845"/>
                  <a:pt x="101539" y="46519"/>
                </a:cubicBezTo>
                <a:cubicBezTo>
                  <a:pt x="102844" y="47194"/>
                  <a:pt x="104328" y="47827"/>
                  <a:pt x="105991" y="48418"/>
                </a:cubicBezTo>
                <a:cubicBezTo>
                  <a:pt x="107653" y="49008"/>
                  <a:pt x="109337" y="49652"/>
                  <a:pt x="111042" y="50348"/>
                </a:cubicBezTo>
                <a:cubicBezTo>
                  <a:pt x="112747" y="51043"/>
                  <a:pt x="114431" y="51855"/>
                  <a:pt x="116094" y="52782"/>
                </a:cubicBezTo>
                <a:cubicBezTo>
                  <a:pt x="117756" y="53710"/>
                  <a:pt x="119240" y="54849"/>
                  <a:pt x="120545" y="56200"/>
                </a:cubicBezTo>
                <a:cubicBezTo>
                  <a:pt x="121850" y="57550"/>
                  <a:pt x="122903" y="59163"/>
                  <a:pt x="123702" y="61041"/>
                </a:cubicBezTo>
                <a:cubicBezTo>
                  <a:pt x="124502" y="62916"/>
                  <a:pt x="124902" y="65141"/>
                  <a:pt x="124902" y="67714"/>
                </a:cubicBezTo>
                <a:close/>
                <a:moveTo>
                  <a:pt x="176423" y="67714"/>
                </a:moveTo>
                <a:cubicBezTo>
                  <a:pt x="176423" y="70920"/>
                  <a:pt x="175823" y="73746"/>
                  <a:pt x="174624" y="76193"/>
                </a:cubicBezTo>
                <a:cubicBezTo>
                  <a:pt x="173424" y="78639"/>
                  <a:pt x="171729" y="80684"/>
                  <a:pt x="169540" y="82330"/>
                </a:cubicBezTo>
                <a:cubicBezTo>
                  <a:pt x="167351" y="83974"/>
                  <a:pt x="164763" y="85208"/>
                  <a:pt x="161774" y="86030"/>
                </a:cubicBezTo>
                <a:cubicBezTo>
                  <a:pt x="158785" y="86853"/>
                  <a:pt x="155544" y="87265"/>
                  <a:pt x="152050" y="87265"/>
                </a:cubicBezTo>
                <a:cubicBezTo>
                  <a:pt x="149945" y="87265"/>
                  <a:pt x="147935" y="87105"/>
                  <a:pt x="146019" y="86786"/>
                </a:cubicBezTo>
                <a:cubicBezTo>
                  <a:pt x="144104" y="86466"/>
                  <a:pt x="142389" y="86061"/>
                  <a:pt x="140873" y="85572"/>
                </a:cubicBezTo>
                <a:cubicBezTo>
                  <a:pt x="139358" y="85081"/>
                  <a:pt x="138095" y="84581"/>
                  <a:pt x="137084" y="84070"/>
                </a:cubicBezTo>
                <a:cubicBezTo>
                  <a:pt x="136074" y="83559"/>
                  <a:pt x="135337" y="83079"/>
                  <a:pt x="134874" y="82632"/>
                </a:cubicBezTo>
                <a:cubicBezTo>
                  <a:pt x="134411" y="82185"/>
                  <a:pt x="134054" y="81485"/>
                  <a:pt x="133801" y="80532"/>
                </a:cubicBezTo>
                <a:cubicBezTo>
                  <a:pt x="133548" y="79580"/>
                  <a:pt x="133422" y="78172"/>
                  <a:pt x="133422" y="76310"/>
                </a:cubicBezTo>
                <a:cubicBezTo>
                  <a:pt x="133422" y="75082"/>
                  <a:pt x="133464" y="74098"/>
                  <a:pt x="133548" y="73358"/>
                </a:cubicBezTo>
                <a:cubicBezTo>
                  <a:pt x="133633" y="72617"/>
                  <a:pt x="133759" y="72024"/>
                  <a:pt x="133927" y="71580"/>
                </a:cubicBezTo>
                <a:cubicBezTo>
                  <a:pt x="134096" y="71135"/>
                  <a:pt x="134306" y="70839"/>
                  <a:pt x="134559" y="70692"/>
                </a:cubicBezTo>
                <a:cubicBezTo>
                  <a:pt x="134811" y="70543"/>
                  <a:pt x="135127" y="70469"/>
                  <a:pt x="135506" y="70469"/>
                </a:cubicBezTo>
                <a:cubicBezTo>
                  <a:pt x="135969" y="70469"/>
                  <a:pt x="136653" y="70735"/>
                  <a:pt x="137558" y="71268"/>
                </a:cubicBezTo>
                <a:cubicBezTo>
                  <a:pt x="138463" y="71801"/>
                  <a:pt x="139589" y="72387"/>
                  <a:pt x="140936" y="73026"/>
                </a:cubicBezTo>
                <a:cubicBezTo>
                  <a:pt x="142283" y="73665"/>
                  <a:pt x="143851" y="74262"/>
                  <a:pt x="145640" y="74816"/>
                </a:cubicBezTo>
                <a:cubicBezTo>
                  <a:pt x="147430" y="75370"/>
                  <a:pt x="149461" y="75647"/>
                  <a:pt x="151734" y="75647"/>
                </a:cubicBezTo>
                <a:cubicBezTo>
                  <a:pt x="153165" y="75647"/>
                  <a:pt x="154439" y="75500"/>
                  <a:pt x="155554" y="75207"/>
                </a:cubicBezTo>
                <a:cubicBezTo>
                  <a:pt x="156670" y="74913"/>
                  <a:pt x="157638" y="74494"/>
                  <a:pt x="158459" y="73950"/>
                </a:cubicBezTo>
                <a:cubicBezTo>
                  <a:pt x="159280" y="73404"/>
                  <a:pt x="159900" y="72712"/>
                  <a:pt x="160321" y="71874"/>
                </a:cubicBezTo>
                <a:cubicBezTo>
                  <a:pt x="160742" y="71036"/>
                  <a:pt x="160953" y="70071"/>
                  <a:pt x="160953" y="68981"/>
                </a:cubicBezTo>
                <a:cubicBezTo>
                  <a:pt x="160953" y="67715"/>
                  <a:pt x="160563" y="66629"/>
                  <a:pt x="159785" y="65723"/>
                </a:cubicBezTo>
                <a:cubicBezTo>
                  <a:pt x="159006" y="64815"/>
                  <a:pt x="157975" y="64024"/>
                  <a:pt x="156691" y="63349"/>
                </a:cubicBezTo>
                <a:cubicBezTo>
                  <a:pt x="155407" y="62674"/>
                  <a:pt x="153954" y="62042"/>
                  <a:pt x="152334" y="61451"/>
                </a:cubicBezTo>
                <a:cubicBezTo>
                  <a:pt x="150713" y="60860"/>
                  <a:pt x="149050" y="60207"/>
                  <a:pt x="147345" y="59490"/>
                </a:cubicBezTo>
                <a:cubicBezTo>
                  <a:pt x="145640" y="58773"/>
                  <a:pt x="143978" y="57950"/>
                  <a:pt x="142357" y="57023"/>
                </a:cubicBezTo>
                <a:cubicBezTo>
                  <a:pt x="140736" y="56094"/>
                  <a:pt x="139284" y="54955"/>
                  <a:pt x="138000" y="53605"/>
                </a:cubicBezTo>
                <a:cubicBezTo>
                  <a:pt x="136716" y="52256"/>
                  <a:pt x="135685" y="50632"/>
                  <a:pt x="134906" y="48735"/>
                </a:cubicBezTo>
                <a:cubicBezTo>
                  <a:pt x="134127" y="46837"/>
                  <a:pt x="133738" y="44559"/>
                  <a:pt x="133738" y="41902"/>
                </a:cubicBezTo>
                <a:cubicBezTo>
                  <a:pt x="133738" y="39201"/>
                  <a:pt x="134264" y="36723"/>
                  <a:pt x="135316" y="34467"/>
                </a:cubicBezTo>
                <a:cubicBezTo>
                  <a:pt x="136369" y="32211"/>
                  <a:pt x="137884" y="30282"/>
                  <a:pt x="139863" y="28679"/>
                </a:cubicBezTo>
                <a:cubicBezTo>
                  <a:pt x="141841" y="27076"/>
                  <a:pt x="144251" y="25831"/>
                  <a:pt x="147093" y="24946"/>
                </a:cubicBezTo>
                <a:cubicBezTo>
                  <a:pt x="149934" y="24059"/>
                  <a:pt x="153123" y="23616"/>
                  <a:pt x="156659" y="23616"/>
                </a:cubicBezTo>
                <a:cubicBezTo>
                  <a:pt x="158427" y="23616"/>
                  <a:pt x="160143" y="23742"/>
                  <a:pt x="161805" y="23995"/>
                </a:cubicBezTo>
                <a:cubicBezTo>
                  <a:pt x="163468" y="24247"/>
                  <a:pt x="164973" y="24563"/>
                  <a:pt x="166320" y="24942"/>
                </a:cubicBezTo>
                <a:cubicBezTo>
                  <a:pt x="167667" y="25321"/>
                  <a:pt x="168804" y="25731"/>
                  <a:pt x="169730" y="26173"/>
                </a:cubicBezTo>
                <a:cubicBezTo>
                  <a:pt x="170656" y="26615"/>
                  <a:pt x="171319" y="26994"/>
                  <a:pt x="171719" y="27310"/>
                </a:cubicBezTo>
                <a:cubicBezTo>
                  <a:pt x="172119" y="27626"/>
                  <a:pt x="172403" y="27941"/>
                  <a:pt x="172571" y="28257"/>
                </a:cubicBezTo>
                <a:cubicBezTo>
                  <a:pt x="172740" y="28573"/>
                  <a:pt x="172866" y="28952"/>
                  <a:pt x="172950" y="29394"/>
                </a:cubicBezTo>
                <a:cubicBezTo>
                  <a:pt x="173034" y="29836"/>
                  <a:pt x="173108" y="30383"/>
                  <a:pt x="173171" y="31035"/>
                </a:cubicBezTo>
                <a:cubicBezTo>
                  <a:pt x="173234" y="31688"/>
                  <a:pt x="173266" y="32498"/>
                  <a:pt x="173266" y="33466"/>
                </a:cubicBezTo>
                <a:cubicBezTo>
                  <a:pt x="173266" y="34603"/>
                  <a:pt x="173234" y="35529"/>
                  <a:pt x="173171" y="36245"/>
                </a:cubicBezTo>
                <a:cubicBezTo>
                  <a:pt x="173108" y="36960"/>
                  <a:pt x="173003" y="37529"/>
                  <a:pt x="172856" y="37950"/>
                </a:cubicBezTo>
                <a:cubicBezTo>
                  <a:pt x="172708" y="38371"/>
                  <a:pt x="172508" y="38655"/>
                  <a:pt x="172256" y="38802"/>
                </a:cubicBezTo>
                <a:cubicBezTo>
                  <a:pt x="172003" y="38949"/>
                  <a:pt x="171708" y="39023"/>
                  <a:pt x="171372" y="39023"/>
                </a:cubicBezTo>
                <a:cubicBezTo>
                  <a:pt x="170993" y="39023"/>
                  <a:pt x="170403" y="38802"/>
                  <a:pt x="169604" y="38360"/>
                </a:cubicBezTo>
                <a:cubicBezTo>
                  <a:pt x="168804" y="37918"/>
                  <a:pt x="167804" y="37444"/>
                  <a:pt x="166604" y="36939"/>
                </a:cubicBezTo>
                <a:cubicBezTo>
                  <a:pt x="165405" y="36434"/>
                  <a:pt x="164015" y="35961"/>
                  <a:pt x="162437" y="35519"/>
                </a:cubicBezTo>
                <a:cubicBezTo>
                  <a:pt x="160858" y="35077"/>
                  <a:pt x="159059" y="34856"/>
                  <a:pt x="157038" y="34856"/>
                </a:cubicBezTo>
                <a:cubicBezTo>
                  <a:pt x="155607" y="34856"/>
                  <a:pt x="154365" y="35004"/>
                  <a:pt x="153312" y="35301"/>
                </a:cubicBezTo>
                <a:cubicBezTo>
                  <a:pt x="152260" y="35597"/>
                  <a:pt x="151397" y="36020"/>
                  <a:pt x="150724" y="36570"/>
                </a:cubicBezTo>
                <a:cubicBezTo>
                  <a:pt x="150050" y="37120"/>
                  <a:pt x="149545" y="37765"/>
                  <a:pt x="149208" y="38506"/>
                </a:cubicBezTo>
                <a:cubicBezTo>
                  <a:pt x="148871" y="39247"/>
                  <a:pt x="148703" y="40041"/>
                  <a:pt x="148703" y="40888"/>
                </a:cubicBezTo>
                <a:cubicBezTo>
                  <a:pt x="148703" y="42195"/>
                  <a:pt x="149103" y="43292"/>
                  <a:pt x="149903" y="44179"/>
                </a:cubicBezTo>
                <a:cubicBezTo>
                  <a:pt x="150702" y="45064"/>
                  <a:pt x="151755" y="45845"/>
                  <a:pt x="153060" y="46519"/>
                </a:cubicBezTo>
                <a:cubicBezTo>
                  <a:pt x="154365" y="47194"/>
                  <a:pt x="155849" y="47827"/>
                  <a:pt x="157512" y="48418"/>
                </a:cubicBezTo>
                <a:cubicBezTo>
                  <a:pt x="159174" y="49008"/>
                  <a:pt x="160858" y="49652"/>
                  <a:pt x="162563" y="50348"/>
                </a:cubicBezTo>
                <a:cubicBezTo>
                  <a:pt x="164268" y="51043"/>
                  <a:pt x="165952" y="51855"/>
                  <a:pt x="167615" y="52782"/>
                </a:cubicBezTo>
                <a:cubicBezTo>
                  <a:pt x="169277" y="53710"/>
                  <a:pt x="170761" y="54849"/>
                  <a:pt x="172066" y="56200"/>
                </a:cubicBezTo>
                <a:cubicBezTo>
                  <a:pt x="173371" y="57550"/>
                  <a:pt x="174424" y="59163"/>
                  <a:pt x="175223" y="61041"/>
                </a:cubicBezTo>
                <a:cubicBezTo>
                  <a:pt x="176023" y="62916"/>
                  <a:pt x="176423" y="65141"/>
                  <a:pt x="176423" y="67714"/>
                </a:cubicBezTo>
                <a:close/>
                <a:moveTo>
                  <a:pt x="240320" y="53789"/>
                </a:moveTo>
                <a:cubicBezTo>
                  <a:pt x="240320" y="55729"/>
                  <a:pt x="239888" y="57163"/>
                  <a:pt x="239025" y="58091"/>
                </a:cubicBezTo>
                <a:cubicBezTo>
                  <a:pt x="238162" y="59018"/>
                  <a:pt x="236973" y="59482"/>
                  <a:pt x="235457" y="59482"/>
                </a:cubicBezTo>
                <a:lnTo>
                  <a:pt x="201170" y="59482"/>
                </a:lnTo>
                <a:cubicBezTo>
                  <a:pt x="201170" y="61890"/>
                  <a:pt x="201454" y="64077"/>
                  <a:pt x="202023" y="66043"/>
                </a:cubicBezTo>
                <a:cubicBezTo>
                  <a:pt x="202591" y="68008"/>
                  <a:pt x="203496" y="69678"/>
                  <a:pt x="204738" y="71053"/>
                </a:cubicBezTo>
                <a:cubicBezTo>
                  <a:pt x="205980" y="72426"/>
                  <a:pt x="207579" y="73472"/>
                  <a:pt x="209537" y="74190"/>
                </a:cubicBezTo>
                <a:cubicBezTo>
                  <a:pt x="211494" y="74909"/>
                  <a:pt x="213841" y="75268"/>
                  <a:pt x="216577" y="75268"/>
                </a:cubicBezTo>
                <a:cubicBezTo>
                  <a:pt x="219356" y="75268"/>
                  <a:pt x="221797" y="75064"/>
                  <a:pt x="223902" y="74658"/>
                </a:cubicBezTo>
                <a:cubicBezTo>
                  <a:pt x="226007" y="74251"/>
                  <a:pt x="227828" y="73802"/>
                  <a:pt x="229364" y="73310"/>
                </a:cubicBezTo>
                <a:cubicBezTo>
                  <a:pt x="230901" y="72818"/>
                  <a:pt x="232174" y="72369"/>
                  <a:pt x="233184" y="71963"/>
                </a:cubicBezTo>
                <a:cubicBezTo>
                  <a:pt x="234195" y="71556"/>
                  <a:pt x="235015" y="71353"/>
                  <a:pt x="235647" y="71353"/>
                </a:cubicBezTo>
                <a:cubicBezTo>
                  <a:pt x="236026" y="71353"/>
                  <a:pt x="236341" y="71427"/>
                  <a:pt x="236594" y="71576"/>
                </a:cubicBezTo>
                <a:cubicBezTo>
                  <a:pt x="236847" y="71723"/>
                  <a:pt x="237057" y="71987"/>
                  <a:pt x="237225" y="72369"/>
                </a:cubicBezTo>
                <a:cubicBezTo>
                  <a:pt x="237394" y="72749"/>
                  <a:pt x="237510" y="73289"/>
                  <a:pt x="237573" y="73987"/>
                </a:cubicBezTo>
                <a:cubicBezTo>
                  <a:pt x="237636" y="74686"/>
                  <a:pt x="237667" y="75564"/>
                  <a:pt x="237667" y="76621"/>
                </a:cubicBezTo>
                <a:cubicBezTo>
                  <a:pt x="237667" y="77553"/>
                  <a:pt x="237646" y="78347"/>
                  <a:pt x="237604" y="79003"/>
                </a:cubicBezTo>
                <a:cubicBezTo>
                  <a:pt x="237562" y="79658"/>
                  <a:pt x="237499" y="80219"/>
                  <a:pt x="237415" y="80684"/>
                </a:cubicBezTo>
                <a:cubicBezTo>
                  <a:pt x="237331" y="81150"/>
                  <a:pt x="237204" y="81542"/>
                  <a:pt x="237036" y="81860"/>
                </a:cubicBezTo>
                <a:cubicBezTo>
                  <a:pt x="236868" y="82177"/>
                  <a:pt x="236647" y="82484"/>
                  <a:pt x="236373" y="82780"/>
                </a:cubicBezTo>
                <a:cubicBezTo>
                  <a:pt x="236099" y="83076"/>
                  <a:pt x="235352" y="83476"/>
                  <a:pt x="234131" y="83982"/>
                </a:cubicBezTo>
                <a:cubicBezTo>
                  <a:pt x="232911" y="84487"/>
                  <a:pt x="231353" y="84981"/>
                  <a:pt x="229459" y="85465"/>
                </a:cubicBezTo>
                <a:cubicBezTo>
                  <a:pt x="227564" y="85950"/>
                  <a:pt x="225396" y="86371"/>
                  <a:pt x="222955" y="86728"/>
                </a:cubicBezTo>
                <a:cubicBezTo>
                  <a:pt x="220513" y="87086"/>
                  <a:pt x="217903" y="87265"/>
                  <a:pt x="215125" y="87265"/>
                </a:cubicBezTo>
                <a:cubicBezTo>
                  <a:pt x="210116" y="87265"/>
                  <a:pt x="205727" y="86632"/>
                  <a:pt x="201960" y="85367"/>
                </a:cubicBezTo>
                <a:cubicBezTo>
                  <a:pt x="198192" y="84101"/>
                  <a:pt x="195045" y="82182"/>
                  <a:pt x="192519" y="79609"/>
                </a:cubicBezTo>
                <a:cubicBezTo>
                  <a:pt x="189994" y="77036"/>
                  <a:pt x="188110" y="73788"/>
                  <a:pt x="186868" y="69867"/>
                </a:cubicBezTo>
                <a:cubicBezTo>
                  <a:pt x="185626" y="65944"/>
                  <a:pt x="185005" y="61346"/>
                  <a:pt x="185005" y="56074"/>
                </a:cubicBezTo>
                <a:cubicBezTo>
                  <a:pt x="185005" y="51054"/>
                  <a:pt x="185658" y="46530"/>
                  <a:pt x="186963" y="42502"/>
                </a:cubicBezTo>
                <a:cubicBezTo>
                  <a:pt x="188268" y="38474"/>
                  <a:pt x="190162" y="35057"/>
                  <a:pt x="192646" y="32253"/>
                </a:cubicBezTo>
                <a:cubicBezTo>
                  <a:pt x="195129" y="29447"/>
                  <a:pt x="198150" y="27306"/>
                  <a:pt x="201707" y="25830"/>
                </a:cubicBezTo>
                <a:cubicBezTo>
                  <a:pt x="205264" y="24354"/>
                  <a:pt x="209274" y="23616"/>
                  <a:pt x="213736" y="23616"/>
                </a:cubicBezTo>
                <a:cubicBezTo>
                  <a:pt x="218451" y="23616"/>
                  <a:pt x="222481" y="24312"/>
                  <a:pt x="225828" y="25704"/>
                </a:cubicBezTo>
                <a:cubicBezTo>
                  <a:pt x="229175" y="27095"/>
                  <a:pt x="231921" y="29025"/>
                  <a:pt x="234068" y="31491"/>
                </a:cubicBezTo>
                <a:cubicBezTo>
                  <a:pt x="236215" y="33958"/>
                  <a:pt x="237794" y="36878"/>
                  <a:pt x="238804" y="40252"/>
                </a:cubicBezTo>
                <a:cubicBezTo>
                  <a:pt x="239814" y="43625"/>
                  <a:pt x="240320" y="47294"/>
                  <a:pt x="240320" y="51259"/>
                </a:cubicBezTo>
                <a:lnTo>
                  <a:pt x="240320" y="53789"/>
                </a:lnTo>
                <a:moveTo>
                  <a:pt x="224912" y="49252"/>
                </a:moveTo>
                <a:cubicBezTo>
                  <a:pt x="225039" y="44770"/>
                  <a:pt x="224144" y="41251"/>
                  <a:pt x="222229" y="38693"/>
                </a:cubicBezTo>
                <a:cubicBezTo>
                  <a:pt x="220313" y="36135"/>
                  <a:pt x="217356" y="34856"/>
                  <a:pt x="213357" y="34856"/>
                </a:cubicBezTo>
                <a:cubicBezTo>
                  <a:pt x="211336" y="34856"/>
                  <a:pt x="209579" y="35236"/>
                  <a:pt x="208085" y="35998"/>
                </a:cubicBezTo>
                <a:cubicBezTo>
                  <a:pt x="206590" y="36758"/>
                  <a:pt x="205348" y="37784"/>
                  <a:pt x="204359" y="39074"/>
                </a:cubicBezTo>
                <a:cubicBezTo>
                  <a:pt x="203370" y="40364"/>
                  <a:pt x="202612" y="41886"/>
                  <a:pt x="202086" y="43640"/>
                </a:cubicBezTo>
                <a:cubicBezTo>
                  <a:pt x="201560" y="45394"/>
                  <a:pt x="201254" y="47265"/>
                  <a:pt x="201170" y="49252"/>
                </a:cubicBezTo>
                <a:lnTo>
                  <a:pt x="224912" y="49252"/>
                </a:lnTo>
                <a:close/>
                <a:moveTo>
                  <a:pt x="289182" y="32456"/>
                </a:moveTo>
                <a:cubicBezTo>
                  <a:pt x="289182" y="33971"/>
                  <a:pt x="289140" y="35213"/>
                  <a:pt x="289056" y="36182"/>
                </a:cubicBezTo>
                <a:cubicBezTo>
                  <a:pt x="288971" y="37150"/>
                  <a:pt x="288845" y="37907"/>
                  <a:pt x="288677" y="38455"/>
                </a:cubicBezTo>
                <a:cubicBezTo>
                  <a:pt x="288508" y="39002"/>
                  <a:pt x="288287" y="39381"/>
                  <a:pt x="288014" y="39591"/>
                </a:cubicBezTo>
                <a:cubicBezTo>
                  <a:pt x="287740" y="39802"/>
                  <a:pt x="287393" y="39907"/>
                  <a:pt x="286972" y="39907"/>
                </a:cubicBezTo>
                <a:cubicBezTo>
                  <a:pt x="286635" y="39907"/>
                  <a:pt x="286256" y="39833"/>
                  <a:pt x="285835" y="39686"/>
                </a:cubicBezTo>
                <a:cubicBezTo>
                  <a:pt x="285414" y="39539"/>
                  <a:pt x="284941" y="39381"/>
                  <a:pt x="284415" y="39212"/>
                </a:cubicBezTo>
                <a:cubicBezTo>
                  <a:pt x="283888" y="39044"/>
                  <a:pt x="283310" y="38886"/>
                  <a:pt x="282678" y="38739"/>
                </a:cubicBezTo>
                <a:cubicBezTo>
                  <a:pt x="282047" y="38592"/>
                  <a:pt x="281352" y="38518"/>
                  <a:pt x="280594" y="38518"/>
                </a:cubicBezTo>
                <a:cubicBezTo>
                  <a:pt x="279710" y="38518"/>
                  <a:pt x="278826" y="38698"/>
                  <a:pt x="277942" y="39059"/>
                </a:cubicBezTo>
                <a:cubicBezTo>
                  <a:pt x="277058" y="39418"/>
                  <a:pt x="276143" y="39979"/>
                  <a:pt x="275195" y="40742"/>
                </a:cubicBezTo>
                <a:cubicBezTo>
                  <a:pt x="274248" y="41505"/>
                  <a:pt x="273259" y="42522"/>
                  <a:pt x="272228" y="43792"/>
                </a:cubicBezTo>
                <a:cubicBezTo>
                  <a:pt x="271196" y="45063"/>
                  <a:pt x="270091" y="46631"/>
                  <a:pt x="268913" y="48495"/>
                </a:cubicBezTo>
                <a:lnTo>
                  <a:pt x="268913" y="83603"/>
                </a:lnTo>
                <a:cubicBezTo>
                  <a:pt x="268913" y="84024"/>
                  <a:pt x="268786" y="84392"/>
                  <a:pt x="268534" y="84708"/>
                </a:cubicBezTo>
                <a:cubicBezTo>
                  <a:pt x="268281" y="85023"/>
                  <a:pt x="267850" y="85287"/>
                  <a:pt x="267239" y="85497"/>
                </a:cubicBezTo>
                <a:cubicBezTo>
                  <a:pt x="266629" y="85708"/>
                  <a:pt x="265819" y="85865"/>
                  <a:pt x="264808" y="85971"/>
                </a:cubicBezTo>
                <a:cubicBezTo>
                  <a:pt x="263798" y="86076"/>
                  <a:pt x="262514" y="86128"/>
                  <a:pt x="260957" y="86128"/>
                </a:cubicBezTo>
                <a:cubicBezTo>
                  <a:pt x="259399" y="86128"/>
                  <a:pt x="258115" y="86076"/>
                  <a:pt x="257105" y="85971"/>
                </a:cubicBezTo>
                <a:cubicBezTo>
                  <a:pt x="256094" y="85865"/>
                  <a:pt x="255284" y="85708"/>
                  <a:pt x="254674" y="85497"/>
                </a:cubicBezTo>
                <a:cubicBezTo>
                  <a:pt x="254063" y="85287"/>
                  <a:pt x="253632" y="85023"/>
                  <a:pt x="253379" y="84708"/>
                </a:cubicBezTo>
                <a:cubicBezTo>
                  <a:pt x="253127" y="84392"/>
                  <a:pt x="253000" y="84024"/>
                  <a:pt x="253000" y="83603"/>
                </a:cubicBezTo>
                <a:lnTo>
                  <a:pt x="253000" y="27278"/>
                </a:lnTo>
                <a:cubicBezTo>
                  <a:pt x="253000" y="26857"/>
                  <a:pt x="253106" y="26489"/>
                  <a:pt x="253316" y="26173"/>
                </a:cubicBezTo>
                <a:cubicBezTo>
                  <a:pt x="253527" y="25857"/>
                  <a:pt x="253905" y="25594"/>
                  <a:pt x="254453" y="25384"/>
                </a:cubicBezTo>
                <a:cubicBezTo>
                  <a:pt x="255000" y="25173"/>
                  <a:pt x="255705" y="25016"/>
                  <a:pt x="256568" y="24910"/>
                </a:cubicBezTo>
                <a:cubicBezTo>
                  <a:pt x="257431" y="24805"/>
                  <a:pt x="258515" y="24752"/>
                  <a:pt x="259820" y="24752"/>
                </a:cubicBezTo>
                <a:cubicBezTo>
                  <a:pt x="261167" y="24752"/>
                  <a:pt x="262283" y="24805"/>
                  <a:pt x="263167" y="24910"/>
                </a:cubicBezTo>
                <a:cubicBezTo>
                  <a:pt x="264051" y="25016"/>
                  <a:pt x="264735" y="25173"/>
                  <a:pt x="265219" y="25384"/>
                </a:cubicBezTo>
                <a:cubicBezTo>
                  <a:pt x="265703" y="25594"/>
                  <a:pt x="266050" y="25857"/>
                  <a:pt x="266261" y="26173"/>
                </a:cubicBezTo>
                <a:cubicBezTo>
                  <a:pt x="266471" y="26489"/>
                  <a:pt x="266576" y="26857"/>
                  <a:pt x="266576" y="27278"/>
                </a:cubicBezTo>
                <a:lnTo>
                  <a:pt x="266576" y="34287"/>
                </a:lnTo>
                <a:cubicBezTo>
                  <a:pt x="268050" y="32169"/>
                  <a:pt x="269439" y="30422"/>
                  <a:pt x="270744" y="29046"/>
                </a:cubicBezTo>
                <a:cubicBezTo>
                  <a:pt x="272049" y="27670"/>
                  <a:pt x="273291" y="26580"/>
                  <a:pt x="274469" y="25777"/>
                </a:cubicBezTo>
                <a:cubicBezTo>
                  <a:pt x="275648" y="24971"/>
                  <a:pt x="276827" y="24410"/>
                  <a:pt x="278005" y="24093"/>
                </a:cubicBezTo>
                <a:cubicBezTo>
                  <a:pt x="279184" y="23775"/>
                  <a:pt x="280363" y="23616"/>
                  <a:pt x="281541" y="23616"/>
                </a:cubicBezTo>
                <a:cubicBezTo>
                  <a:pt x="282089" y="23616"/>
                  <a:pt x="282678" y="23647"/>
                  <a:pt x="283310" y="23711"/>
                </a:cubicBezTo>
                <a:cubicBezTo>
                  <a:pt x="283941" y="23774"/>
                  <a:pt x="284593" y="23879"/>
                  <a:pt x="285267" y="24026"/>
                </a:cubicBezTo>
                <a:cubicBezTo>
                  <a:pt x="285941" y="24174"/>
                  <a:pt x="286530" y="24342"/>
                  <a:pt x="287035" y="24531"/>
                </a:cubicBezTo>
                <a:cubicBezTo>
                  <a:pt x="287540" y="24721"/>
                  <a:pt x="287908" y="24921"/>
                  <a:pt x="288140" y="25131"/>
                </a:cubicBezTo>
                <a:cubicBezTo>
                  <a:pt x="288372" y="25342"/>
                  <a:pt x="288540" y="25573"/>
                  <a:pt x="288645" y="25826"/>
                </a:cubicBezTo>
                <a:cubicBezTo>
                  <a:pt x="288750" y="26078"/>
                  <a:pt x="288845" y="26426"/>
                  <a:pt x="288929" y="26868"/>
                </a:cubicBezTo>
                <a:cubicBezTo>
                  <a:pt x="289014" y="27310"/>
                  <a:pt x="289077" y="27973"/>
                  <a:pt x="289119" y="28857"/>
                </a:cubicBezTo>
                <a:cubicBezTo>
                  <a:pt x="289161" y="29741"/>
                  <a:pt x="289182" y="30941"/>
                  <a:pt x="289182" y="32456"/>
                </a:cubicBezTo>
                <a:close/>
                <a:moveTo>
                  <a:pt x="332817" y="78003"/>
                </a:moveTo>
                <a:cubicBezTo>
                  <a:pt x="332817" y="79864"/>
                  <a:pt x="332702" y="81292"/>
                  <a:pt x="332470" y="82287"/>
                </a:cubicBezTo>
                <a:cubicBezTo>
                  <a:pt x="332239" y="83280"/>
                  <a:pt x="331933" y="83978"/>
                  <a:pt x="331554" y="84380"/>
                </a:cubicBezTo>
                <a:cubicBezTo>
                  <a:pt x="331176" y="84781"/>
                  <a:pt x="330618" y="85141"/>
                  <a:pt x="329881" y="85458"/>
                </a:cubicBezTo>
                <a:cubicBezTo>
                  <a:pt x="329144" y="85775"/>
                  <a:pt x="328282" y="86050"/>
                  <a:pt x="327292" y="86282"/>
                </a:cubicBezTo>
                <a:cubicBezTo>
                  <a:pt x="326303" y="86515"/>
                  <a:pt x="325230" y="86695"/>
                  <a:pt x="324072" y="86821"/>
                </a:cubicBezTo>
                <a:cubicBezTo>
                  <a:pt x="322914" y="86949"/>
                  <a:pt x="321746" y="87012"/>
                  <a:pt x="320567" y="87012"/>
                </a:cubicBezTo>
                <a:cubicBezTo>
                  <a:pt x="317410" y="87012"/>
                  <a:pt x="314674" y="86613"/>
                  <a:pt x="312359" y="85813"/>
                </a:cubicBezTo>
                <a:cubicBezTo>
                  <a:pt x="310043" y="85013"/>
                  <a:pt x="308128" y="83782"/>
                  <a:pt x="306613" y="82119"/>
                </a:cubicBezTo>
                <a:cubicBezTo>
                  <a:pt x="305097" y="80456"/>
                  <a:pt x="303982" y="78362"/>
                  <a:pt x="303266" y="75836"/>
                </a:cubicBezTo>
                <a:cubicBezTo>
                  <a:pt x="302550" y="73310"/>
                  <a:pt x="302193" y="70321"/>
                  <a:pt x="302193" y="66870"/>
                </a:cubicBezTo>
                <a:lnTo>
                  <a:pt x="302193" y="38013"/>
                </a:lnTo>
                <a:lnTo>
                  <a:pt x="295436" y="38013"/>
                </a:lnTo>
                <a:cubicBezTo>
                  <a:pt x="294636" y="38013"/>
                  <a:pt x="294026" y="37518"/>
                  <a:pt x="293605" y="36529"/>
                </a:cubicBezTo>
                <a:cubicBezTo>
                  <a:pt x="293184" y="35540"/>
                  <a:pt x="292973" y="33887"/>
                  <a:pt x="292973" y="31572"/>
                </a:cubicBezTo>
                <a:cubicBezTo>
                  <a:pt x="292973" y="30351"/>
                  <a:pt x="293026" y="29320"/>
                  <a:pt x="293131" y="28478"/>
                </a:cubicBezTo>
                <a:cubicBezTo>
                  <a:pt x="293237" y="27636"/>
                  <a:pt x="293394" y="26973"/>
                  <a:pt x="293605" y="26489"/>
                </a:cubicBezTo>
                <a:cubicBezTo>
                  <a:pt x="293815" y="26005"/>
                  <a:pt x="294079" y="25658"/>
                  <a:pt x="294394" y="25447"/>
                </a:cubicBezTo>
                <a:cubicBezTo>
                  <a:pt x="294710" y="25237"/>
                  <a:pt x="295078" y="25131"/>
                  <a:pt x="295499" y="25131"/>
                </a:cubicBezTo>
                <a:lnTo>
                  <a:pt x="302193" y="25131"/>
                </a:lnTo>
                <a:lnTo>
                  <a:pt x="302193" y="12514"/>
                </a:lnTo>
                <a:cubicBezTo>
                  <a:pt x="302193" y="12091"/>
                  <a:pt x="302308" y="11710"/>
                  <a:pt x="302540" y="11372"/>
                </a:cubicBezTo>
                <a:cubicBezTo>
                  <a:pt x="302771" y="11034"/>
                  <a:pt x="303192" y="10749"/>
                  <a:pt x="303803" y="10517"/>
                </a:cubicBezTo>
                <a:cubicBezTo>
                  <a:pt x="304413" y="10285"/>
                  <a:pt x="305234" y="10116"/>
                  <a:pt x="306265" y="10010"/>
                </a:cubicBezTo>
                <a:cubicBezTo>
                  <a:pt x="307297" y="9904"/>
                  <a:pt x="308570" y="9850"/>
                  <a:pt x="310086" y="9850"/>
                </a:cubicBezTo>
                <a:cubicBezTo>
                  <a:pt x="311643" y="9850"/>
                  <a:pt x="312938" y="9904"/>
                  <a:pt x="313969" y="10010"/>
                </a:cubicBezTo>
                <a:cubicBezTo>
                  <a:pt x="315000" y="10116"/>
                  <a:pt x="315811" y="10285"/>
                  <a:pt x="316400" y="10517"/>
                </a:cubicBezTo>
                <a:cubicBezTo>
                  <a:pt x="316989" y="10749"/>
                  <a:pt x="317410" y="11034"/>
                  <a:pt x="317663" y="11372"/>
                </a:cubicBezTo>
                <a:cubicBezTo>
                  <a:pt x="317915" y="11710"/>
                  <a:pt x="318042" y="12091"/>
                  <a:pt x="318042" y="12514"/>
                </a:cubicBezTo>
                <a:lnTo>
                  <a:pt x="318042" y="25131"/>
                </a:lnTo>
                <a:lnTo>
                  <a:pt x="330292" y="25131"/>
                </a:lnTo>
                <a:cubicBezTo>
                  <a:pt x="330713" y="25131"/>
                  <a:pt x="331081" y="25237"/>
                  <a:pt x="331397" y="25447"/>
                </a:cubicBezTo>
                <a:cubicBezTo>
                  <a:pt x="331712" y="25658"/>
                  <a:pt x="331975" y="26005"/>
                  <a:pt x="332186" y="26489"/>
                </a:cubicBezTo>
                <a:cubicBezTo>
                  <a:pt x="332396" y="26973"/>
                  <a:pt x="332554" y="27636"/>
                  <a:pt x="332660" y="28478"/>
                </a:cubicBezTo>
                <a:cubicBezTo>
                  <a:pt x="332765" y="29320"/>
                  <a:pt x="332817" y="30351"/>
                  <a:pt x="332817" y="31572"/>
                </a:cubicBezTo>
                <a:cubicBezTo>
                  <a:pt x="332817" y="33887"/>
                  <a:pt x="332607" y="35540"/>
                  <a:pt x="332186" y="36529"/>
                </a:cubicBezTo>
                <a:cubicBezTo>
                  <a:pt x="331765" y="37518"/>
                  <a:pt x="331155" y="38013"/>
                  <a:pt x="330355" y="38013"/>
                </a:cubicBezTo>
                <a:lnTo>
                  <a:pt x="318042" y="38013"/>
                </a:lnTo>
                <a:lnTo>
                  <a:pt x="318042" y="64423"/>
                </a:lnTo>
                <a:cubicBezTo>
                  <a:pt x="318042" y="67490"/>
                  <a:pt x="318526" y="69791"/>
                  <a:pt x="319494" y="71325"/>
                </a:cubicBezTo>
                <a:cubicBezTo>
                  <a:pt x="320462" y="72859"/>
                  <a:pt x="322188" y="73626"/>
                  <a:pt x="324672" y="73626"/>
                </a:cubicBezTo>
                <a:cubicBezTo>
                  <a:pt x="325514" y="73626"/>
                  <a:pt x="326271" y="73552"/>
                  <a:pt x="326945" y="73405"/>
                </a:cubicBezTo>
                <a:cubicBezTo>
                  <a:pt x="327619" y="73258"/>
                  <a:pt x="328218" y="73089"/>
                  <a:pt x="328745" y="72900"/>
                </a:cubicBezTo>
                <a:cubicBezTo>
                  <a:pt x="329271" y="72710"/>
                  <a:pt x="329713" y="72542"/>
                  <a:pt x="330071" y="72395"/>
                </a:cubicBezTo>
                <a:cubicBezTo>
                  <a:pt x="330428" y="72247"/>
                  <a:pt x="330755" y="72174"/>
                  <a:pt x="331049" y="72174"/>
                </a:cubicBezTo>
                <a:cubicBezTo>
                  <a:pt x="331302" y="72174"/>
                  <a:pt x="331544" y="72247"/>
                  <a:pt x="331775" y="72395"/>
                </a:cubicBezTo>
                <a:cubicBezTo>
                  <a:pt x="332007" y="72542"/>
                  <a:pt x="332186" y="72837"/>
                  <a:pt x="332312" y="73281"/>
                </a:cubicBezTo>
                <a:cubicBezTo>
                  <a:pt x="332439" y="73723"/>
                  <a:pt x="332554" y="74324"/>
                  <a:pt x="332660" y="75086"/>
                </a:cubicBezTo>
                <a:cubicBezTo>
                  <a:pt x="332765" y="75847"/>
                  <a:pt x="332817" y="76819"/>
                  <a:pt x="332817" y="78003"/>
                </a:cubicBezTo>
                <a:close/>
                <a:moveTo>
                  <a:pt x="359798" y="83603"/>
                </a:moveTo>
                <a:cubicBezTo>
                  <a:pt x="359798" y="84024"/>
                  <a:pt x="359672" y="84392"/>
                  <a:pt x="359419" y="84708"/>
                </a:cubicBezTo>
                <a:cubicBezTo>
                  <a:pt x="359167" y="85023"/>
                  <a:pt x="358735" y="85287"/>
                  <a:pt x="358125" y="85497"/>
                </a:cubicBezTo>
                <a:cubicBezTo>
                  <a:pt x="357515" y="85708"/>
                  <a:pt x="356704" y="85865"/>
                  <a:pt x="355694" y="85971"/>
                </a:cubicBezTo>
                <a:cubicBezTo>
                  <a:pt x="354684" y="86076"/>
                  <a:pt x="353400" y="86128"/>
                  <a:pt x="351842" y="86128"/>
                </a:cubicBezTo>
                <a:cubicBezTo>
                  <a:pt x="350285" y="86128"/>
                  <a:pt x="349001" y="86076"/>
                  <a:pt x="347990" y="85971"/>
                </a:cubicBezTo>
                <a:cubicBezTo>
                  <a:pt x="346980" y="85865"/>
                  <a:pt x="346170" y="85708"/>
                  <a:pt x="345559" y="85497"/>
                </a:cubicBezTo>
                <a:cubicBezTo>
                  <a:pt x="344949" y="85287"/>
                  <a:pt x="344517" y="85023"/>
                  <a:pt x="344265" y="84708"/>
                </a:cubicBezTo>
                <a:cubicBezTo>
                  <a:pt x="344012" y="84392"/>
                  <a:pt x="343886" y="84024"/>
                  <a:pt x="343886" y="83603"/>
                </a:cubicBezTo>
                <a:lnTo>
                  <a:pt x="343886" y="27405"/>
                </a:lnTo>
                <a:cubicBezTo>
                  <a:pt x="343886" y="26984"/>
                  <a:pt x="344012" y="26615"/>
                  <a:pt x="344265" y="26299"/>
                </a:cubicBezTo>
                <a:cubicBezTo>
                  <a:pt x="344517" y="25984"/>
                  <a:pt x="344949" y="25710"/>
                  <a:pt x="345559" y="25479"/>
                </a:cubicBezTo>
                <a:cubicBezTo>
                  <a:pt x="346170" y="25247"/>
                  <a:pt x="346980" y="25068"/>
                  <a:pt x="347990" y="24942"/>
                </a:cubicBezTo>
                <a:cubicBezTo>
                  <a:pt x="349001" y="24816"/>
                  <a:pt x="350285" y="24752"/>
                  <a:pt x="351842" y="24752"/>
                </a:cubicBezTo>
                <a:cubicBezTo>
                  <a:pt x="353400" y="24752"/>
                  <a:pt x="354684" y="24816"/>
                  <a:pt x="355694" y="24942"/>
                </a:cubicBezTo>
                <a:cubicBezTo>
                  <a:pt x="356704" y="25068"/>
                  <a:pt x="357515" y="25247"/>
                  <a:pt x="358125" y="25479"/>
                </a:cubicBezTo>
                <a:cubicBezTo>
                  <a:pt x="358735" y="25710"/>
                  <a:pt x="359167" y="25984"/>
                  <a:pt x="359419" y="26299"/>
                </a:cubicBezTo>
                <a:cubicBezTo>
                  <a:pt x="359672" y="26615"/>
                  <a:pt x="359798" y="26984"/>
                  <a:pt x="359798" y="27405"/>
                </a:cubicBezTo>
                <a:lnTo>
                  <a:pt x="359798" y="83603"/>
                </a:lnTo>
                <a:moveTo>
                  <a:pt x="360998" y="8209"/>
                </a:moveTo>
                <a:cubicBezTo>
                  <a:pt x="360998" y="11408"/>
                  <a:pt x="360346" y="13618"/>
                  <a:pt x="359041" y="14839"/>
                </a:cubicBezTo>
                <a:cubicBezTo>
                  <a:pt x="357736" y="16060"/>
                  <a:pt x="355315" y="16670"/>
                  <a:pt x="351779" y="16670"/>
                </a:cubicBezTo>
                <a:cubicBezTo>
                  <a:pt x="348201" y="16670"/>
                  <a:pt x="345791" y="16081"/>
                  <a:pt x="344549" y="14902"/>
                </a:cubicBezTo>
                <a:cubicBezTo>
                  <a:pt x="343307" y="13723"/>
                  <a:pt x="342686" y="11597"/>
                  <a:pt x="342686" y="8524"/>
                </a:cubicBezTo>
                <a:cubicBezTo>
                  <a:pt x="342686" y="5325"/>
                  <a:pt x="343328" y="3105"/>
                  <a:pt x="344612" y="1863"/>
                </a:cubicBezTo>
                <a:cubicBezTo>
                  <a:pt x="345896" y="621"/>
                  <a:pt x="348327" y="0"/>
                  <a:pt x="351905" y="0"/>
                </a:cubicBezTo>
                <a:cubicBezTo>
                  <a:pt x="355441" y="0"/>
                  <a:pt x="357841" y="600"/>
                  <a:pt x="359104" y="1800"/>
                </a:cubicBezTo>
                <a:cubicBezTo>
                  <a:pt x="360367" y="2999"/>
                  <a:pt x="360998" y="5136"/>
                  <a:pt x="360998" y="8209"/>
                </a:cubicBezTo>
                <a:close/>
                <a:moveTo>
                  <a:pt x="432188" y="54870"/>
                </a:moveTo>
                <a:cubicBezTo>
                  <a:pt x="432188" y="59680"/>
                  <a:pt x="431557" y="64067"/>
                  <a:pt x="430294" y="68032"/>
                </a:cubicBezTo>
                <a:cubicBezTo>
                  <a:pt x="429031" y="71997"/>
                  <a:pt x="427116" y="75413"/>
                  <a:pt x="424548" y="78281"/>
                </a:cubicBezTo>
                <a:cubicBezTo>
                  <a:pt x="421980" y="81149"/>
                  <a:pt x="418760" y="83363"/>
                  <a:pt x="414887" y="84925"/>
                </a:cubicBezTo>
                <a:cubicBezTo>
                  <a:pt x="411014" y="86485"/>
                  <a:pt x="406489" y="87265"/>
                  <a:pt x="401311" y="87265"/>
                </a:cubicBezTo>
                <a:cubicBezTo>
                  <a:pt x="396302" y="87265"/>
                  <a:pt x="391945" y="86569"/>
                  <a:pt x="388240" y="85177"/>
                </a:cubicBezTo>
                <a:cubicBezTo>
                  <a:pt x="384536" y="83786"/>
                  <a:pt x="381463" y="81761"/>
                  <a:pt x="379021" y="79104"/>
                </a:cubicBezTo>
                <a:cubicBezTo>
                  <a:pt x="376580" y="76446"/>
                  <a:pt x="374769" y="73177"/>
                  <a:pt x="373591" y="69297"/>
                </a:cubicBezTo>
                <a:cubicBezTo>
                  <a:pt x="372412" y="65416"/>
                  <a:pt x="371823" y="60987"/>
                  <a:pt x="371823" y="56011"/>
                </a:cubicBezTo>
                <a:cubicBezTo>
                  <a:pt x="371823" y="51201"/>
                  <a:pt x="372465" y="46804"/>
                  <a:pt x="373749" y="42818"/>
                </a:cubicBezTo>
                <a:cubicBezTo>
                  <a:pt x="375033" y="38832"/>
                  <a:pt x="376958" y="35415"/>
                  <a:pt x="379526" y="32569"/>
                </a:cubicBezTo>
                <a:cubicBezTo>
                  <a:pt x="382094" y="29722"/>
                  <a:pt x="385304" y="27518"/>
                  <a:pt x="389156" y="25958"/>
                </a:cubicBezTo>
                <a:cubicBezTo>
                  <a:pt x="393008" y="24397"/>
                  <a:pt x="397522" y="23616"/>
                  <a:pt x="402700" y="23616"/>
                </a:cubicBezTo>
                <a:cubicBezTo>
                  <a:pt x="407752" y="23616"/>
                  <a:pt x="412130" y="24301"/>
                  <a:pt x="415834" y="25672"/>
                </a:cubicBezTo>
                <a:cubicBezTo>
                  <a:pt x="419539" y="27043"/>
                  <a:pt x="422601" y="29057"/>
                  <a:pt x="425022" y="31714"/>
                </a:cubicBezTo>
                <a:cubicBezTo>
                  <a:pt x="427442" y="34371"/>
                  <a:pt x="429242" y="37640"/>
                  <a:pt x="430420" y="41521"/>
                </a:cubicBezTo>
                <a:cubicBezTo>
                  <a:pt x="431599" y="45402"/>
                  <a:pt x="432188" y="49852"/>
                  <a:pt x="432188" y="54870"/>
                </a:cubicBezTo>
                <a:moveTo>
                  <a:pt x="415834" y="55504"/>
                </a:moveTo>
                <a:cubicBezTo>
                  <a:pt x="415834" y="52725"/>
                  <a:pt x="415613" y="50168"/>
                  <a:pt x="415171" y="47832"/>
                </a:cubicBezTo>
                <a:cubicBezTo>
                  <a:pt x="414729" y="45495"/>
                  <a:pt x="413982" y="43464"/>
                  <a:pt x="412929" y="41738"/>
                </a:cubicBezTo>
                <a:cubicBezTo>
                  <a:pt x="411877" y="40012"/>
                  <a:pt x="410477" y="38665"/>
                  <a:pt x="408730" y="37697"/>
                </a:cubicBezTo>
                <a:cubicBezTo>
                  <a:pt x="406983" y="36729"/>
                  <a:pt x="404784" y="36245"/>
                  <a:pt x="402132" y="36245"/>
                </a:cubicBezTo>
                <a:cubicBezTo>
                  <a:pt x="399774" y="36245"/>
                  <a:pt x="397712" y="36676"/>
                  <a:pt x="395944" y="37539"/>
                </a:cubicBezTo>
                <a:cubicBezTo>
                  <a:pt x="394176" y="38402"/>
                  <a:pt x="392723" y="39665"/>
                  <a:pt x="391587" y="41328"/>
                </a:cubicBezTo>
                <a:cubicBezTo>
                  <a:pt x="390450" y="42991"/>
                  <a:pt x="389598" y="44990"/>
                  <a:pt x="389029" y="47326"/>
                </a:cubicBezTo>
                <a:cubicBezTo>
                  <a:pt x="388461" y="49663"/>
                  <a:pt x="388177" y="52325"/>
                  <a:pt x="388177" y="55314"/>
                </a:cubicBezTo>
                <a:cubicBezTo>
                  <a:pt x="388177" y="58093"/>
                  <a:pt x="388409" y="60650"/>
                  <a:pt x="388872" y="62986"/>
                </a:cubicBezTo>
                <a:cubicBezTo>
                  <a:pt x="389335" y="65323"/>
                  <a:pt x="390082" y="67354"/>
                  <a:pt x="391113" y="69080"/>
                </a:cubicBezTo>
                <a:cubicBezTo>
                  <a:pt x="392145" y="70806"/>
                  <a:pt x="393544" y="72142"/>
                  <a:pt x="395312" y="73089"/>
                </a:cubicBezTo>
                <a:cubicBezTo>
                  <a:pt x="397080" y="74036"/>
                  <a:pt x="399269" y="74510"/>
                  <a:pt x="401879" y="74510"/>
                </a:cubicBezTo>
                <a:cubicBezTo>
                  <a:pt x="404279" y="74510"/>
                  <a:pt x="406363" y="74078"/>
                  <a:pt x="408131" y="73216"/>
                </a:cubicBezTo>
                <a:cubicBezTo>
                  <a:pt x="409899" y="72353"/>
                  <a:pt x="411351" y="71100"/>
                  <a:pt x="412487" y="69458"/>
                </a:cubicBezTo>
                <a:cubicBezTo>
                  <a:pt x="413624" y="67817"/>
                  <a:pt x="414466" y="65828"/>
                  <a:pt x="415013" y="63491"/>
                </a:cubicBezTo>
                <a:cubicBezTo>
                  <a:pt x="415560" y="61155"/>
                  <a:pt x="415834" y="58492"/>
                  <a:pt x="415834" y="55504"/>
                </a:cubicBezTo>
                <a:close/>
                <a:moveTo>
                  <a:pt x="498787" y="83601"/>
                </a:moveTo>
                <a:cubicBezTo>
                  <a:pt x="498787" y="84022"/>
                  <a:pt x="498660" y="84391"/>
                  <a:pt x="498408" y="84708"/>
                </a:cubicBezTo>
                <a:cubicBezTo>
                  <a:pt x="498155" y="85023"/>
                  <a:pt x="497734" y="85287"/>
                  <a:pt x="497145" y="85497"/>
                </a:cubicBezTo>
                <a:cubicBezTo>
                  <a:pt x="496555" y="85708"/>
                  <a:pt x="495745" y="85865"/>
                  <a:pt x="494714" y="85971"/>
                </a:cubicBezTo>
                <a:cubicBezTo>
                  <a:pt x="493682" y="86076"/>
                  <a:pt x="492409" y="86128"/>
                  <a:pt x="490894" y="86128"/>
                </a:cubicBezTo>
                <a:cubicBezTo>
                  <a:pt x="489336" y="86128"/>
                  <a:pt x="488041" y="86076"/>
                  <a:pt x="487010" y="85971"/>
                </a:cubicBezTo>
                <a:cubicBezTo>
                  <a:pt x="485979" y="85865"/>
                  <a:pt x="485168" y="85708"/>
                  <a:pt x="484579" y="85497"/>
                </a:cubicBezTo>
                <a:cubicBezTo>
                  <a:pt x="483990" y="85287"/>
                  <a:pt x="483569" y="85023"/>
                  <a:pt x="483316" y="84708"/>
                </a:cubicBezTo>
                <a:cubicBezTo>
                  <a:pt x="483064" y="84392"/>
                  <a:pt x="482937" y="84024"/>
                  <a:pt x="482937" y="83603"/>
                </a:cubicBezTo>
                <a:lnTo>
                  <a:pt x="482937" y="51462"/>
                </a:lnTo>
                <a:cubicBezTo>
                  <a:pt x="482937" y="48726"/>
                  <a:pt x="482737" y="46579"/>
                  <a:pt x="482337" y="45022"/>
                </a:cubicBezTo>
                <a:cubicBezTo>
                  <a:pt x="481938" y="43464"/>
                  <a:pt x="481359" y="42128"/>
                  <a:pt x="480601" y="41012"/>
                </a:cubicBezTo>
                <a:cubicBezTo>
                  <a:pt x="479843" y="39897"/>
                  <a:pt x="478865" y="39034"/>
                  <a:pt x="477665" y="38423"/>
                </a:cubicBezTo>
                <a:cubicBezTo>
                  <a:pt x="476465" y="37813"/>
                  <a:pt x="475065" y="37508"/>
                  <a:pt x="473466" y="37508"/>
                </a:cubicBezTo>
                <a:cubicBezTo>
                  <a:pt x="471445" y="37508"/>
                  <a:pt x="469403" y="38244"/>
                  <a:pt x="467341" y="39718"/>
                </a:cubicBezTo>
                <a:cubicBezTo>
                  <a:pt x="465278" y="41191"/>
                  <a:pt x="463131" y="43338"/>
                  <a:pt x="460900" y="46158"/>
                </a:cubicBezTo>
                <a:lnTo>
                  <a:pt x="460900" y="83603"/>
                </a:lnTo>
                <a:cubicBezTo>
                  <a:pt x="460900" y="84024"/>
                  <a:pt x="460774" y="84392"/>
                  <a:pt x="460521" y="84708"/>
                </a:cubicBezTo>
                <a:cubicBezTo>
                  <a:pt x="460269" y="85023"/>
                  <a:pt x="459837" y="85287"/>
                  <a:pt x="459227" y="85497"/>
                </a:cubicBezTo>
                <a:cubicBezTo>
                  <a:pt x="458616" y="85708"/>
                  <a:pt x="457806" y="85865"/>
                  <a:pt x="456796" y="85971"/>
                </a:cubicBezTo>
                <a:cubicBezTo>
                  <a:pt x="455785" y="86076"/>
                  <a:pt x="454501" y="86128"/>
                  <a:pt x="452944" y="86128"/>
                </a:cubicBezTo>
                <a:cubicBezTo>
                  <a:pt x="451386" y="86128"/>
                  <a:pt x="450102" y="86076"/>
                  <a:pt x="449092" y="85971"/>
                </a:cubicBezTo>
                <a:cubicBezTo>
                  <a:pt x="448082" y="85865"/>
                  <a:pt x="447271" y="85708"/>
                  <a:pt x="446661" y="85497"/>
                </a:cubicBezTo>
                <a:cubicBezTo>
                  <a:pt x="446051" y="85287"/>
                  <a:pt x="445619" y="85023"/>
                  <a:pt x="445367" y="84708"/>
                </a:cubicBezTo>
                <a:cubicBezTo>
                  <a:pt x="445114" y="84392"/>
                  <a:pt x="444988" y="84024"/>
                  <a:pt x="444988" y="83603"/>
                </a:cubicBezTo>
                <a:lnTo>
                  <a:pt x="444988" y="27278"/>
                </a:lnTo>
                <a:cubicBezTo>
                  <a:pt x="444988" y="26857"/>
                  <a:pt x="445093" y="26489"/>
                  <a:pt x="445304" y="26173"/>
                </a:cubicBezTo>
                <a:cubicBezTo>
                  <a:pt x="445514" y="25857"/>
                  <a:pt x="445893" y="25594"/>
                  <a:pt x="446440" y="25384"/>
                </a:cubicBezTo>
                <a:cubicBezTo>
                  <a:pt x="446987" y="25173"/>
                  <a:pt x="447692" y="25016"/>
                  <a:pt x="448555" y="24910"/>
                </a:cubicBezTo>
                <a:cubicBezTo>
                  <a:pt x="449418" y="24805"/>
                  <a:pt x="450502" y="24752"/>
                  <a:pt x="451807" y="24752"/>
                </a:cubicBezTo>
                <a:cubicBezTo>
                  <a:pt x="453154" y="24752"/>
                  <a:pt x="454270" y="24805"/>
                  <a:pt x="455154" y="24910"/>
                </a:cubicBezTo>
                <a:cubicBezTo>
                  <a:pt x="456038" y="25016"/>
                  <a:pt x="456722" y="25173"/>
                  <a:pt x="457206" y="25384"/>
                </a:cubicBezTo>
                <a:cubicBezTo>
                  <a:pt x="457690" y="25594"/>
                  <a:pt x="458038" y="25857"/>
                  <a:pt x="458248" y="26173"/>
                </a:cubicBezTo>
                <a:cubicBezTo>
                  <a:pt x="458459" y="26489"/>
                  <a:pt x="458564" y="26857"/>
                  <a:pt x="458564" y="27278"/>
                </a:cubicBezTo>
                <a:lnTo>
                  <a:pt x="458564" y="33782"/>
                </a:lnTo>
                <a:cubicBezTo>
                  <a:pt x="461679" y="30393"/>
                  <a:pt x="464847" y="27852"/>
                  <a:pt x="468067" y="26157"/>
                </a:cubicBezTo>
                <a:cubicBezTo>
                  <a:pt x="471287" y="24463"/>
                  <a:pt x="474644" y="23616"/>
                  <a:pt x="478138" y="23616"/>
                </a:cubicBezTo>
                <a:cubicBezTo>
                  <a:pt x="481969" y="23616"/>
                  <a:pt x="485200" y="24248"/>
                  <a:pt x="487831" y="25512"/>
                </a:cubicBezTo>
                <a:cubicBezTo>
                  <a:pt x="490462" y="26776"/>
                  <a:pt x="492588" y="28494"/>
                  <a:pt x="494209" y="30664"/>
                </a:cubicBezTo>
                <a:cubicBezTo>
                  <a:pt x="495829" y="32834"/>
                  <a:pt x="496997" y="35373"/>
                  <a:pt x="497713" y="38281"/>
                </a:cubicBezTo>
                <a:cubicBezTo>
                  <a:pt x="498429" y="41188"/>
                  <a:pt x="498787" y="44686"/>
                  <a:pt x="498787" y="48773"/>
                </a:cubicBezTo>
                <a:lnTo>
                  <a:pt x="498787" y="83601"/>
                </a:lnTo>
                <a:close/>
                <a:moveTo>
                  <a:pt x="564121" y="79246"/>
                </a:moveTo>
                <a:cubicBezTo>
                  <a:pt x="564121" y="80467"/>
                  <a:pt x="564068" y="81487"/>
                  <a:pt x="563963" y="82308"/>
                </a:cubicBezTo>
                <a:cubicBezTo>
                  <a:pt x="563858" y="83129"/>
                  <a:pt x="563700" y="83792"/>
                  <a:pt x="563489" y="84297"/>
                </a:cubicBezTo>
                <a:cubicBezTo>
                  <a:pt x="563279" y="84802"/>
                  <a:pt x="563016" y="85171"/>
                  <a:pt x="562700" y="85402"/>
                </a:cubicBezTo>
                <a:cubicBezTo>
                  <a:pt x="562384" y="85634"/>
                  <a:pt x="562037" y="85750"/>
                  <a:pt x="561658" y="85750"/>
                </a:cubicBezTo>
                <a:lnTo>
                  <a:pt x="520615" y="85750"/>
                </a:lnTo>
                <a:cubicBezTo>
                  <a:pt x="519225" y="85750"/>
                  <a:pt x="518057" y="85339"/>
                  <a:pt x="517110" y="84518"/>
                </a:cubicBezTo>
                <a:cubicBezTo>
                  <a:pt x="516163" y="83697"/>
                  <a:pt x="515689" y="82361"/>
                  <a:pt x="515689" y="80509"/>
                </a:cubicBezTo>
                <a:lnTo>
                  <a:pt x="515689" y="9282"/>
                </a:lnTo>
                <a:cubicBezTo>
                  <a:pt x="515689" y="7430"/>
                  <a:pt x="516163" y="6093"/>
                  <a:pt x="517110" y="5273"/>
                </a:cubicBezTo>
                <a:cubicBezTo>
                  <a:pt x="518057" y="4452"/>
                  <a:pt x="519225" y="4041"/>
                  <a:pt x="520615" y="4041"/>
                </a:cubicBezTo>
                <a:lnTo>
                  <a:pt x="561406" y="4041"/>
                </a:lnTo>
                <a:cubicBezTo>
                  <a:pt x="561785" y="4041"/>
                  <a:pt x="562121" y="4146"/>
                  <a:pt x="562416" y="4357"/>
                </a:cubicBezTo>
                <a:cubicBezTo>
                  <a:pt x="562711" y="4567"/>
                  <a:pt x="562963" y="4936"/>
                  <a:pt x="563174" y="5462"/>
                </a:cubicBezTo>
                <a:cubicBezTo>
                  <a:pt x="563384" y="5988"/>
                  <a:pt x="563542" y="6662"/>
                  <a:pt x="563647" y="7483"/>
                </a:cubicBezTo>
                <a:cubicBezTo>
                  <a:pt x="563753" y="8303"/>
                  <a:pt x="563805" y="9345"/>
                  <a:pt x="563805" y="10608"/>
                </a:cubicBezTo>
                <a:cubicBezTo>
                  <a:pt x="563805" y="11787"/>
                  <a:pt x="563753" y="12787"/>
                  <a:pt x="563647" y="13608"/>
                </a:cubicBezTo>
                <a:cubicBezTo>
                  <a:pt x="563542" y="14428"/>
                  <a:pt x="563384" y="15091"/>
                  <a:pt x="563174" y="15597"/>
                </a:cubicBezTo>
                <a:cubicBezTo>
                  <a:pt x="562963" y="16102"/>
                  <a:pt x="562711" y="16470"/>
                  <a:pt x="562416" y="16702"/>
                </a:cubicBezTo>
                <a:cubicBezTo>
                  <a:pt x="562121" y="16933"/>
                  <a:pt x="561785" y="17049"/>
                  <a:pt x="561406" y="17049"/>
                </a:cubicBezTo>
                <a:lnTo>
                  <a:pt x="532233" y="17049"/>
                </a:lnTo>
                <a:lnTo>
                  <a:pt x="532233" y="36876"/>
                </a:lnTo>
                <a:lnTo>
                  <a:pt x="556922" y="36876"/>
                </a:lnTo>
                <a:cubicBezTo>
                  <a:pt x="557301" y="36876"/>
                  <a:pt x="557649" y="36993"/>
                  <a:pt x="557964" y="37225"/>
                </a:cubicBezTo>
                <a:cubicBezTo>
                  <a:pt x="558280" y="37458"/>
                  <a:pt x="558543" y="37818"/>
                  <a:pt x="558754" y="38305"/>
                </a:cubicBezTo>
                <a:cubicBezTo>
                  <a:pt x="558964" y="38790"/>
                  <a:pt x="559122" y="39446"/>
                  <a:pt x="559227" y="40272"/>
                </a:cubicBezTo>
                <a:cubicBezTo>
                  <a:pt x="559332" y="41097"/>
                  <a:pt x="559385" y="42101"/>
                  <a:pt x="559385" y="43285"/>
                </a:cubicBezTo>
                <a:cubicBezTo>
                  <a:pt x="559385" y="44513"/>
                  <a:pt x="559332" y="45528"/>
                  <a:pt x="559227" y="46332"/>
                </a:cubicBezTo>
                <a:cubicBezTo>
                  <a:pt x="559122" y="47136"/>
                  <a:pt x="558964" y="47781"/>
                  <a:pt x="558754" y="48268"/>
                </a:cubicBezTo>
                <a:cubicBezTo>
                  <a:pt x="558543" y="48753"/>
                  <a:pt x="558280" y="49102"/>
                  <a:pt x="557964" y="49314"/>
                </a:cubicBezTo>
                <a:cubicBezTo>
                  <a:pt x="557649" y="49525"/>
                  <a:pt x="557301" y="49631"/>
                  <a:pt x="556922" y="49631"/>
                </a:cubicBezTo>
                <a:lnTo>
                  <a:pt x="532233" y="49631"/>
                </a:lnTo>
                <a:lnTo>
                  <a:pt x="532233" y="72742"/>
                </a:lnTo>
                <a:lnTo>
                  <a:pt x="561658" y="72742"/>
                </a:lnTo>
                <a:cubicBezTo>
                  <a:pt x="562037" y="72742"/>
                  <a:pt x="562384" y="72858"/>
                  <a:pt x="562700" y="73089"/>
                </a:cubicBezTo>
                <a:cubicBezTo>
                  <a:pt x="563016" y="73321"/>
                  <a:pt x="563279" y="73689"/>
                  <a:pt x="563489" y="74194"/>
                </a:cubicBezTo>
                <a:cubicBezTo>
                  <a:pt x="563700" y="74699"/>
                  <a:pt x="563858" y="75362"/>
                  <a:pt x="563963" y="76183"/>
                </a:cubicBezTo>
                <a:cubicBezTo>
                  <a:pt x="564068" y="77004"/>
                  <a:pt x="564121" y="78025"/>
                  <a:pt x="564121" y="79246"/>
                </a:cubicBezTo>
                <a:close/>
                <a:moveTo>
                  <a:pt x="613566" y="32456"/>
                </a:moveTo>
                <a:cubicBezTo>
                  <a:pt x="613566" y="33971"/>
                  <a:pt x="613524" y="35213"/>
                  <a:pt x="613440" y="36182"/>
                </a:cubicBezTo>
                <a:cubicBezTo>
                  <a:pt x="613355" y="37150"/>
                  <a:pt x="613229" y="37907"/>
                  <a:pt x="613061" y="38455"/>
                </a:cubicBezTo>
                <a:cubicBezTo>
                  <a:pt x="612892" y="39002"/>
                  <a:pt x="612671" y="39381"/>
                  <a:pt x="612398" y="39591"/>
                </a:cubicBezTo>
                <a:cubicBezTo>
                  <a:pt x="612124" y="39802"/>
                  <a:pt x="611777" y="39907"/>
                  <a:pt x="611356" y="39907"/>
                </a:cubicBezTo>
                <a:cubicBezTo>
                  <a:pt x="611019" y="39907"/>
                  <a:pt x="610640" y="39833"/>
                  <a:pt x="610219" y="39686"/>
                </a:cubicBezTo>
                <a:cubicBezTo>
                  <a:pt x="609798" y="39539"/>
                  <a:pt x="609325" y="39381"/>
                  <a:pt x="608798" y="39212"/>
                </a:cubicBezTo>
                <a:cubicBezTo>
                  <a:pt x="608272" y="39044"/>
                  <a:pt x="607693" y="38886"/>
                  <a:pt x="607062" y="38739"/>
                </a:cubicBezTo>
                <a:cubicBezTo>
                  <a:pt x="606431" y="38592"/>
                  <a:pt x="605736" y="38518"/>
                  <a:pt x="604978" y="38518"/>
                </a:cubicBezTo>
                <a:cubicBezTo>
                  <a:pt x="604094" y="38518"/>
                  <a:pt x="603210" y="38698"/>
                  <a:pt x="602326" y="39059"/>
                </a:cubicBezTo>
                <a:cubicBezTo>
                  <a:pt x="601442" y="39418"/>
                  <a:pt x="600527" y="39979"/>
                  <a:pt x="599579" y="40742"/>
                </a:cubicBezTo>
                <a:cubicBezTo>
                  <a:pt x="598632" y="41505"/>
                  <a:pt x="597643" y="42522"/>
                  <a:pt x="596612" y="43792"/>
                </a:cubicBezTo>
                <a:cubicBezTo>
                  <a:pt x="595580" y="45063"/>
                  <a:pt x="594475" y="46631"/>
                  <a:pt x="593297" y="48495"/>
                </a:cubicBezTo>
                <a:lnTo>
                  <a:pt x="593297" y="83603"/>
                </a:lnTo>
                <a:cubicBezTo>
                  <a:pt x="593297" y="84024"/>
                  <a:pt x="593170" y="84392"/>
                  <a:pt x="592918" y="84708"/>
                </a:cubicBezTo>
                <a:cubicBezTo>
                  <a:pt x="592665" y="85023"/>
                  <a:pt x="592234" y="85287"/>
                  <a:pt x="591623" y="85497"/>
                </a:cubicBezTo>
                <a:cubicBezTo>
                  <a:pt x="591013" y="85708"/>
                  <a:pt x="590203" y="85865"/>
                  <a:pt x="589192" y="85971"/>
                </a:cubicBezTo>
                <a:cubicBezTo>
                  <a:pt x="588182" y="86076"/>
                  <a:pt x="586898" y="86128"/>
                  <a:pt x="585340" y="86128"/>
                </a:cubicBezTo>
                <a:cubicBezTo>
                  <a:pt x="583783" y="86128"/>
                  <a:pt x="582499" y="86076"/>
                  <a:pt x="581489" y="85971"/>
                </a:cubicBezTo>
                <a:cubicBezTo>
                  <a:pt x="580478" y="85865"/>
                  <a:pt x="579668" y="85708"/>
                  <a:pt x="579058" y="85497"/>
                </a:cubicBezTo>
                <a:cubicBezTo>
                  <a:pt x="578447" y="85287"/>
                  <a:pt x="578016" y="85023"/>
                  <a:pt x="577763" y="84708"/>
                </a:cubicBezTo>
                <a:cubicBezTo>
                  <a:pt x="577511" y="84392"/>
                  <a:pt x="577384" y="84024"/>
                  <a:pt x="577384" y="83603"/>
                </a:cubicBezTo>
                <a:lnTo>
                  <a:pt x="577384" y="27278"/>
                </a:lnTo>
                <a:cubicBezTo>
                  <a:pt x="577384" y="26857"/>
                  <a:pt x="577490" y="26489"/>
                  <a:pt x="577700" y="26173"/>
                </a:cubicBezTo>
                <a:cubicBezTo>
                  <a:pt x="577911" y="25857"/>
                  <a:pt x="578289" y="25594"/>
                  <a:pt x="578837" y="25384"/>
                </a:cubicBezTo>
                <a:cubicBezTo>
                  <a:pt x="579384" y="25173"/>
                  <a:pt x="580089" y="25016"/>
                  <a:pt x="580952" y="24910"/>
                </a:cubicBezTo>
                <a:cubicBezTo>
                  <a:pt x="581815" y="24805"/>
                  <a:pt x="582899" y="24752"/>
                  <a:pt x="584204" y="24752"/>
                </a:cubicBezTo>
                <a:cubicBezTo>
                  <a:pt x="585551" y="24752"/>
                  <a:pt x="586667" y="24805"/>
                  <a:pt x="587551" y="24910"/>
                </a:cubicBezTo>
                <a:cubicBezTo>
                  <a:pt x="588435" y="25016"/>
                  <a:pt x="589119" y="25173"/>
                  <a:pt x="589603" y="25384"/>
                </a:cubicBezTo>
                <a:cubicBezTo>
                  <a:pt x="590087" y="25594"/>
                  <a:pt x="590434" y="25857"/>
                  <a:pt x="590645" y="26173"/>
                </a:cubicBezTo>
                <a:cubicBezTo>
                  <a:pt x="590855" y="26489"/>
                  <a:pt x="590960" y="26857"/>
                  <a:pt x="590960" y="27278"/>
                </a:cubicBezTo>
                <a:lnTo>
                  <a:pt x="590960" y="34287"/>
                </a:lnTo>
                <a:cubicBezTo>
                  <a:pt x="592434" y="32169"/>
                  <a:pt x="593823" y="30422"/>
                  <a:pt x="595128" y="29046"/>
                </a:cubicBezTo>
                <a:cubicBezTo>
                  <a:pt x="596433" y="27670"/>
                  <a:pt x="597675" y="26580"/>
                  <a:pt x="598853" y="25777"/>
                </a:cubicBezTo>
                <a:cubicBezTo>
                  <a:pt x="600032" y="24971"/>
                  <a:pt x="601211" y="24410"/>
                  <a:pt x="602389" y="24093"/>
                </a:cubicBezTo>
                <a:cubicBezTo>
                  <a:pt x="603568" y="23775"/>
                  <a:pt x="604747" y="23616"/>
                  <a:pt x="605925" y="23616"/>
                </a:cubicBezTo>
                <a:cubicBezTo>
                  <a:pt x="606473" y="23616"/>
                  <a:pt x="607062" y="23647"/>
                  <a:pt x="607693" y="23711"/>
                </a:cubicBezTo>
                <a:cubicBezTo>
                  <a:pt x="608325" y="23774"/>
                  <a:pt x="608977" y="23879"/>
                  <a:pt x="609651" y="24026"/>
                </a:cubicBezTo>
                <a:cubicBezTo>
                  <a:pt x="610324" y="24174"/>
                  <a:pt x="610914" y="24342"/>
                  <a:pt x="611419" y="24531"/>
                </a:cubicBezTo>
                <a:cubicBezTo>
                  <a:pt x="611924" y="24721"/>
                  <a:pt x="612292" y="24921"/>
                  <a:pt x="612524" y="25131"/>
                </a:cubicBezTo>
                <a:cubicBezTo>
                  <a:pt x="612756" y="25342"/>
                  <a:pt x="612924" y="25573"/>
                  <a:pt x="613029" y="25826"/>
                </a:cubicBezTo>
                <a:cubicBezTo>
                  <a:pt x="613134" y="26078"/>
                  <a:pt x="613229" y="26426"/>
                  <a:pt x="613313" y="26868"/>
                </a:cubicBezTo>
                <a:cubicBezTo>
                  <a:pt x="613397" y="27310"/>
                  <a:pt x="613461" y="27973"/>
                  <a:pt x="613503" y="28857"/>
                </a:cubicBezTo>
                <a:cubicBezTo>
                  <a:pt x="613545" y="29741"/>
                  <a:pt x="613566" y="30941"/>
                  <a:pt x="613566" y="32456"/>
                </a:cubicBezTo>
                <a:close/>
                <a:moveTo>
                  <a:pt x="660043" y="32456"/>
                </a:moveTo>
                <a:cubicBezTo>
                  <a:pt x="660043" y="33971"/>
                  <a:pt x="660001" y="35213"/>
                  <a:pt x="659917" y="36182"/>
                </a:cubicBezTo>
                <a:cubicBezTo>
                  <a:pt x="659832" y="37150"/>
                  <a:pt x="659706" y="37907"/>
                  <a:pt x="659538" y="38455"/>
                </a:cubicBezTo>
                <a:cubicBezTo>
                  <a:pt x="659369" y="39002"/>
                  <a:pt x="659148" y="39381"/>
                  <a:pt x="658875" y="39591"/>
                </a:cubicBezTo>
                <a:cubicBezTo>
                  <a:pt x="658601" y="39802"/>
                  <a:pt x="658254" y="39907"/>
                  <a:pt x="657833" y="39907"/>
                </a:cubicBezTo>
                <a:cubicBezTo>
                  <a:pt x="657496" y="39907"/>
                  <a:pt x="657117" y="39833"/>
                  <a:pt x="656696" y="39686"/>
                </a:cubicBezTo>
                <a:cubicBezTo>
                  <a:pt x="656275" y="39539"/>
                  <a:pt x="655802" y="39381"/>
                  <a:pt x="655275" y="39212"/>
                </a:cubicBezTo>
                <a:cubicBezTo>
                  <a:pt x="654749" y="39044"/>
                  <a:pt x="654170" y="38886"/>
                  <a:pt x="653539" y="38739"/>
                </a:cubicBezTo>
                <a:cubicBezTo>
                  <a:pt x="652908" y="38592"/>
                  <a:pt x="652213" y="38518"/>
                  <a:pt x="651455" y="38518"/>
                </a:cubicBezTo>
                <a:cubicBezTo>
                  <a:pt x="650571" y="38518"/>
                  <a:pt x="649687" y="38698"/>
                  <a:pt x="648803" y="39059"/>
                </a:cubicBezTo>
                <a:cubicBezTo>
                  <a:pt x="647919" y="39418"/>
                  <a:pt x="647004" y="39979"/>
                  <a:pt x="646056" y="40742"/>
                </a:cubicBezTo>
                <a:cubicBezTo>
                  <a:pt x="645109" y="41505"/>
                  <a:pt x="644120" y="42522"/>
                  <a:pt x="643089" y="43792"/>
                </a:cubicBezTo>
                <a:cubicBezTo>
                  <a:pt x="642057" y="45063"/>
                  <a:pt x="640952" y="46631"/>
                  <a:pt x="639774" y="48495"/>
                </a:cubicBezTo>
                <a:lnTo>
                  <a:pt x="639774" y="83603"/>
                </a:lnTo>
                <a:cubicBezTo>
                  <a:pt x="639774" y="84024"/>
                  <a:pt x="639647" y="84392"/>
                  <a:pt x="639395" y="84708"/>
                </a:cubicBezTo>
                <a:cubicBezTo>
                  <a:pt x="639142" y="85023"/>
                  <a:pt x="638711" y="85287"/>
                  <a:pt x="638100" y="85497"/>
                </a:cubicBezTo>
                <a:cubicBezTo>
                  <a:pt x="637490" y="85708"/>
                  <a:pt x="636680" y="85865"/>
                  <a:pt x="635669" y="85971"/>
                </a:cubicBezTo>
                <a:cubicBezTo>
                  <a:pt x="634659" y="86076"/>
                  <a:pt x="633375" y="86128"/>
                  <a:pt x="631817" y="86128"/>
                </a:cubicBezTo>
                <a:cubicBezTo>
                  <a:pt x="630260" y="86128"/>
                  <a:pt x="628976" y="86076"/>
                  <a:pt x="627966" y="85971"/>
                </a:cubicBezTo>
                <a:cubicBezTo>
                  <a:pt x="626955" y="85865"/>
                  <a:pt x="626145" y="85708"/>
                  <a:pt x="625535" y="85497"/>
                </a:cubicBezTo>
                <a:cubicBezTo>
                  <a:pt x="624924" y="85287"/>
                  <a:pt x="624493" y="85023"/>
                  <a:pt x="624240" y="84708"/>
                </a:cubicBezTo>
                <a:cubicBezTo>
                  <a:pt x="623988" y="84392"/>
                  <a:pt x="623861" y="84024"/>
                  <a:pt x="623861" y="83603"/>
                </a:cubicBezTo>
                <a:lnTo>
                  <a:pt x="623861" y="27278"/>
                </a:lnTo>
                <a:cubicBezTo>
                  <a:pt x="623861" y="26857"/>
                  <a:pt x="623967" y="26489"/>
                  <a:pt x="624177" y="26173"/>
                </a:cubicBezTo>
                <a:cubicBezTo>
                  <a:pt x="624387" y="25857"/>
                  <a:pt x="624766" y="25594"/>
                  <a:pt x="625314" y="25384"/>
                </a:cubicBezTo>
                <a:cubicBezTo>
                  <a:pt x="625861" y="25173"/>
                  <a:pt x="626566" y="25016"/>
                  <a:pt x="627429" y="24910"/>
                </a:cubicBezTo>
                <a:cubicBezTo>
                  <a:pt x="628292" y="24805"/>
                  <a:pt x="629376" y="24752"/>
                  <a:pt x="630681" y="24752"/>
                </a:cubicBezTo>
                <a:cubicBezTo>
                  <a:pt x="632028" y="24752"/>
                  <a:pt x="633143" y="24805"/>
                  <a:pt x="634027" y="24910"/>
                </a:cubicBezTo>
                <a:cubicBezTo>
                  <a:pt x="634911" y="25016"/>
                  <a:pt x="635596" y="25173"/>
                  <a:pt x="636080" y="25384"/>
                </a:cubicBezTo>
                <a:cubicBezTo>
                  <a:pt x="636564" y="25594"/>
                  <a:pt x="636911" y="25857"/>
                  <a:pt x="637122" y="26173"/>
                </a:cubicBezTo>
                <a:cubicBezTo>
                  <a:pt x="637332" y="26489"/>
                  <a:pt x="637437" y="26857"/>
                  <a:pt x="637437" y="27278"/>
                </a:cubicBezTo>
                <a:lnTo>
                  <a:pt x="637437" y="34287"/>
                </a:lnTo>
                <a:cubicBezTo>
                  <a:pt x="638911" y="32169"/>
                  <a:pt x="640300" y="30422"/>
                  <a:pt x="641605" y="29046"/>
                </a:cubicBezTo>
                <a:cubicBezTo>
                  <a:pt x="642910" y="27670"/>
                  <a:pt x="644152" y="26580"/>
                  <a:pt x="645330" y="25777"/>
                </a:cubicBezTo>
                <a:cubicBezTo>
                  <a:pt x="646509" y="24971"/>
                  <a:pt x="647688" y="24410"/>
                  <a:pt x="648866" y="24093"/>
                </a:cubicBezTo>
                <a:cubicBezTo>
                  <a:pt x="650045" y="23775"/>
                  <a:pt x="651224" y="23616"/>
                  <a:pt x="652402" y="23616"/>
                </a:cubicBezTo>
                <a:cubicBezTo>
                  <a:pt x="652950" y="23616"/>
                  <a:pt x="653539" y="23647"/>
                  <a:pt x="654170" y="23711"/>
                </a:cubicBezTo>
                <a:cubicBezTo>
                  <a:pt x="654802" y="23774"/>
                  <a:pt x="655454" y="23879"/>
                  <a:pt x="656128" y="24026"/>
                </a:cubicBezTo>
                <a:cubicBezTo>
                  <a:pt x="656801" y="24174"/>
                  <a:pt x="657391" y="24342"/>
                  <a:pt x="657896" y="24531"/>
                </a:cubicBezTo>
                <a:cubicBezTo>
                  <a:pt x="658401" y="24721"/>
                  <a:pt x="658769" y="24921"/>
                  <a:pt x="659001" y="25131"/>
                </a:cubicBezTo>
                <a:cubicBezTo>
                  <a:pt x="659232" y="25342"/>
                  <a:pt x="659401" y="25573"/>
                  <a:pt x="659506" y="25826"/>
                </a:cubicBezTo>
                <a:cubicBezTo>
                  <a:pt x="659611" y="26078"/>
                  <a:pt x="659706" y="26426"/>
                  <a:pt x="659790" y="26868"/>
                </a:cubicBezTo>
                <a:cubicBezTo>
                  <a:pt x="659874" y="27310"/>
                  <a:pt x="659938" y="27973"/>
                  <a:pt x="659980" y="28857"/>
                </a:cubicBezTo>
                <a:cubicBezTo>
                  <a:pt x="660022" y="29741"/>
                  <a:pt x="660043" y="30941"/>
                  <a:pt x="660043" y="32456"/>
                </a:cubicBezTo>
                <a:close/>
                <a:moveTo>
                  <a:pt x="725743" y="54870"/>
                </a:moveTo>
                <a:cubicBezTo>
                  <a:pt x="725743" y="59680"/>
                  <a:pt x="725112" y="64067"/>
                  <a:pt x="723849" y="68032"/>
                </a:cubicBezTo>
                <a:cubicBezTo>
                  <a:pt x="722586" y="71997"/>
                  <a:pt x="720671" y="75413"/>
                  <a:pt x="718103" y="78281"/>
                </a:cubicBezTo>
                <a:cubicBezTo>
                  <a:pt x="715535" y="81149"/>
                  <a:pt x="712314" y="83363"/>
                  <a:pt x="708442" y="84925"/>
                </a:cubicBezTo>
                <a:cubicBezTo>
                  <a:pt x="704569" y="86485"/>
                  <a:pt x="700043" y="87265"/>
                  <a:pt x="694866" y="87265"/>
                </a:cubicBezTo>
                <a:cubicBezTo>
                  <a:pt x="689856" y="87265"/>
                  <a:pt x="685499" y="86569"/>
                  <a:pt x="681795" y="85177"/>
                </a:cubicBezTo>
                <a:cubicBezTo>
                  <a:pt x="678090" y="83786"/>
                  <a:pt x="675017" y="81761"/>
                  <a:pt x="672576" y="79104"/>
                </a:cubicBezTo>
                <a:cubicBezTo>
                  <a:pt x="670134" y="76446"/>
                  <a:pt x="668324" y="73177"/>
                  <a:pt x="667145" y="69297"/>
                </a:cubicBezTo>
                <a:cubicBezTo>
                  <a:pt x="665967" y="65416"/>
                  <a:pt x="665377" y="60987"/>
                  <a:pt x="665377" y="56011"/>
                </a:cubicBezTo>
                <a:cubicBezTo>
                  <a:pt x="665377" y="51201"/>
                  <a:pt x="666019" y="46804"/>
                  <a:pt x="667303" y="42818"/>
                </a:cubicBezTo>
                <a:cubicBezTo>
                  <a:pt x="668587" y="38832"/>
                  <a:pt x="670513" y="35415"/>
                  <a:pt x="673081" y="32569"/>
                </a:cubicBezTo>
                <a:cubicBezTo>
                  <a:pt x="675649" y="29722"/>
                  <a:pt x="678859" y="27518"/>
                  <a:pt x="682710" y="25958"/>
                </a:cubicBezTo>
                <a:cubicBezTo>
                  <a:pt x="686562" y="24397"/>
                  <a:pt x="691077" y="23616"/>
                  <a:pt x="696255" y="23616"/>
                </a:cubicBezTo>
                <a:cubicBezTo>
                  <a:pt x="701306" y="23616"/>
                  <a:pt x="705684" y="24301"/>
                  <a:pt x="709389" y="25672"/>
                </a:cubicBezTo>
                <a:cubicBezTo>
                  <a:pt x="713093" y="27043"/>
                  <a:pt x="716156" y="29057"/>
                  <a:pt x="718576" y="31714"/>
                </a:cubicBezTo>
                <a:cubicBezTo>
                  <a:pt x="720997" y="34371"/>
                  <a:pt x="722796" y="37640"/>
                  <a:pt x="723975" y="41521"/>
                </a:cubicBezTo>
                <a:cubicBezTo>
                  <a:pt x="725154" y="45402"/>
                  <a:pt x="725743" y="49852"/>
                  <a:pt x="725743" y="54870"/>
                </a:cubicBezTo>
                <a:moveTo>
                  <a:pt x="709389" y="55504"/>
                </a:moveTo>
                <a:cubicBezTo>
                  <a:pt x="709389" y="52725"/>
                  <a:pt x="709168" y="50168"/>
                  <a:pt x="708726" y="47832"/>
                </a:cubicBezTo>
                <a:cubicBezTo>
                  <a:pt x="708284" y="45495"/>
                  <a:pt x="707537" y="43464"/>
                  <a:pt x="706484" y="41738"/>
                </a:cubicBezTo>
                <a:cubicBezTo>
                  <a:pt x="705432" y="40012"/>
                  <a:pt x="704032" y="38665"/>
                  <a:pt x="702285" y="37697"/>
                </a:cubicBezTo>
                <a:cubicBezTo>
                  <a:pt x="700538" y="36729"/>
                  <a:pt x="698339" y="36245"/>
                  <a:pt x="695687" y="36245"/>
                </a:cubicBezTo>
                <a:cubicBezTo>
                  <a:pt x="693329" y="36245"/>
                  <a:pt x="691266" y="36676"/>
                  <a:pt x="689498" y="37539"/>
                </a:cubicBezTo>
                <a:cubicBezTo>
                  <a:pt x="687730" y="38402"/>
                  <a:pt x="686278" y="39665"/>
                  <a:pt x="685141" y="41328"/>
                </a:cubicBezTo>
                <a:cubicBezTo>
                  <a:pt x="684005" y="42991"/>
                  <a:pt x="683152" y="44990"/>
                  <a:pt x="682584" y="47326"/>
                </a:cubicBezTo>
                <a:cubicBezTo>
                  <a:pt x="682016" y="49663"/>
                  <a:pt x="681732" y="52325"/>
                  <a:pt x="681732" y="55314"/>
                </a:cubicBezTo>
                <a:cubicBezTo>
                  <a:pt x="681732" y="58093"/>
                  <a:pt x="681963" y="60650"/>
                  <a:pt x="682426" y="62986"/>
                </a:cubicBezTo>
                <a:cubicBezTo>
                  <a:pt x="682889" y="65323"/>
                  <a:pt x="683637" y="67354"/>
                  <a:pt x="684668" y="69080"/>
                </a:cubicBezTo>
                <a:cubicBezTo>
                  <a:pt x="685699" y="70806"/>
                  <a:pt x="687099" y="72142"/>
                  <a:pt x="688867" y="73089"/>
                </a:cubicBezTo>
                <a:cubicBezTo>
                  <a:pt x="690635" y="74036"/>
                  <a:pt x="692824" y="74510"/>
                  <a:pt x="695434" y="74510"/>
                </a:cubicBezTo>
                <a:cubicBezTo>
                  <a:pt x="697833" y="74510"/>
                  <a:pt x="699917" y="74078"/>
                  <a:pt x="701685" y="73216"/>
                </a:cubicBezTo>
                <a:cubicBezTo>
                  <a:pt x="703453" y="72353"/>
                  <a:pt x="704906" y="71100"/>
                  <a:pt x="706042" y="69458"/>
                </a:cubicBezTo>
                <a:cubicBezTo>
                  <a:pt x="707179" y="67817"/>
                  <a:pt x="708021" y="65828"/>
                  <a:pt x="708568" y="63491"/>
                </a:cubicBezTo>
                <a:cubicBezTo>
                  <a:pt x="709115" y="61155"/>
                  <a:pt x="709389" y="58492"/>
                  <a:pt x="709389" y="55504"/>
                </a:cubicBezTo>
                <a:close/>
                <a:moveTo>
                  <a:pt x="774723" y="32456"/>
                </a:moveTo>
                <a:cubicBezTo>
                  <a:pt x="774723" y="33971"/>
                  <a:pt x="774681" y="35213"/>
                  <a:pt x="774597" y="36182"/>
                </a:cubicBezTo>
                <a:cubicBezTo>
                  <a:pt x="774513" y="37150"/>
                  <a:pt x="774386" y="37907"/>
                  <a:pt x="774218" y="38455"/>
                </a:cubicBezTo>
                <a:cubicBezTo>
                  <a:pt x="774050" y="39002"/>
                  <a:pt x="773829" y="39381"/>
                  <a:pt x="773555" y="39591"/>
                </a:cubicBezTo>
                <a:cubicBezTo>
                  <a:pt x="773281" y="39802"/>
                  <a:pt x="772934" y="39907"/>
                  <a:pt x="772513" y="39907"/>
                </a:cubicBezTo>
                <a:cubicBezTo>
                  <a:pt x="772176" y="39907"/>
                  <a:pt x="771797" y="39833"/>
                  <a:pt x="771377" y="39686"/>
                </a:cubicBezTo>
                <a:cubicBezTo>
                  <a:pt x="770956" y="39539"/>
                  <a:pt x="770482" y="39381"/>
                  <a:pt x="769956" y="39212"/>
                </a:cubicBezTo>
                <a:cubicBezTo>
                  <a:pt x="769430" y="39044"/>
                  <a:pt x="768851" y="38886"/>
                  <a:pt x="768219" y="38739"/>
                </a:cubicBezTo>
                <a:cubicBezTo>
                  <a:pt x="767588" y="38592"/>
                  <a:pt x="766893" y="38518"/>
                  <a:pt x="766136" y="38518"/>
                </a:cubicBezTo>
                <a:cubicBezTo>
                  <a:pt x="765252" y="38518"/>
                  <a:pt x="764368" y="38698"/>
                  <a:pt x="763484" y="39059"/>
                </a:cubicBezTo>
                <a:cubicBezTo>
                  <a:pt x="762600" y="39418"/>
                  <a:pt x="761684" y="39979"/>
                  <a:pt x="760737" y="40742"/>
                </a:cubicBezTo>
                <a:cubicBezTo>
                  <a:pt x="759790" y="41505"/>
                  <a:pt x="758800" y="42522"/>
                  <a:pt x="757769" y="43792"/>
                </a:cubicBezTo>
                <a:cubicBezTo>
                  <a:pt x="756738" y="45063"/>
                  <a:pt x="755633" y="46631"/>
                  <a:pt x="754454" y="48495"/>
                </a:cubicBezTo>
                <a:lnTo>
                  <a:pt x="754454" y="83603"/>
                </a:lnTo>
                <a:cubicBezTo>
                  <a:pt x="754454" y="84024"/>
                  <a:pt x="754328" y="84392"/>
                  <a:pt x="754075" y="84708"/>
                </a:cubicBezTo>
                <a:cubicBezTo>
                  <a:pt x="753822" y="85023"/>
                  <a:pt x="753391" y="85287"/>
                  <a:pt x="752781" y="85497"/>
                </a:cubicBezTo>
                <a:cubicBezTo>
                  <a:pt x="752170" y="85708"/>
                  <a:pt x="751360" y="85865"/>
                  <a:pt x="750350" y="85971"/>
                </a:cubicBezTo>
                <a:cubicBezTo>
                  <a:pt x="749339" y="86076"/>
                  <a:pt x="748055" y="86128"/>
                  <a:pt x="746498" y="86128"/>
                </a:cubicBezTo>
                <a:cubicBezTo>
                  <a:pt x="744940" y="86128"/>
                  <a:pt x="743656" y="86076"/>
                  <a:pt x="742646" y="85971"/>
                </a:cubicBezTo>
                <a:cubicBezTo>
                  <a:pt x="741636" y="85865"/>
                  <a:pt x="740825" y="85708"/>
                  <a:pt x="740215" y="85497"/>
                </a:cubicBezTo>
                <a:cubicBezTo>
                  <a:pt x="739605" y="85287"/>
                  <a:pt x="739173" y="85023"/>
                  <a:pt x="738920" y="84708"/>
                </a:cubicBezTo>
                <a:cubicBezTo>
                  <a:pt x="738668" y="84392"/>
                  <a:pt x="738542" y="84024"/>
                  <a:pt x="738542" y="83603"/>
                </a:cubicBezTo>
                <a:lnTo>
                  <a:pt x="738542" y="27278"/>
                </a:lnTo>
                <a:cubicBezTo>
                  <a:pt x="738542" y="26857"/>
                  <a:pt x="738647" y="26489"/>
                  <a:pt x="738857" y="26173"/>
                </a:cubicBezTo>
                <a:cubicBezTo>
                  <a:pt x="739068" y="25857"/>
                  <a:pt x="739447" y="25594"/>
                  <a:pt x="739994" y="25384"/>
                </a:cubicBezTo>
                <a:cubicBezTo>
                  <a:pt x="740541" y="25173"/>
                  <a:pt x="741246" y="25016"/>
                  <a:pt x="742109" y="24910"/>
                </a:cubicBezTo>
                <a:cubicBezTo>
                  <a:pt x="742972" y="24805"/>
                  <a:pt x="744056" y="24752"/>
                  <a:pt x="745361" y="24752"/>
                </a:cubicBezTo>
                <a:cubicBezTo>
                  <a:pt x="746708" y="24752"/>
                  <a:pt x="747824" y="24805"/>
                  <a:pt x="748708" y="24910"/>
                </a:cubicBezTo>
                <a:cubicBezTo>
                  <a:pt x="749592" y="25016"/>
                  <a:pt x="750276" y="25173"/>
                  <a:pt x="750760" y="25384"/>
                </a:cubicBezTo>
                <a:cubicBezTo>
                  <a:pt x="751244" y="25594"/>
                  <a:pt x="751591" y="25857"/>
                  <a:pt x="751802" y="26173"/>
                </a:cubicBezTo>
                <a:cubicBezTo>
                  <a:pt x="752012" y="26489"/>
                  <a:pt x="752118" y="26857"/>
                  <a:pt x="752118" y="27278"/>
                </a:cubicBezTo>
                <a:lnTo>
                  <a:pt x="752118" y="34287"/>
                </a:lnTo>
                <a:cubicBezTo>
                  <a:pt x="753591" y="32169"/>
                  <a:pt x="754980" y="30422"/>
                  <a:pt x="756285" y="29046"/>
                </a:cubicBezTo>
                <a:cubicBezTo>
                  <a:pt x="757590" y="27670"/>
                  <a:pt x="758832" y="26580"/>
                  <a:pt x="760011" y="25777"/>
                </a:cubicBezTo>
                <a:cubicBezTo>
                  <a:pt x="761189" y="24971"/>
                  <a:pt x="762368" y="24410"/>
                  <a:pt x="763547" y="24093"/>
                </a:cubicBezTo>
                <a:cubicBezTo>
                  <a:pt x="764725" y="23775"/>
                  <a:pt x="765904" y="23616"/>
                  <a:pt x="767083" y="23616"/>
                </a:cubicBezTo>
                <a:cubicBezTo>
                  <a:pt x="767630" y="23616"/>
                  <a:pt x="768219" y="23647"/>
                  <a:pt x="768851" y="23711"/>
                </a:cubicBezTo>
                <a:cubicBezTo>
                  <a:pt x="769482" y="23774"/>
                  <a:pt x="770135" y="23879"/>
                  <a:pt x="770808" y="24026"/>
                </a:cubicBezTo>
                <a:cubicBezTo>
                  <a:pt x="771482" y="24174"/>
                  <a:pt x="772071" y="24342"/>
                  <a:pt x="772576" y="24531"/>
                </a:cubicBezTo>
                <a:cubicBezTo>
                  <a:pt x="773081" y="24721"/>
                  <a:pt x="773450" y="24921"/>
                  <a:pt x="773681" y="25131"/>
                </a:cubicBezTo>
                <a:cubicBezTo>
                  <a:pt x="773913" y="25342"/>
                  <a:pt x="774081" y="25573"/>
                  <a:pt x="774186" y="25826"/>
                </a:cubicBezTo>
                <a:cubicBezTo>
                  <a:pt x="774292" y="26078"/>
                  <a:pt x="774386" y="26426"/>
                  <a:pt x="774471" y="26868"/>
                </a:cubicBezTo>
                <a:cubicBezTo>
                  <a:pt x="774555" y="27310"/>
                  <a:pt x="774618" y="27973"/>
                  <a:pt x="774660" y="28857"/>
                </a:cubicBezTo>
                <a:cubicBezTo>
                  <a:pt x="774702" y="29741"/>
                  <a:pt x="774723" y="30941"/>
                  <a:pt x="774723" y="32456"/>
                </a:cubicBez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f9d762b55444a"/>
          <a:stretch xmlns:a="http://schemas.openxmlformats.org/drawingml/2006/main"/>
        </p:blipFill>
        <p:spPr>
          <a:xfrm xmlns:a="http://schemas.openxmlformats.org/drawingml/2006/main">
            <a:off x="4520006" y="3154673"/>
            <a:ext cx="1707011" cy="828288"/>
          </a:xfrm>
          <a:prstGeom xmlns:a="http://schemas.openxmlformats.org/drawingml/2006/main" prst="rect">
            <a:avLst/>
          </a:prstGeom>
        </p:spPr>
      </p:pic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F23E6-A52E-4319-8BFA-DA3D51E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146" y="3179822"/>
            <a:ext cx="1622437" cy="744651"/>
          </a:xfrm>
          <a:custGeom xmlns:a="http://schemas.openxmlformats.org/drawingml/2006/main">
            <a:pathLst>
              <a:path w="1622437" h="744651">
                <a:moveTo>
                  <a:pt x="0" y="0"/>
                </a:moveTo>
                <a:lnTo>
                  <a:pt x="1622437" y="0"/>
                </a:lnTo>
                <a:lnTo>
                  <a:pt x="1622437" y="744651"/>
                </a:lnTo>
                <a:lnTo>
                  <a:pt x="0" y="744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08895-EB5E-4552-97B3-55C9B25E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146" y="3179822"/>
            <a:ext cx="1622438" cy="744651"/>
          </a:xfrm>
          <a:custGeom xmlns:a="http://schemas.openxmlformats.org/drawingml/2006/main">
            <a:pathLst>
              <a:path w="1622438" h="744651" fill="none">
                <a:moveTo>
                  <a:pt x="0" y="0"/>
                </a:moveTo>
                <a:lnTo>
                  <a:pt x="1622438" y="0"/>
                </a:lnTo>
                <a:lnTo>
                  <a:pt x="1622438" y="744651"/>
                </a:lnTo>
                <a:lnTo>
                  <a:pt x="0" y="7446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108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20220C22-B24A-411E-A580-703F138B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554" y="3258898"/>
            <a:ext cx="594100" cy="101157"/>
          </a:xfrm>
          <a:custGeom xmlns:a="http://schemas.openxmlformats.org/drawingml/2006/main">
            <a:pathLst>
              <a:path w="594100" h="101157">
                <a:moveTo>
                  <a:pt x="76657" y="18691"/>
                </a:moveTo>
                <a:lnTo>
                  <a:pt x="48747" y="18691"/>
                </a:lnTo>
                <a:lnTo>
                  <a:pt x="48747" y="99452"/>
                </a:lnTo>
                <a:lnTo>
                  <a:pt x="27847" y="99452"/>
                </a:lnTo>
                <a:lnTo>
                  <a:pt x="27847" y="18691"/>
                </a:lnTo>
                <a:lnTo>
                  <a:pt x="0" y="18691"/>
                </a:lnTo>
                <a:lnTo>
                  <a:pt x="0" y="1642"/>
                </a:lnTo>
                <a:lnTo>
                  <a:pt x="76657" y="1642"/>
                </a:lnTo>
                <a:lnTo>
                  <a:pt x="76657" y="18691"/>
                </a:lnTo>
                <a:close/>
                <a:moveTo>
                  <a:pt x="137203" y="70279"/>
                </a:moveTo>
                <a:lnTo>
                  <a:pt x="91234" y="70279"/>
                </a:lnTo>
                <a:cubicBezTo>
                  <a:pt x="91950" y="81098"/>
                  <a:pt x="98475" y="86507"/>
                  <a:pt x="110809" y="86507"/>
                </a:cubicBezTo>
                <a:cubicBezTo>
                  <a:pt x="118513" y="86507"/>
                  <a:pt x="125311" y="84613"/>
                  <a:pt x="131205" y="80824"/>
                </a:cubicBezTo>
                <a:lnTo>
                  <a:pt x="131205" y="95790"/>
                </a:lnTo>
                <a:cubicBezTo>
                  <a:pt x="124848" y="99368"/>
                  <a:pt x="116513" y="101157"/>
                  <a:pt x="106200" y="101157"/>
                </a:cubicBezTo>
                <a:cubicBezTo>
                  <a:pt x="95086" y="101157"/>
                  <a:pt x="86446" y="98021"/>
                  <a:pt x="80279" y="91748"/>
                </a:cubicBezTo>
                <a:cubicBezTo>
                  <a:pt x="74112" y="85476"/>
                  <a:pt x="71028" y="76741"/>
                  <a:pt x="71028" y="65544"/>
                </a:cubicBezTo>
                <a:cubicBezTo>
                  <a:pt x="71028" y="54388"/>
                  <a:pt x="74312" y="45327"/>
                  <a:pt x="80879" y="38360"/>
                </a:cubicBezTo>
                <a:cubicBezTo>
                  <a:pt x="87446" y="31393"/>
                  <a:pt x="95697" y="27910"/>
                  <a:pt x="105631" y="27910"/>
                </a:cubicBezTo>
                <a:cubicBezTo>
                  <a:pt x="115524" y="27910"/>
                  <a:pt x="123259" y="30909"/>
                  <a:pt x="128837" y="36908"/>
                </a:cubicBezTo>
                <a:cubicBezTo>
                  <a:pt x="134414" y="42906"/>
                  <a:pt x="137203" y="51147"/>
                  <a:pt x="137203" y="61629"/>
                </a:cubicBezTo>
                <a:lnTo>
                  <a:pt x="137203" y="70279"/>
                </a:lnTo>
                <a:moveTo>
                  <a:pt x="118197" y="57524"/>
                </a:moveTo>
                <a:cubicBezTo>
                  <a:pt x="118197" y="47084"/>
                  <a:pt x="113966" y="41865"/>
                  <a:pt x="105505" y="41865"/>
                </a:cubicBezTo>
                <a:cubicBezTo>
                  <a:pt x="102011" y="41865"/>
                  <a:pt x="98917" y="43296"/>
                  <a:pt x="96223" y="46158"/>
                </a:cubicBezTo>
                <a:cubicBezTo>
                  <a:pt x="93529" y="49021"/>
                  <a:pt x="91845" y="52809"/>
                  <a:pt x="91171" y="57524"/>
                </a:cubicBezTo>
                <a:lnTo>
                  <a:pt x="118197" y="57524"/>
                </a:lnTo>
                <a:close/>
                <a:moveTo>
                  <a:pt x="149185" y="80698"/>
                </a:moveTo>
                <a:cubicBezTo>
                  <a:pt x="156173" y="84950"/>
                  <a:pt x="163013" y="87076"/>
                  <a:pt x="169706" y="87076"/>
                </a:cubicBezTo>
                <a:cubicBezTo>
                  <a:pt x="178126" y="87076"/>
                  <a:pt x="182335" y="84823"/>
                  <a:pt x="182335" y="80319"/>
                </a:cubicBezTo>
                <a:cubicBezTo>
                  <a:pt x="182335" y="77120"/>
                  <a:pt x="178862" y="74447"/>
                  <a:pt x="171917" y="72300"/>
                </a:cubicBezTo>
                <a:cubicBezTo>
                  <a:pt x="163245" y="69606"/>
                  <a:pt x="157288" y="66606"/>
                  <a:pt x="154047" y="63302"/>
                </a:cubicBezTo>
                <a:cubicBezTo>
                  <a:pt x="150805" y="59997"/>
                  <a:pt x="149185" y="55525"/>
                  <a:pt x="149185" y="49884"/>
                </a:cubicBezTo>
                <a:cubicBezTo>
                  <a:pt x="149185" y="43022"/>
                  <a:pt x="151963" y="37644"/>
                  <a:pt x="157520" y="33750"/>
                </a:cubicBezTo>
                <a:cubicBezTo>
                  <a:pt x="163076" y="29857"/>
                  <a:pt x="170359" y="27910"/>
                  <a:pt x="179368" y="27910"/>
                </a:cubicBezTo>
                <a:cubicBezTo>
                  <a:pt x="185766" y="27910"/>
                  <a:pt x="191933" y="28857"/>
                  <a:pt x="197869" y="30751"/>
                </a:cubicBezTo>
                <a:lnTo>
                  <a:pt x="197869" y="46790"/>
                </a:lnTo>
                <a:cubicBezTo>
                  <a:pt x="192438" y="43590"/>
                  <a:pt x="186461" y="41991"/>
                  <a:pt x="179936" y="41991"/>
                </a:cubicBezTo>
                <a:cubicBezTo>
                  <a:pt x="176694" y="41991"/>
                  <a:pt x="174084" y="42570"/>
                  <a:pt x="172106" y="43727"/>
                </a:cubicBezTo>
                <a:cubicBezTo>
                  <a:pt x="170127" y="44885"/>
                  <a:pt x="169138" y="46411"/>
                  <a:pt x="169138" y="48305"/>
                </a:cubicBezTo>
                <a:cubicBezTo>
                  <a:pt x="169138" y="51504"/>
                  <a:pt x="172085" y="54093"/>
                  <a:pt x="177978" y="56072"/>
                </a:cubicBezTo>
                <a:cubicBezTo>
                  <a:pt x="184293" y="58177"/>
                  <a:pt x="189039" y="60092"/>
                  <a:pt x="192217" y="61818"/>
                </a:cubicBezTo>
                <a:cubicBezTo>
                  <a:pt x="195396" y="63544"/>
                  <a:pt x="197816" y="65817"/>
                  <a:pt x="199479" y="68638"/>
                </a:cubicBezTo>
                <a:cubicBezTo>
                  <a:pt x="201142" y="71458"/>
                  <a:pt x="201973" y="74720"/>
                  <a:pt x="201973" y="78425"/>
                </a:cubicBezTo>
                <a:cubicBezTo>
                  <a:pt x="201973" y="85623"/>
                  <a:pt x="199089" y="91212"/>
                  <a:pt x="193322" y="95190"/>
                </a:cubicBezTo>
                <a:cubicBezTo>
                  <a:pt x="187555" y="99168"/>
                  <a:pt x="179852" y="101157"/>
                  <a:pt x="170212" y="101157"/>
                </a:cubicBezTo>
                <a:cubicBezTo>
                  <a:pt x="162634" y="101157"/>
                  <a:pt x="155625" y="99957"/>
                  <a:pt x="149185" y="97558"/>
                </a:cubicBezTo>
                <a:lnTo>
                  <a:pt x="149185" y="80698"/>
                </a:lnTo>
                <a:close/>
                <a:moveTo>
                  <a:pt x="255786" y="98631"/>
                </a:moveTo>
                <a:cubicBezTo>
                  <a:pt x="252713" y="100315"/>
                  <a:pt x="248062" y="101157"/>
                  <a:pt x="241831" y="101157"/>
                </a:cubicBezTo>
                <a:cubicBezTo>
                  <a:pt x="227014" y="101157"/>
                  <a:pt x="219605" y="93369"/>
                  <a:pt x="219605" y="77793"/>
                </a:cubicBezTo>
                <a:lnTo>
                  <a:pt x="219605" y="44832"/>
                </a:lnTo>
                <a:lnTo>
                  <a:pt x="208113" y="44832"/>
                </a:lnTo>
                <a:lnTo>
                  <a:pt x="208113" y="29615"/>
                </a:lnTo>
                <a:lnTo>
                  <a:pt x="219605" y="29615"/>
                </a:lnTo>
                <a:lnTo>
                  <a:pt x="219605" y="14271"/>
                </a:lnTo>
                <a:lnTo>
                  <a:pt x="239874" y="8461"/>
                </a:lnTo>
                <a:lnTo>
                  <a:pt x="239874" y="29615"/>
                </a:lnTo>
                <a:lnTo>
                  <a:pt x="255786" y="29615"/>
                </a:lnTo>
                <a:lnTo>
                  <a:pt x="255786" y="44832"/>
                </a:lnTo>
                <a:lnTo>
                  <a:pt x="239874" y="44832"/>
                </a:lnTo>
                <a:lnTo>
                  <a:pt x="239874" y="74257"/>
                </a:lnTo>
                <a:cubicBezTo>
                  <a:pt x="239874" y="81708"/>
                  <a:pt x="242821" y="85434"/>
                  <a:pt x="248714" y="85434"/>
                </a:cubicBezTo>
                <a:cubicBezTo>
                  <a:pt x="250987" y="85434"/>
                  <a:pt x="253345" y="84760"/>
                  <a:pt x="255786" y="83413"/>
                </a:cubicBezTo>
                <a:lnTo>
                  <a:pt x="255786" y="98631"/>
                </a:lnTo>
                <a:close/>
                <a:moveTo>
                  <a:pt x="378497" y="95916"/>
                </a:moveTo>
                <a:cubicBezTo>
                  <a:pt x="371383" y="99410"/>
                  <a:pt x="362101" y="101157"/>
                  <a:pt x="350651" y="101157"/>
                </a:cubicBezTo>
                <a:cubicBezTo>
                  <a:pt x="335917" y="101157"/>
                  <a:pt x="324225" y="96747"/>
                  <a:pt x="315574" y="87928"/>
                </a:cubicBezTo>
                <a:cubicBezTo>
                  <a:pt x="306924" y="79109"/>
                  <a:pt x="302598" y="67354"/>
                  <a:pt x="302598" y="52662"/>
                </a:cubicBezTo>
                <a:cubicBezTo>
                  <a:pt x="302598" y="37213"/>
                  <a:pt x="307429" y="24574"/>
                  <a:pt x="317090" y="14744"/>
                </a:cubicBezTo>
                <a:cubicBezTo>
                  <a:pt x="326751" y="4915"/>
                  <a:pt x="339222" y="0"/>
                  <a:pt x="354503" y="0"/>
                </a:cubicBezTo>
                <a:cubicBezTo>
                  <a:pt x="364059" y="0"/>
                  <a:pt x="372057" y="1242"/>
                  <a:pt x="378497" y="3725"/>
                </a:cubicBezTo>
                <a:lnTo>
                  <a:pt x="378497" y="23868"/>
                </a:lnTo>
                <a:cubicBezTo>
                  <a:pt x="371888" y="19996"/>
                  <a:pt x="364395" y="18059"/>
                  <a:pt x="356018" y="18059"/>
                </a:cubicBezTo>
                <a:cubicBezTo>
                  <a:pt x="346462" y="18059"/>
                  <a:pt x="338822" y="21111"/>
                  <a:pt x="333097" y="27215"/>
                </a:cubicBezTo>
                <a:cubicBezTo>
                  <a:pt x="327372" y="33319"/>
                  <a:pt x="324509" y="41296"/>
                  <a:pt x="324509" y="51147"/>
                </a:cubicBezTo>
                <a:cubicBezTo>
                  <a:pt x="324509" y="60745"/>
                  <a:pt x="327225" y="68469"/>
                  <a:pt x="332655" y="74321"/>
                </a:cubicBezTo>
                <a:cubicBezTo>
                  <a:pt x="338085" y="80172"/>
                  <a:pt x="345431" y="83098"/>
                  <a:pt x="354692" y="83098"/>
                </a:cubicBezTo>
                <a:cubicBezTo>
                  <a:pt x="363406" y="83098"/>
                  <a:pt x="371341" y="80993"/>
                  <a:pt x="378497" y="76783"/>
                </a:cubicBezTo>
                <a:lnTo>
                  <a:pt x="378497" y="95916"/>
                </a:lnTo>
                <a:close/>
                <a:moveTo>
                  <a:pt x="395349" y="33845"/>
                </a:moveTo>
                <a:cubicBezTo>
                  <a:pt x="398506" y="32077"/>
                  <a:pt x="402726" y="30646"/>
                  <a:pt x="408009" y="29551"/>
                </a:cubicBezTo>
                <a:cubicBezTo>
                  <a:pt x="413292" y="28457"/>
                  <a:pt x="417807" y="27910"/>
                  <a:pt x="421554" y="27910"/>
                </a:cubicBezTo>
                <a:cubicBezTo>
                  <a:pt x="441086" y="27910"/>
                  <a:pt x="450852" y="37697"/>
                  <a:pt x="450852" y="57272"/>
                </a:cubicBezTo>
                <a:lnTo>
                  <a:pt x="450852" y="99452"/>
                </a:lnTo>
                <a:lnTo>
                  <a:pt x="431467" y="99452"/>
                </a:lnTo>
                <a:lnTo>
                  <a:pt x="431467" y="89286"/>
                </a:lnTo>
                <a:lnTo>
                  <a:pt x="431215" y="89286"/>
                </a:lnTo>
                <a:cubicBezTo>
                  <a:pt x="426458" y="97200"/>
                  <a:pt x="419491" y="101157"/>
                  <a:pt x="410314" y="101157"/>
                </a:cubicBezTo>
                <a:cubicBezTo>
                  <a:pt x="403705" y="101157"/>
                  <a:pt x="398411" y="99273"/>
                  <a:pt x="394433" y="95505"/>
                </a:cubicBezTo>
                <a:cubicBezTo>
                  <a:pt x="390455" y="91738"/>
                  <a:pt x="388466" y="86613"/>
                  <a:pt x="388466" y="80130"/>
                </a:cubicBezTo>
                <a:cubicBezTo>
                  <a:pt x="388466" y="66743"/>
                  <a:pt x="396443" y="58955"/>
                  <a:pt x="412398" y="56766"/>
                </a:cubicBezTo>
                <a:lnTo>
                  <a:pt x="431593" y="54178"/>
                </a:lnTo>
                <a:cubicBezTo>
                  <a:pt x="431593" y="46053"/>
                  <a:pt x="427363" y="41991"/>
                  <a:pt x="418901" y="41991"/>
                </a:cubicBezTo>
                <a:cubicBezTo>
                  <a:pt x="410566" y="41991"/>
                  <a:pt x="402716" y="44517"/>
                  <a:pt x="395349" y="49568"/>
                </a:cubicBezTo>
                <a:lnTo>
                  <a:pt x="395349" y="33845"/>
                </a:lnTo>
                <a:moveTo>
                  <a:pt x="418396" y="67817"/>
                </a:moveTo>
                <a:cubicBezTo>
                  <a:pt x="411030" y="68785"/>
                  <a:pt x="407346" y="72110"/>
                  <a:pt x="407346" y="77793"/>
                </a:cubicBezTo>
                <a:cubicBezTo>
                  <a:pt x="407346" y="80403"/>
                  <a:pt x="408241" y="82508"/>
                  <a:pt x="410030" y="84108"/>
                </a:cubicBezTo>
                <a:cubicBezTo>
                  <a:pt x="411819" y="85708"/>
                  <a:pt x="414229" y="86507"/>
                  <a:pt x="417260" y="86507"/>
                </a:cubicBezTo>
                <a:cubicBezTo>
                  <a:pt x="421427" y="86507"/>
                  <a:pt x="424858" y="85034"/>
                  <a:pt x="427552" y="82087"/>
                </a:cubicBezTo>
                <a:cubicBezTo>
                  <a:pt x="430246" y="79141"/>
                  <a:pt x="431593" y="75478"/>
                  <a:pt x="431593" y="71100"/>
                </a:cubicBezTo>
                <a:lnTo>
                  <a:pt x="431593" y="66112"/>
                </a:lnTo>
                <a:lnTo>
                  <a:pt x="418396" y="67817"/>
                </a:lnTo>
                <a:close/>
                <a:moveTo>
                  <a:pt x="466598" y="80698"/>
                </a:moveTo>
                <a:cubicBezTo>
                  <a:pt x="473586" y="84950"/>
                  <a:pt x="480427" y="87076"/>
                  <a:pt x="487120" y="87076"/>
                </a:cubicBezTo>
                <a:cubicBezTo>
                  <a:pt x="495539" y="87076"/>
                  <a:pt x="499749" y="84823"/>
                  <a:pt x="499749" y="80319"/>
                </a:cubicBezTo>
                <a:cubicBezTo>
                  <a:pt x="499749" y="77120"/>
                  <a:pt x="496276" y="74447"/>
                  <a:pt x="489330" y="72300"/>
                </a:cubicBezTo>
                <a:cubicBezTo>
                  <a:pt x="480658" y="69606"/>
                  <a:pt x="474702" y="66606"/>
                  <a:pt x="471460" y="63302"/>
                </a:cubicBezTo>
                <a:cubicBezTo>
                  <a:pt x="468219" y="59997"/>
                  <a:pt x="466598" y="55525"/>
                  <a:pt x="466598" y="49884"/>
                </a:cubicBezTo>
                <a:cubicBezTo>
                  <a:pt x="466598" y="43022"/>
                  <a:pt x="469376" y="37644"/>
                  <a:pt x="474933" y="33750"/>
                </a:cubicBezTo>
                <a:cubicBezTo>
                  <a:pt x="480490" y="29857"/>
                  <a:pt x="487772" y="27910"/>
                  <a:pt x="496781" y="27910"/>
                </a:cubicBezTo>
                <a:cubicBezTo>
                  <a:pt x="503179" y="27910"/>
                  <a:pt x="509347" y="28857"/>
                  <a:pt x="515282" y="30751"/>
                </a:cubicBezTo>
                <a:lnTo>
                  <a:pt x="515282" y="46790"/>
                </a:lnTo>
                <a:cubicBezTo>
                  <a:pt x="509852" y="43590"/>
                  <a:pt x="503874" y="41991"/>
                  <a:pt x="497349" y="41991"/>
                </a:cubicBezTo>
                <a:cubicBezTo>
                  <a:pt x="494108" y="41991"/>
                  <a:pt x="491498" y="42570"/>
                  <a:pt x="489519" y="43727"/>
                </a:cubicBezTo>
                <a:cubicBezTo>
                  <a:pt x="487541" y="44885"/>
                  <a:pt x="486552" y="46411"/>
                  <a:pt x="486552" y="48305"/>
                </a:cubicBezTo>
                <a:cubicBezTo>
                  <a:pt x="486552" y="51504"/>
                  <a:pt x="489498" y="54093"/>
                  <a:pt x="495392" y="56072"/>
                </a:cubicBezTo>
                <a:cubicBezTo>
                  <a:pt x="501706" y="58177"/>
                  <a:pt x="506452" y="60092"/>
                  <a:pt x="509631" y="61818"/>
                </a:cubicBezTo>
                <a:cubicBezTo>
                  <a:pt x="512809" y="63544"/>
                  <a:pt x="515229" y="65817"/>
                  <a:pt x="516892" y="68638"/>
                </a:cubicBezTo>
                <a:cubicBezTo>
                  <a:pt x="518555" y="71458"/>
                  <a:pt x="519386" y="74720"/>
                  <a:pt x="519386" y="78425"/>
                </a:cubicBezTo>
                <a:cubicBezTo>
                  <a:pt x="519386" y="85623"/>
                  <a:pt x="516503" y="91212"/>
                  <a:pt x="510736" y="95190"/>
                </a:cubicBezTo>
                <a:cubicBezTo>
                  <a:pt x="504969" y="99168"/>
                  <a:pt x="497265" y="101157"/>
                  <a:pt x="487625" y="101157"/>
                </a:cubicBezTo>
                <a:cubicBezTo>
                  <a:pt x="480048" y="101157"/>
                  <a:pt x="473039" y="99957"/>
                  <a:pt x="466598" y="97558"/>
                </a:cubicBezTo>
                <a:lnTo>
                  <a:pt x="466598" y="80698"/>
                </a:lnTo>
                <a:close/>
                <a:moveTo>
                  <a:pt x="594100" y="70279"/>
                </a:moveTo>
                <a:lnTo>
                  <a:pt x="548131" y="70279"/>
                </a:lnTo>
                <a:cubicBezTo>
                  <a:pt x="548847" y="81098"/>
                  <a:pt x="555372" y="86507"/>
                  <a:pt x="567706" y="86507"/>
                </a:cubicBezTo>
                <a:cubicBezTo>
                  <a:pt x="575410" y="86507"/>
                  <a:pt x="582208" y="84613"/>
                  <a:pt x="588102" y="80824"/>
                </a:cubicBezTo>
                <a:lnTo>
                  <a:pt x="588102" y="95790"/>
                </a:lnTo>
                <a:cubicBezTo>
                  <a:pt x="581745" y="99368"/>
                  <a:pt x="573410" y="101157"/>
                  <a:pt x="563097" y="101157"/>
                </a:cubicBezTo>
                <a:cubicBezTo>
                  <a:pt x="551983" y="101157"/>
                  <a:pt x="543343" y="98021"/>
                  <a:pt x="537176" y="91748"/>
                </a:cubicBezTo>
                <a:cubicBezTo>
                  <a:pt x="531009" y="85476"/>
                  <a:pt x="527925" y="76741"/>
                  <a:pt x="527925" y="65544"/>
                </a:cubicBezTo>
                <a:cubicBezTo>
                  <a:pt x="527925" y="54388"/>
                  <a:pt x="531209" y="45327"/>
                  <a:pt x="537776" y="38360"/>
                </a:cubicBezTo>
                <a:cubicBezTo>
                  <a:pt x="544343" y="31393"/>
                  <a:pt x="552594" y="27910"/>
                  <a:pt x="562528" y="27910"/>
                </a:cubicBezTo>
                <a:cubicBezTo>
                  <a:pt x="572421" y="27910"/>
                  <a:pt x="580156" y="30909"/>
                  <a:pt x="585734" y="36908"/>
                </a:cubicBezTo>
                <a:cubicBezTo>
                  <a:pt x="591311" y="42906"/>
                  <a:pt x="594100" y="51147"/>
                  <a:pt x="594100" y="61629"/>
                </a:cubicBezTo>
                <a:lnTo>
                  <a:pt x="594100" y="70279"/>
                </a:lnTo>
                <a:moveTo>
                  <a:pt x="575094" y="57524"/>
                </a:moveTo>
                <a:cubicBezTo>
                  <a:pt x="575094" y="47084"/>
                  <a:pt x="570863" y="41865"/>
                  <a:pt x="562402" y="41865"/>
                </a:cubicBezTo>
                <a:cubicBezTo>
                  <a:pt x="558908" y="41865"/>
                  <a:pt x="555814" y="43296"/>
                  <a:pt x="553120" y="46158"/>
                </a:cubicBezTo>
                <a:cubicBezTo>
                  <a:pt x="550426" y="49021"/>
                  <a:pt x="548742" y="52809"/>
                  <a:pt x="548068" y="57524"/>
                </a:cubicBezTo>
                <a:lnTo>
                  <a:pt x="575094" y="5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Type">
            <a:extLst xmlns:a="http://schemas.openxmlformats.org/drawingml/2006/main">
              <a:ext uri="{FF2B5EF4-FFF2-40B4-BE49-F238E27FC236}">
                <a16:creationId xmlns:a16="http://schemas.microsoft.com/office/drawing/2014/main" id="{A4DD236D-AEB2-4522-BC30-C31780D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617" y="3462865"/>
            <a:ext cx="266112" cy="114259"/>
          </a:xfrm>
          <a:custGeom xmlns:a="http://schemas.openxmlformats.org/drawingml/2006/main">
            <a:pathLst>
              <a:path w="266112" h="114259">
                <a:moveTo>
                  <a:pt x="67075" y="14918"/>
                </a:moveTo>
                <a:lnTo>
                  <a:pt x="42654" y="14918"/>
                </a:lnTo>
                <a:lnTo>
                  <a:pt x="42654" y="85584"/>
                </a:lnTo>
                <a:lnTo>
                  <a:pt x="24366" y="85584"/>
                </a:lnTo>
                <a:lnTo>
                  <a:pt x="24366" y="14918"/>
                </a:lnTo>
                <a:lnTo>
                  <a:pt x="0" y="14918"/>
                </a:lnTo>
                <a:lnTo>
                  <a:pt x="0" y="0"/>
                </a:lnTo>
                <a:lnTo>
                  <a:pt x="67075" y="0"/>
                </a:lnTo>
                <a:lnTo>
                  <a:pt x="67075" y="14918"/>
                </a:lnTo>
                <a:close/>
                <a:moveTo>
                  <a:pt x="128516" y="24476"/>
                </a:moveTo>
                <a:lnTo>
                  <a:pt x="103321" y="91054"/>
                </a:lnTo>
                <a:cubicBezTo>
                  <a:pt x="97465" y="106524"/>
                  <a:pt x="88698" y="114259"/>
                  <a:pt x="77022" y="114259"/>
                </a:cubicBezTo>
                <a:cubicBezTo>
                  <a:pt x="72417" y="114259"/>
                  <a:pt x="68845" y="113780"/>
                  <a:pt x="66303" y="112823"/>
                </a:cubicBezTo>
                <a:lnTo>
                  <a:pt x="66303" y="98513"/>
                </a:lnTo>
                <a:cubicBezTo>
                  <a:pt x="68697" y="99875"/>
                  <a:pt x="71331" y="100557"/>
                  <a:pt x="74204" y="100557"/>
                </a:cubicBezTo>
                <a:cubicBezTo>
                  <a:pt x="79066" y="100557"/>
                  <a:pt x="82492" y="98200"/>
                  <a:pt x="84481" y="93485"/>
                </a:cubicBezTo>
                <a:lnTo>
                  <a:pt x="87851" y="85473"/>
                </a:lnTo>
                <a:lnTo>
                  <a:pt x="63154" y="24476"/>
                </a:lnTo>
                <a:lnTo>
                  <a:pt x="82934" y="24476"/>
                </a:lnTo>
                <a:lnTo>
                  <a:pt x="94868" y="62765"/>
                </a:lnTo>
                <a:cubicBezTo>
                  <a:pt x="95604" y="65086"/>
                  <a:pt x="96139" y="67683"/>
                  <a:pt x="96470" y="70556"/>
                </a:cubicBezTo>
                <a:lnTo>
                  <a:pt x="96802" y="70556"/>
                </a:lnTo>
                <a:cubicBezTo>
                  <a:pt x="97059" y="68603"/>
                  <a:pt x="97667" y="66043"/>
                  <a:pt x="98625" y="62876"/>
                </a:cubicBezTo>
                <a:lnTo>
                  <a:pt x="110835" y="24476"/>
                </a:lnTo>
                <a:lnTo>
                  <a:pt x="128516" y="24476"/>
                </a:lnTo>
                <a:close/>
                <a:moveTo>
                  <a:pt x="153923" y="78235"/>
                </a:moveTo>
                <a:lnTo>
                  <a:pt x="153923" y="113707"/>
                </a:lnTo>
                <a:lnTo>
                  <a:pt x="136076" y="113707"/>
                </a:lnTo>
                <a:lnTo>
                  <a:pt x="136076" y="24476"/>
                </a:lnTo>
                <a:lnTo>
                  <a:pt x="153923" y="24476"/>
                </a:lnTo>
                <a:lnTo>
                  <a:pt x="153923" y="33814"/>
                </a:lnTo>
                <a:lnTo>
                  <a:pt x="154144" y="33814"/>
                </a:lnTo>
                <a:cubicBezTo>
                  <a:pt x="158821" y="26594"/>
                  <a:pt x="165433" y="22984"/>
                  <a:pt x="173979" y="22984"/>
                </a:cubicBezTo>
                <a:cubicBezTo>
                  <a:pt x="181751" y="22984"/>
                  <a:pt x="187828" y="25701"/>
                  <a:pt x="192212" y="31134"/>
                </a:cubicBezTo>
                <a:cubicBezTo>
                  <a:pt x="196595" y="36567"/>
                  <a:pt x="198786" y="43961"/>
                  <a:pt x="198786" y="53317"/>
                </a:cubicBezTo>
                <a:cubicBezTo>
                  <a:pt x="198786" y="63520"/>
                  <a:pt x="196245" y="71697"/>
                  <a:pt x="191162" y="77849"/>
                </a:cubicBezTo>
                <a:cubicBezTo>
                  <a:pt x="186079" y="84000"/>
                  <a:pt x="179412" y="87076"/>
                  <a:pt x="171161" y="87076"/>
                </a:cubicBezTo>
                <a:cubicBezTo>
                  <a:pt x="163684" y="87076"/>
                  <a:pt x="158011" y="84129"/>
                  <a:pt x="154144" y="78235"/>
                </a:cubicBezTo>
                <a:lnTo>
                  <a:pt x="153923" y="78235"/>
                </a:lnTo>
                <a:moveTo>
                  <a:pt x="153646" y="58566"/>
                </a:moveTo>
                <a:cubicBezTo>
                  <a:pt x="153646" y="62913"/>
                  <a:pt x="154825" y="66467"/>
                  <a:pt x="157182" y="69230"/>
                </a:cubicBezTo>
                <a:cubicBezTo>
                  <a:pt x="159540" y="71992"/>
                  <a:pt x="162597" y="73373"/>
                  <a:pt x="166354" y="73373"/>
                </a:cubicBezTo>
                <a:cubicBezTo>
                  <a:pt x="170811" y="73373"/>
                  <a:pt x="174283" y="71642"/>
                  <a:pt x="176769" y="68180"/>
                </a:cubicBezTo>
                <a:cubicBezTo>
                  <a:pt x="179255" y="64717"/>
                  <a:pt x="180498" y="59818"/>
                  <a:pt x="180498" y="53483"/>
                </a:cubicBezTo>
                <a:cubicBezTo>
                  <a:pt x="180498" y="42285"/>
                  <a:pt x="176133" y="36687"/>
                  <a:pt x="167404" y="36687"/>
                </a:cubicBezTo>
                <a:cubicBezTo>
                  <a:pt x="163352" y="36687"/>
                  <a:pt x="160046" y="38234"/>
                  <a:pt x="157486" y="41328"/>
                </a:cubicBezTo>
                <a:cubicBezTo>
                  <a:pt x="154926" y="44422"/>
                  <a:pt x="153646" y="48400"/>
                  <a:pt x="153646" y="53262"/>
                </a:cubicBezTo>
                <a:lnTo>
                  <a:pt x="153646" y="58566"/>
                </a:lnTo>
                <a:close/>
                <a:moveTo>
                  <a:pt x="266112" y="60058"/>
                </a:moveTo>
                <a:lnTo>
                  <a:pt x="225889" y="60058"/>
                </a:lnTo>
                <a:cubicBezTo>
                  <a:pt x="226516" y="69524"/>
                  <a:pt x="232225" y="74257"/>
                  <a:pt x="243017" y="74257"/>
                </a:cubicBezTo>
                <a:cubicBezTo>
                  <a:pt x="249758" y="74257"/>
                  <a:pt x="255707" y="72600"/>
                  <a:pt x="260863" y="69285"/>
                </a:cubicBezTo>
                <a:lnTo>
                  <a:pt x="260863" y="82379"/>
                </a:lnTo>
                <a:cubicBezTo>
                  <a:pt x="255301" y="85510"/>
                  <a:pt x="248008" y="87076"/>
                  <a:pt x="238984" y="87076"/>
                </a:cubicBezTo>
                <a:cubicBezTo>
                  <a:pt x="229260" y="87076"/>
                  <a:pt x="221700" y="84332"/>
                  <a:pt x="216303" y="78843"/>
                </a:cubicBezTo>
                <a:cubicBezTo>
                  <a:pt x="210907" y="73355"/>
                  <a:pt x="208209" y="65712"/>
                  <a:pt x="208209" y="55914"/>
                </a:cubicBezTo>
                <a:cubicBezTo>
                  <a:pt x="208209" y="46153"/>
                  <a:pt x="211082" y="38225"/>
                  <a:pt x="216828" y="32128"/>
                </a:cubicBezTo>
                <a:cubicBezTo>
                  <a:pt x="222574" y="26032"/>
                  <a:pt x="229794" y="22984"/>
                  <a:pt x="238487" y="22984"/>
                </a:cubicBezTo>
                <a:cubicBezTo>
                  <a:pt x="247143" y="22984"/>
                  <a:pt x="253911" y="25609"/>
                  <a:pt x="258791" y="30858"/>
                </a:cubicBezTo>
                <a:cubicBezTo>
                  <a:pt x="263672" y="36107"/>
                  <a:pt x="266112" y="43317"/>
                  <a:pt x="266112" y="52488"/>
                </a:cubicBezTo>
                <a:lnTo>
                  <a:pt x="266112" y="60058"/>
                </a:lnTo>
                <a:moveTo>
                  <a:pt x="249482" y="48897"/>
                </a:moveTo>
                <a:cubicBezTo>
                  <a:pt x="249482" y="39762"/>
                  <a:pt x="245780" y="35195"/>
                  <a:pt x="238376" y="35195"/>
                </a:cubicBezTo>
                <a:cubicBezTo>
                  <a:pt x="235319" y="35195"/>
                  <a:pt x="232612" y="36447"/>
                  <a:pt x="230254" y="38952"/>
                </a:cubicBezTo>
                <a:cubicBezTo>
                  <a:pt x="227897" y="41457"/>
                  <a:pt x="226423" y="44772"/>
                  <a:pt x="225834" y="48897"/>
                </a:cubicBezTo>
                <a:lnTo>
                  <a:pt x="249482" y="48897"/>
                </a:ln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:">
            <a:extLst xmlns:a="http://schemas.openxmlformats.org/drawingml/2006/main">
              <a:ext uri="{FF2B5EF4-FFF2-40B4-BE49-F238E27FC236}">
                <a16:creationId xmlns:a16="http://schemas.microsoft.com/office/drawing/2014/main" id="{AF3A302E-E6BE-4813-9BED-E052DB16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510" y="3486567"/>
            <a:ext cx="21161" cy="63373"/>
          </a:xfrm>
          <a:custGeom xmlns:a="http://schemas.openxmlformats.org/drawingml/2006/main">
            <a:pathLst>
              <a:path w="21161" h="63373">
                <a:moveTo>
                  <a:pt x="0" y="9393"/>
                </a:moveTo>
                <a:cubicBezTo>
                  <a:pt x="0" y="6667"/>
                  <a:pt x="1050" y="4420"/>
                  <a:pt x="3149" y="2652"/>
                </a:cubicBezTo>
                <a:cubicBezTo>
                  <a:pt x="5249" y="884"/>
                  <a:pt x="7754" y="0"/>
                  <a:pt x="10663" y="0"/>
                </a:cubicBezTo>
                <a:cubicBezTo>
                  <a:pt x="13610" y="0"/>
                  <a:pt x="16096" y="884"/>
                  <a:pt x="18122" y="2652"/>
                </a:cubicBezTo>
                <a:cubicBezTo>
                  <a:pt x="20148" y="4420"/>
                  <a:pt x="21161" y="6667"/>
                  <a:pt x="21161" y="9393"/>
                </a:cubicBezTo>
                <a:cubicBezTo>
                  <a:pt x="21161" y="12229"/>
                  <a:pt x="20148" y="14522"/>
                  <a:pt x="18122" y="16271"/>
                </a:cubicBezTo>
                <a:cubicBezTo>
                  <a:pt x="16096" y="18021"/>
                  <a:pt x="13537" y="18896"/>
                  <a:pt x="10442" y="18896"/>
                </a:cubicBezTo>
                <a:cubicBezTo>
                  <a:pt x="7496" y="18896"/>
                  <a:pt x="5019" y="17993"/>
                  <a:pt x="3011" y="16189"/>
                </a:cubicBezTo>
                <a:cubicBezTo>
                  <a:pt x="1004" y="14384"/>
                  <a:pt x="0" y="12118"/>
                  <a:pt x="0" y="9393"/>
                </a:cubicBezTo>
                <a:moveTo>
                  <a:pt x="0" y="53870"/>
                </a:moveTo>
                <a:cubicBezTo>
                  <a:pt x="0" y="51107"/>
                  <a:pt x="1050" y="48842"/>
                  <a:pt x="3149" y="47074"/>
                </a:cubicBezTo>
                <a:cubicBezTo>
                  <a:pt x="5249" y="45306"/>
                  <a:pt x="7754" y="44422"/>
                  <a:pt x="10663" y="44422"/>
                </a:cubicBezTo>
                <a:cubicBezTo>
                  <a:pt x="13610" y="44422"/>
                  <a:pt x="16096" y="45324"/>
                  <a:pt x="18122" y="47129"/>
                </a:cubicBezTo>
                <a:cubicBezTo>
                  <a:pt x="20148" y="48934"/>
                  <a:pt x="21161" y="51181"/>
                  <a:pt x="21161" y="53870"/>
                </a:cubicBezTo>
                <a:cubicBezTo>
                  <a:pt x="21161" y="56706"/>
                  <a:pt x="20148" y="58999"/>
                  <a:pt x="18122" y="60749"/>
                </a:cubicBezTo>
                <a:cubicBezTo>
                  <a:pt x="16096" y="62498"/>
                  <a:pt x="13537" y="63373"/>
                  <a:pt x="10442" y="63373"/>
                </a:cubicBezTo>
                <a:cubicBezTo>
                  <a:pt x="7569" y="63373"/>
                  <a:pt x="5111" y="62471"/>
                  <a:pt x="3066" y="60666"/>
                </a:cubicBezTo>
                <a:cubicBezTo>
                  <a:pt x="1022" y="58861"/>
                  <a:pt x="0" y="56595"/>
                  <a:pt x="0" y="53870"/>
                </a:cubicBez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B8F71EF6-88AF-4254-B00D-CDBE676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185" y="3461428"/>
            <a:ext cx="568280" cy="88512"/>
          </a:xfrm>
          <a:custGeom xmlns:a="http://schemas.openxmlformats.org/drawingml/2006/main">
            <a:pathLst>
              <a:path w="568280" h="88512">
                <a:moveTo>
                  <a:pt x="74920" y="81274"/>
                </a:moveTo>
                <a:cubicBezTo>
                  <a:pt x="66559" y="86100"/>
                  <a:pt x="56282" y="88512"/>
                  <a:pt x="44090" y="88512"/>
                </a:cubicBezTo>
                <a:cubicBezTo>
                  <a:pt x="30462" y="88512"/>
                  <a:pt x="19706" y="84681"/>
                  <a:pt x="11824" y="77020"/>
                </a:cubicBezTo>
                <a:cubicBezTo>
                  <a:pt x="3941" y="69358"/>
                  <a:pt x="0" y="58879"/>
                  <a:pt x="0" y="45582"/>
                </a:cubicBezTo>
                <a:cubicBezTo>
                  <a:pt x="0" y="32101"/>
                  <a:pt x="4337" y="21134"/>
                  <a:pt x="13012" y="12680"/>
                </a:cubicBezTo>
                <a:cubicBezTo>
                  <a:pt x="21686" y="4227"/>
                  <a:pt x="33114" y="0"/>
                  <a:pt x="47295" y="0"/>
                </a:cubicBezTo>
                <a:cubicBezTo>
                  <a:pt x="56430" y="0"/>
                  <a:pt x="64404" y="1289"/>
                  <a:pt x="71219" y="3868"/>
                </a:cubicBezTo>
                <a:lnTo>
                  <a:pt x="71219" y="21161"/>
                </a:lnTo>
                <a:cubicBezTo>
                  <a:pt x="64588" y="17294"/>
                  <a:pt x="56485" y="15360"/>
                  <a:pt x="46908" y="15360"/>
                </a:cubicBezTo>
                <a:cubicBezTo>
                  <a:pt x="38657" y="15360"/>
                  <a:pt x="31972" y="18049"/>
                  <a:pt x="26852" y="23426"/>
                </a:cubicBezTo>
                <a:cubicBezTo>
                  <a:pt x="21732" y="28804"/>
                  <a:pt x="19172" y="35895"/>
                  <a:pt x="19172" y="44698"/>
                </a:cubicBezTo>
                <a:cubicBezTo>
                  <a:pt x="19172" y="53649"/>
                  <a:pt x="21483" y="60629"/>
                  <a:pt x="26106" y="65638"/>
                </a:cubicBezTo>
                <a:cubicBezTo>
                  <a:pt x="30729" y="70648"/>
                  <a:pt x="37037" y="73152"/>
                  <a:pt x="45030" y="73152"/>
                </a:cubicBezTo>
                <a:cubicBezTo>
                  <a:pt x="49781" y="73152"/>
                  <a:pt x="53667" y="72416"/>
                  <a:pt x="56688" y="70942"/>
                </a:cubicBezTo>
                <a:lnTo>
                  <a:pt x="56688" y="53373"/>
                </a:lnTo>
                <a:lnTo>
                  <a:pt x="39394" y="53373"/>
                </a:lnTo>
                <a:lnTo>
                  <a:pt x="39394" y="38731"/>
                </a:lnTo>
                <a:lnTo>
                  <a:pt x="74920" y="38731"/>
                </a:lnTo>
                <a:lnTo>
                  <a:pt x="74920" y="81274"/>
                </a:lnTo>
                <a:close/>
                <a:moveTo>
                  <a:pt x="144739" y="61494"/>
                </a:moveTo>
                <a:lnTo>
                  <a:pt x="104516" y="61494"/>
                </a:lnTo>
                <a:cubicBezTo>
                  <a:pt x="105142" y="70961"/>
                  <a:pt x="110852" y="75694"/>
                  <a:pt x="121644" y="75694"/>
                </a:cubicBezTo>
                <a:cubicBezTo>
                  <a:pt x="128385" y="75694"/>
                  <a:pt x="134333" y="74036"/>
                  <a:pt x="139490" y="70721"/>
                </a:cubicBezTo>
                <a:lnTo>
                  <a:pt x="139490" y="83816"/>
                </a:lnTo>
                <a:cubicBezTo>
                  <a:pt x="133928" y="86947"/>
                  <a:pt x="126635" y="88512"/>
                  <a:pt x="117611" y="88512"/>
                </a:cubicBezTo>
                <a:cubicBezTo>
                  <a:pt x="107887" y="88512"/>
                  <a:pt x="100326" y="85768"/>
                  <a:pt x="94930" y="80280"/>
                </a:cubicBezTo>
                <a:cubicBezTo>
                  <a:pt x="89534" y="74791"/>
                  <a:pt x="86836" y="67148"/>
                  <a:pt x="86836" y="57351"/>
                </a:cubicBezTo>
                <a:cubicBezTo>
                  <a:pt x="86836" y="47590"/>
                  <a:pt x="89709" y="39661"/>
                  <a:pt x="95455" y="33565"/>
                </a:cubicBezTo>
                <a:cubicBezTo>
                  <a:pt x="101201" y="27469"/>
                  <a:pt x="108421" y="24421"/>
                  <a:pt x="117113" y="24421"/>
                </a:cubicBezTo>
                <a:cubicBezTo>
                  <a:pt x="125769" y="24421"/>
                  <a:pt x="132538" y="27045"/>
                  <a:pt x="137418" y="32294"/>
                </a:cubicBezTo>
                <a:cubicBezTo>
                  <a:pt x="142299" y="37543"/>
                  <a:pt x="144739" y="44753"/>
                  <a:pt x="144739" y="53925"/>
                </a:cubicBezTo>
                <a:lnTo>
                  <a:pt x="144739" y="61494"/>
                </a:lnTo>
                <a:moveTo>
                  <a:pt x="128108" y="50334"/>
                </a:moveTo>
                <a:cubicBezTo>
                  <a:pt x="128108" y="41199"/>
                  <a:pt x="124407" y="36631"/>
                  <a:pt x="117003" y="36631"/>
                </a:cubicBezTo>
                <a:cubicBezTo>
                  <a:pt x="113946" y="36631"/>
                  <a:pt x="111238" y="37884"/>
                  <a:pt x="108881" y="40389"/>
                </a:cubicBezTo>
                <a:cubicBezTo>
                  <a:pt x="106524" y="42893"/>
                  <a:pt x="105050" y="46208"/>
                  <a:pt x="104461" y="50334"/>
                </a:cubicBezTo>
                <a:lnTo>
                  <a:pt x="128108" y="50334"/>
                </a:lnTo>
                <a:close/>
                <a:moveTo>
                  <a:pt x="214170" y="87020"/>
                </a:moveTo>
                <a:lnTo>
                  <a:pt x="196434" y="87020"/>
                </a:lnTo>
                <a:lnTo>
                  <a:pt x="196434" y="52930"/>
                </a:lnTo>
                <a:cubicBezTo>
                  <a:pt x="196434" y="43059"/>
                  <a:pt x="192880" y="38123"/>
                  <a:pt x="185771" y="38123"/>
                </a:cubicBezTo>
                <a:cubicBezTo>
                  <a:pt x="182382" y="38123"/>
                  <a:pt x="179564" y="39440"/>
                  <a:pt x="177317" y="42074"/>
                </a:cubicBezTo>
                <a:cubicBezTo>
                  <a:pt x="175070" y="44707"/>
                  <a:pt x="173947" y="48068"/>
                  <a:pt x="173947" y="52157"/>
                </a:cubicBezTo>
                <a:lnTo>
                  <a:pt x="173947" y="87020"/>
                </a:lnTo>
                <a:lnTo>
                  <a:pt x="156101" y="87020"/>
                </a:lnTo>
                <a:lnTo>
                  <a:pt x="156101" y="25913"/>
                </a:lnTo>
                <a:lnTo>
                  <a:pt x="173947" y="25913"/>
                </a:lnTo>
                <a:lnTo>
                  <a:pt x="173947" y="35637"/>
                </a:lnTo>
                <a:lnTo>
                  <a:pt x="174168" y="35637"/>
                </a:lnTo>
                <a:cubicBezTo>
                  <a:pt x="178625" y="28160"/>
                  <a:pt x="185181" y="24421"/>
                  <a:pt x="193837" y="24421"/>
                </a:cubicBezTo>
                <a:cubicBezTo>
                  <a:pt x="207392" y="24421"/>
                  <a:pt x="214170" y="32819"/>
                  <a:pt x="214170" y="49615"/>
                </a:cubicBezTo>
                <a:lnTo>
                  <a:pt x="214170" y="87020"/>
                </a:lnTo>
                <a:close/>
                <a:moveTo>
                  <a:pt x="284122" y="61494"/>
                </a:moveTo>
                <a:lnTo>
                  <a:pt x="243900" y="61494"/>
                </a:lnTo>
                <a:cubicBezTo>
                  <a:pt x="244526" y="70961"/>
                  <a:pt x="250235" y="75694"/>
                  <a:pt x="261027" y="75694"/>
                </a:cubicBezTo>
                <a:cubicBezTo>
                  <a:pt x="267768" y="75694"/>
                  <a:pt x="273717" y="74036"/>
                  <a:pt x="278874" y="70721"/>
                </a:cubicBezTo>
                <a:lnTo>
                  <a:pt x="278874" y="83816"/>
                </a:lnTo>
                <a:cubicBezTo>
                  <a:pt x="273312" y="86947"/>
                  <a:pt x="266018" y="88512"/>
                  <a:pt x="256994" y="88512"/>
                </a:cubicBezTo>
                <a:cubicBezTo>
                  <a:pt x="247270" y="88512"/>
                  <a:pt x="239710" y="85768"/>
                  <a:pt x="234314" y="80280"/>
                </a:cubicBezTo>
                <a:cubicBezTo>
                  <a:pt x="228917" y="74791"/>
                  <a:pt x="226219" y="67148"/>
                  <a:pt x="226219" y="57351"/>
                </a:cubicBezTo>
                <a:cubicBezTo>
                  <a:pt x="226219" y="47590"/>
                  <a:pt x="229092" y="39661"/>
                  <a:pt x="234838" y="33565"/>
                </a:cubicBezTo>
                <a:cubicBezTo>
                  <a:pt x="240585" y="27469"/>
                  <a:pt x="247804" y="24421"/>
                  <a:pt x="256497" y="24421"/>
                </a:cubicBezTo>
                <a:cubicBezTo>
                  <a:pt x="265153" y="24421"/>
                  <a:pt x="271921" y="27045"/>
                  <a:pt x="276802" y="32294"/>
                </a:cubicBezTo>
                <a:cubicBezTo>
                  <a:pt x="281682" y="37543"/>
                  <a:pt x="284122" y="44753"/>
                  <a:pt x="284122" y="53925"/>
                </a:cubicBezTo>
                <a:lnTo>
                  <a:pt x="284122" y="61494"/>
                </a:lnTo>
                <a:moveTo>
                  <a:pt x="267492" y="50334"/>
                </a:moveTo>
                <a:cubicBezTo>
                  <a:pt x="267492" y="41199"/>
                  <a:pt x="263790" y="36631"/>
                  <a:pt x="256386" y="36631"/>
                </a:cubicBezTo>
                <a:cubicBezTo>
                  <a:pt x="253329" y="36631"/>
                  <a:pt x="250622" y="37884"/>
                  <a:pt x="248264" y="40389"/>
                </a:cubicBezTo>
                <a:cubicBezTo>
                  <a:pt x="245907" y="42893"/>
                  <a:pt x="244434" y="46208"/>
                  <a:pt x="243844" y="50334"/>
                </a:cubicBezTo>
                <a:lnTo>
                  <a:pt x="267492" y="50334"/>
                </a:lnTo>
                <a:close/>
                <a:moveTo>
                  <a:pt x="334436" y="42101"/>
                </a:moveTo>
                <a:cubicBezTo>
                  <a:pt x="332263" y="40849"/>
                  <a:pt x="329629" y="40223"/>
                  <a:pt x="326535" y="40223"/>
                </a:cubicBezTo>
                <a:cubicBezTo>
                  <a:pt x="322483" y="40223"/>
                  <a:pt x="319269" y="41770"/>
                  <a:pt x="316894" y="44864"/>
                </a:cubicBezTo>
                <a:cubicBezTo>
                  <a:pt x="314518" y="47958"/>
                  <a:pt x="313330" y="52212"/>
                  <a:pt x="313330" y="57627"/>
                </a:cubicBezTo>
                <a:lnTo>
                  <a:pt x="313330" y="87020"/>
                </a:lnTo>
                <a:lnTo>
                  <a:pt x="295484" y="87020"/>
                </a:lnTo>
                <a:lnTo>
                  <a:pt x="295484" y="25913"/>
                </a:lnTo>
                <a:lnTo>
                  <a:pt x="313330" y="25913"/>
                </a:lnTo>
                <a:lnTo>
                  <a:pt x="313330" y="37405"/>
                </a:lnTo>
                <a:lnTo>
                  <a:pt x="313551" y="37405"/>
                </a:lnTo>
                <a:cubicBezTo>
                  <a:pt x="316498" y="29044"/>
                  <a:pt x="321857" y="24863"/>
                  <a:pt x="329629" y="24863"/>
                </a:cubicBezTo>
                <a:cubicBezTo>
                  <a:pt x="331728" y="24863"/>
                  <a:pt x="333331" y="25102"/>
                  <a:pt x="334436" y="25581"/>
                </a:cubicBezTo>
                <a:lnTo>
                  <a:pt x="334436" y="42101"/>
                </a:lnTo>
                <a:close/>
                <a:moveTo>
                  <a:pt x="344489" y="29615"/>
                </a:moveTo>
                <a:cubicBezTo>
                  <a:pt x="347251" y="28068"/>
                  <a:pt x="350944" y="26815"/>
                  <a:pt x="355567" y="25857"/>
                </a:cubicBezTo>
                <a:cubicBezTo>
                  <a:pt x="360189" y="24900"/>
                  <a:pt x="364140" y="24421"/>
                  <a:pt x="367418" y="24421"/>
                </a:cubicBezTo>
                <a:cubicBezTo>
                  <a:pt x="384509" y="24421"/>
                  <a:pt x="393055" y="32985"/>
                  <a:pt x="393055" y="50113"/>
                </a:cubicBezTo>
                <a:lnTo>
                  <a:pt x="393055" y="87020"/>
                </a:lnTo>
                <a:lnTo>
                  <a:pt x="376093" y="87020"/>
                </a:lnTo>
                <a:lnTo>
                  <a:pt x="376093" y="78125"/>
                </a:lnTo>
                <a:lnTo>
                  <a:pt x="375872" y="78125"/>
                </a:lnTo>
                <a:cubicBezTo>
                  <a:pt x="371709" y="85050"/>
                  <a:pt x="365613" y="88512"/>
                  <a:pt x="357583" y="88512"/>
                </a:cubicBezTo>
                <a:cubicBezTo>
                  <a:pt x="351801" y="88512"/>
                  <a:pt x="347169" y="86864"/>
                  <a:pt x="343688" y="83567"/>
                </a:cubicBezTo>
                <a:cubicBezTo>
                  <a:pt x="340207" y="80271"/>
                  <a:pt x="338467" y="75786"/>
                  <a:pt x="338467" y="70114"/>
                </a:cubicBezTo>
                <a:cubicBezTo>
                  <a:pt x="338467" y="58400"/>
                  <a:pt x="345447" y="51586"/>
                  <a:pt x="359407" y="49671"/>
                </a:cubicBezTo>
                <a:lnTo>
                  <a:pt x="376203" y="47405"/>
                </a:lnTo>
                <a:cubicBezTo>
                  <a:pt x="376203" y="40296"/>
                  <a:pt x="372501" y="36742"/>
                  <a:pt x="365098" y="36742"/>
                </a:cubicBezTo>
                <a:cubicBezTo>
                  <a:pt x="357804" y="36742"/>
                  <a:pt x="350935" y="38952"/>
                  <a:pt x="344489" y="43372"/>
                </a:cubicBezTo>
                <a:lnTo>
                  <a:pt x="344489" y="29615"/>
                </a:lnTo>
                <a:moveTo>
                  <a:pt x="364656" y="59340"/>
                </a:moveTo>
                <a:cubicBezTo>
                  <a:pt x="358210" y="60187"/>
                  <a:pt x="354987" y="63097"/>
                  <a:pt x="354987" y="68069"/>
                </a:cubicBezTo>
                <a:cubicBezTo>
                  <a:pt x="354987" y="70353"/>
                  <a:pt x="355769" y="72195"/>
                  <a:pt x="357335" y="73594"/>
                </a:cubicBezTo>
                <a:cubicBezTo>
                  <a:pt x="358900" y="74994"/>
                  <a:pt x="361009" y="75694"/>
                  <a:pt x="363661" y="75694"/>
                </a:cubicBezTo>
                <a:cubicBezTo>
                  <a:pt x="367308" y="75694"/>
                  <a:pt x="370310" y="74405"/>
                  <a:pt x="372667" y="71826"/>
                </a:cubicBezTo>
                <a:cubicBezTo>
                  <a:pt x="375024" y="69248"/>
                  <a:pt x="376203" y="66043"/>
                  <a:pt x="376203" y="62213"/>
                </a:cubicBezTo>
                <a:lnTo>
                  <a:pt x="376203" y="57848"/>
                </a:lnTo>
                <a:lnTo>
                  <a:pt x="364656" y="59340"/>
                </a:lnTo>
                <a:close/>
                <a:moveTo>
                  <a:pt x="444584" y="86302"/>
                </a:moveTo>
                <a:cubicBezTo>
                  <a:pt x="441895" y="87775"/>
                  <a:pt x="437825" y="88512"/>
                  <a:pt x="432373" y="88512"/>
                </a:cubicBezTo>
                <a:cubicBezTo>
                  <a:pt x="419408" y="88512"/>
                  <a:pt x="412925" y="81698"/>
                  <a:pt x="412925" y="68069"/>
                </a:cubicBezTo>
                <a:lnTo>
                  <a:pt x="412925" y="39228"/>
                </a:lnTo>
                <a:lnTo>
                  <a:pt x="402869" y="39228"/>
                </a:lnTo>
                <a:lnTo>
                  <a:pt x="402869" y="25913"/>
                </a:lnTo>
                <a:lnTo>
                  <a:pt x="412925" y="25913"/>
                </a:lnTo>
                <a:lnTo>
                  <a:pt x="412925" y="12487"/>
                </a:lnTo>
                <a:lnTo>
                  <a:pt x="430661" y="7404"/>
                </a:lnTo>
                <a:lnTo>
                  <a:pt x="430661" y="25913"/>
                </a:lnTo>
                <a:lnTo>
                  <a:pt x="444584" y="25913"/>
                </a:lnTo>
                <a:lnTo>
                  <a:pt x="444584" y="39228"/>
                </a:lnTo>
                <a:lnTo>
                  <a:pt x="430661" y="39228"/>
                </a:lnTo>
                <a:lnTo>
                  <a:pt x="430661" y="64975"/>
                </a:lnTo>
                <a:cubicBezTo>
                  <a:pt x="430661" y="71495"/>
                  <a:pt x="433239" y="74755"/>
                  <a:pt x="438396" y="74755"/>
                </a:cubicBezTo>
                <a:cubicBezTo>
                  <a:pt x="440385" y="74755"/>
                  <a:pt x="442447" y="74165"/>
                  <a:pt x="444584" y="72987"/>
                </a:cubicBezTo>
                <a:lnTo>
                  <a:pt x="444584" y="86302"/>
                </a:lnTo>
                <a:close/>
                <a:moveTo>
                  <a:pt x="450898" y="56743"/>
                </a:moveTo>
                <a:cubicBezTo>
                  <a:pt x="450898" y="46687"/>
                  <a:pt x="453909" y="38786"/>
                  <a:pt x="459932" y="33040"/>
                </a:cubicBezTo>
                <a:cubicBezTo>
                  <a:pt x="465954" y="27294"/>
                  <a:pt x="474048" y="24421"/>
                  <a:pt x="484215" y="24421"/>
                </a:cubicBezTo>
                <a:cubicBezTo>
                  <a:pt x="494049" y="24421"/>
                  <a:pt x="501858" y="27248"/>
                  <a:pt x="507641" y="32902"/>
                </a:cubicBezTo>
                <a:cubicBezTo>
                  <a:pt x="513424" y="38556"/>
                  <a:pt x="516315" y="46153"/>
                  <a:pt x="516315" y="55693"/>
                </a:cubicBezTo>
                <a:cubicBezTo>
                  <a:pt x="516315" y="65712"/>
                  <a:pt x="513350" y="73686"/>
                  <a:pt x="507420" y="79617"/>
                </a:cubicBezTo>
                <a:cubicBezTo>
                  <a:pt x="501490" y="85547"/>
                  <a:pt x="493460" y="88512"/>
                  <a:pt x="483331" y="88512"/>
                </a:cubicBezTo>
                <a:cubicBezTo>
                  <a:pt x="473385" y="88512"/>
                  <a:pt x="465494" y="85667"/>
                  <a:pt x="459656" y="79976"/>
                </a:cubicBezTo>
                <a:cubicBezTo>
                  <a:pt x="453817" y="74285"/>
                  <a:pt x="450898" y="66541"/>
                  <a:pt x="450898" y="56743"/>
                </a:cubicBezTo>
                <a:moveTo>
                  <a:pt x="468965" y="56522"/>
                </a:moveTo>
                <a:cubicBezTo>
                  <a:pt x="468965" y="68714"/>
                  <a:pt x="473938" y="74810"/>
                  <a:pt x="483883" y="74810"/>
                </a:cubicBezTo>
                <a:cubicBezTo>
                  <a:pt x="493423" y="74810"/>
                  <a:pt x="498193" y="68548"/>
                  <a:pt x="498193" y="56025"/>
                </a:cubicBezTo>
                <a:cubicBezTo>
                  <a:pt x="498193" y="44090"/>
                  <a:pt x="493386" y="38123"/>
                  <a:pt x="483773" y="38123"/>
                </a:cubicBezTo>
                <a:cubicBezTo>
                  <a:pt x="479095" y="38123"/>
                  <a:pt x="475457" y="39726"/>
                  <a:pt x="472861" y="42930"/>
                </a:cubicBezTo>
                <a:cubicBezTo>
                  <a:pt x="470264" y="46135"/>
                  <a:pt x="468965" y="50665"/>
                  <a:pt x="468965" y="56522"/>
                </a:cubicBezTo>
                <a:close/>
                <a:moveTo>
                  <a:pt x="568280" y="42101"/>
                </a:moveTo>
                <a:cubicBezTo>
                  <a:pt x="566107" y="40849"/>
                  <a:pt x="563473" y="40223"/>
                  <a:pt x="560379" y="40223"/>
                </a:cubicBezTo>
                <a:cubicBezTo>
                  <a:pt x="556328" y="40223"/>
                  <a:pt x="553114" y="41770"/>
                  <a:pt x="550738" y="44864"/>
                </a:cubicBezTo>
                <a:cubicBezTo>
                  <a:pt x="548362" y="47958"/>
                  <a:pt x="547174" y="52212"/>
                  <a:pt x="547174" y="57627"/>
                </a:cubicBezTo>
                <a:lnTo>
                  <a:pt x="547174" y="87020"/>
                </a:lnTo>
                <a:lnTo>
                  <a:pt x="529328" y="87020"/>
                </a:lnTo>
                <a:lnTo>
                  <a:pt x="529328" y="25913"/>
                </a:lnTo>
                <a:lnTo>
                  <a:pt x="547174" y="25913"/>
                </a:lnTo>
                <a:lnTo>
                  <a:pt x="547174" y="37405"/>
                </a:lnTo>
                <a:lnTo>
                  <a:pt x="547395" y="37405"/>
                </a:lnTo>
                <a:cubicBezTo>
                  <a:pt x="550342" y="29044"/>
                  <a:pt x="555701" y="24863"/>
                  <a:pt x="563473" y="24863"/>
                </a:cubicBezTo>
                <a:cubicBezTo>
                  <a:pt x="565573" y="24863"/>
                  <a:pt x="567175" y="25102"/>
                  <a:pt x="568280" y="25581"/>
                </a:cubicBezTo>
                <a:lnTo>
                  <a:pt x="568280" y="42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b21e854924582"/>
          <a:stretch xmlns:a="http://schemas.openxmlformats.org/drawingml/2006/main"/>
        </p:blipFill>
        <p:spPr>
          <a:xfrm xmlns:a="http://schemas.openxmlformats.org/drawingml/2006/main">
            <a:off x="4595965" y="3207996"/>
            <a:ext cx="215460" cy="215460"/>
          </a:xfrm>
          <a:prstGeom xmlns:a="http://schemas.openxmlformats.org/drawingml/2006/main" prst="rect">
            <a:avLst/>
          </a:prstGeom>
        </p:spPr>
      </p:pic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C651E-BFD5-46CC-8A4E-3C3C5D8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25" y="3604197"/>
            <a:ext cx="1613459" cy="332984"/>
          </a:xfrm>
          <a:custGeom xmlns:a="http://schemas.openxmlformats.org/drawingml/2006/main">
            <a:pathLst>
              <a:path w="1613459" h="332984">
                <a:moveTo>
                  <a:pt x="0" y="0"/>
                </a:moveTo>
                <a:lnTo>
                  <a:pt x="1613459" y="0"/>
                </a:lnTo>
                <a:lnTo>
                  <a:pt x="1613459" y="332984"/>
                </a:lnTo>
                <a:lnTo>
                  <a:pt x="0" y="332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def">
            <a:extLst xmlns:a="http://schemas.openxmlformats.org/drawingml/2006/main">
              <a:ext uri="{FF2B5EF4-FFF2-40B4-BE49-F238E27FC236}">
                <a16:creationId xmlns:a16="http://schemas.microsoft.com/office/drawing/2014/main" id="{4D09A275-6D14-42B7-A1B3-69F54EB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94" y="3646666"/>
            <a:ext cx="182902" cy="93374"/>
          </a:xfrm>
          <a:custGeom xmlns:a="http://schemas.openxmlformats.org/drawingml/2006/main">
            <a:pathLst>
              <a:path w="182902" h="93374">
                <a:moveTo>
                  <a:pt x="62599" y="91882"/>
                </a:moveTo>
                <a:lnTo>
                  <a:pt x="44809" y="91882"/>
                </a:lnTo>
                <a:lnTo>
                  <a:pt x="44809" y="83263"/>
                </a:lnTo>
                <a:lnTo>
                  <a:pt x="44532" y="83263"/>
                </a:lnTo>
                <a:cubicBezTo>
                  <a:pt x="40223" y="90004"/>
                  <a:pt x="33850" y="93374"/>
                  <a:pt x="25415" y="93374"/>
                </a:cubicBezTo>
                <a:cubicBezTo>
                  <a:pt x="17644" y="93374"/>
                  <a:pt x="11465" y="90630"/>
                  <a:pt x="6879" y="85142"/>
                </a:cubicBezTo>
                <a:cubicBezTo>
                  <a:pt x="2293" y="79654"/>
                  <a:pt x="0" y="72176"/>
                  <a:pt x="0" y="62710"/>
                </a:cubicBezTo>
                <a:cubicBezTo>
                  <a:pt x="0" y="52691"/>
                  <a:pt x="2569" y="44615"/>
                  <a:pt x="7708" y="38482"/>
                </a:cubicBezTo>
                <a:cubicBezTo>
                  <a:pt x="12846" y="32349"/>
                  <a:pt x="19559" y="29283"/>
                  <a:pt x="27847" y="29283"/>
                </a:cubicBezTo>
                <a:cubicBezTo>
                  <a:pt x="35803" y="29283"/>
                  <a:pt x="41365" y="32156"/>
                  <a:pt x="44532" y="37902"/>
                </a:cubicBezTo>
                <a:lnTo>
                  <a:pt x="44809" y="37902"/>
                </a:lnTo>
                <a:lnTo>
                  <a:pt x="44809" y="1437"/>
                </a:lnTo>
                <a:lnTo>
                  <a:pt x="62599" y="1437"/>
                </a:lnTo>
                <a:lnTo>
                  <a:pt x="62599" y="91882"/>
                </a:lnTo>
                <a:moveTo>
                  <a:pt x="45085" y="57295"/>
                </a:moveTo>
                <a:cubicBezTo>
                  <a:pt x="45085" y="53170"/>
                  <a:pt x="43842" y="49754"/>
                  <a:pt x="41355" y="47046"/>
                </a:cubicBezTo>
                <a:cubicBezTo>
                  <a:pt x="38869" y="44339"/>
                  <a:pt x="35766" y="42985"/>
                  <a:pt x="32046" y="42985"/>
                </a:cubicBezTo>
                <a:cubicBezTo>
                  <a:pt x="27699" y="42985"/>
                  <a:pt x="24283" y="44707"/>
                  <a:pt x="21797" y="48151"/>
                </a:cubicBezTo>
                <a:cubicBezTo>
                  <a:pt x="19310" y="51595"/>
                  <a:pt x="18067" y="56264"/>
                  <a:pt x="18067" y="62157"/>
                </a:cubicBezTo>
                <a:cubicBezTo>
                  <a:pt x="18067" y="67756"/>
                  <a:pt x="19264" y="72075"/>
                  <a:pt x="21658" y="75114"/>
                </a:cubicBezTo>
                <a:cubicBezTo>
                  <a:pt x="24053" y="78153"/>
                  <a:pt x="27349" y="79672"/>
                  <a:pt x="31548" y="79672"/>
                </a:cubicBezTo>
                <a:cubicBezTo>
                  <a:pt x="35490" y="79672"/>
                  <a:pt x="38731" y="78070"/>
                  <a:pt x="41273" y="74865"/>
                </a:cubicBezTo>
                <a:cubicBezTo>
                  <a:pt x="43814" y="71661"/>
                  <a:pt x="45085" y="67498"/>
                  <a:pt x="45085" y="62378"/>
                </a:cubicBezTo>
                <a:lnTo>
                  <a:pt x="45085" y="57295"/>
                </a:lnTo>
                <a:close/>
                <a:moveTo>
                  <a:pt x="132664" y="66356"/>
                </a:moveTo>
                <a:lnTo>
                  <a:pt x="92441" y="66356"/>
                </a:lnTo>
                <a:cubicBezTo>
                  <a:pt x="93068" y="75823"/>
                  <a:pt x="98777" y="80556"/>
                  <a:pt x="109569" y="80556"/>
                </a:cubicBezTo>
                <a:cubicBezTo>
                  <a:pt x="116310" y="80556"/>
                  <a:pt x="122259" y="78898"/>
                  <a:pt x="127415" y="75583"/>
                </a:cubicBezTo>
                <a:lnTo>
                  <a:pt x="127415" y="88678"/>
                </a:lnTo>
                <a:cubicBezTo>
                  <a:pt x="121853" y="91809"/>
                  <a:pt x="114560" y="93374"/>
                  <a:pt x="105536" y="93374"/>
                </a:cubicBezTo>
                <a:cubicBezTo>
                  <a:pt x="95812" y="93374"/>
                  <a:pt x="88252" y="90630"/>
                  <a:pt x="82855" y="85142"/>
                </a:cubicBezTo>
                <a:cubicBezTo>
                  <a:pt x="77459" y="79654"/>
                  <a:pt x="74761" y="72011"/>
                  <a:pt x="74761" y="62213"/>
                </a:cubicBezTo>
                <a:cubicBezTo>
                  <a:pt x="74761" y="52452"/>
                  <a:pt x="77634" y="44523"/>
                  <a:pt x="83380" y="38427"/>
                </a:cubicBezTo>
                <a:cubicBezTo>
                  <a:pt x="89126" y="32331"/>
                  <a:pt x="96346" y="29283"/>
                  <a:pt x="105039" y="29283"/>
                </a:cubicBezTo>
                <a:cubicBezTo>
                  <a:pt x="113695" y="29283"/>
                  <a:pt x="120463" y="31907"/>
                  <a:pt x="125343" y="37156"/>
                </a:cubicBezTo>
                <a:cubicBezTo>
                  <a:pt x="130224" y="42405"/>
                  <a:pt x="132664" y="49615"/>
                  <a:pt x="132664" y="58787"/>
                </a:cubicBezTo>
                <a:lnTo>
                  <a:pt x="132664" y="66356"/>
                </a:lnTo>
                <a:moveTo>
                  <a:pt x="116034" y="55196"/>
                </a:moveTo>
                <a:cubicBezTo>
                  <a:pt x="116034" y="46061"/>
                  <a:pt x="112332" y="41494"/>
                  <a:pt x="104928" y="41494"/>
                </a:cubicBezTo>
                <a:cubicBezTo>
                  <a:pt x="101871" y="41494"/>
                  <a:pt x="99164" y="42746"/>
                  <a:pt x="96806" y="45251"/>
                </a:cubicBezTo>
                <a:cubicBezTo>
                  <a:pt x="94449" y="47755"/>
                  <a:pt x="92975" y="51070"/>
                  <a:pt x="92386" y="55196"/>
                </a:cubicBezTo>
                <a:lnTo>
                  <a:pt x="116034" y="55196"/>
                </a:lnTo>
                <a:close/>
                <a:moveTo>
                  <a:pt x="182902" y="15194"/>
                </a:moveTo>
                <a:cubicBezTo>
                  <a:pt x="180471" y="14236"/>
                  <a:pt x="178169" y="13758"/>
                  <a:pt x="175996" y="13758"/>
                </a:cubicBezTo>
                <a:cubicBezTo>
                  <a:pt x="169882" y="13758"/>
                  <a:pt x="166824" y="17146"/>
                  <a:pt x="166824" y="23924"/>
                </a:cubicBezTo>
                <a:lnTo>
                  <a:pt x="166824" y="30775"/>
                </a:lnTo>
                <a:lnTo>
                  <a:pt x="180748" y="30775"/>
                </a:lnTo>
                <a:lnTo>
                  <a:pt x="180748" y="44090"/>
                </a:lnTo>
                <a:lnTo>
                  <a:pt x="166824" y="44090"/>
                </a:lnTo>
                <a:lnTo>
                  <a:pt x="166824" y="91882"/>
                </a:lnTo>
                <a:lnTo>
                  <a:pt x="148978" y="91882"/>
                </a:lnTo>
                <a:lnTo>
                  <a:pt x="148978" y="44090"/>
                </a:lnTo>
                <a:lnTo>
                  <a:pt x="138757" y="44090"/>
                </a:lnTo>
                <a:lnTo>
                  <a:pt x="138757" y="30775"/>
                </a:lnTo>
                <a:lnTo>
                  <a:pt x="148978" y="30775"/>
                </a:lnTo>
                <a:lnTo>
                  <a:pt x="148978" y="22929"/>
                </a:lnTo>
                <a:cubicBezTo>
                  <a:pt x="148978" y="15968"/>
                  <a:pt x="151244" y="10406"/>
                  <a:pt x="155774" y="6243"/>
                </a:cubicBezTo>
                <a:cubicBezTo>
                  <a:pt x="160305" y="2081"/>
                  <a:pt x="166253" y="0"/>
                  <a:pt x="173620" y="0"/>
                </a:cubicBezTo>
                <a:cubicBezTo>
                  <a:pt x="177377" y="0"/>
                  <a:pt x="180471" y="387"/>
                  <a:pt x="182902" y="1160"/>
                </a:cubicBezTo>
                <a:lnTo>
                  <a:pt x="182902" y="15194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generate_input()">
            <a:extLst xmlns:a="http://schemas.openxmlformats.org/drawingml/2006/main">
              <a:ext uri="{FF2B5EF4-FFF2-40B4-BE49-F238E27FC236}">
                <a16:creationId xmlns:a16="http://schemas.microsoft.com/office/drawing/2014/main" id="{2C3A9D76-D81A-4032-A0FF-C85489E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35" y="3649097"/>
            <a:ext cx="880839" cy="118348"/>
          </a:xfrm>
          <a:custGeom xmlns:a="http://schemas.openxmlformats.org/drawingml/2006/main">
            <a:pathLst>
              <a:path w="880839" h="118348">
                <a:moveTo>
                  <a:pt x="57130" y="84313"/>
                </a:moveTo>
                <a:cubicBezTo>
                  <a:pt x="57130" y="106929"/>
                  <a:pt x="46153" y="118237"/>
                  <a:pt x="24200" y="118237"/>
                </a:cubicBezTo>
                <a:cubicBezTo>
                  <a:pt x="16612" y="118237"/>
                  <a:pt x="10019" y="116819"/>
                  <a:pt x="4420" y="113983"/>
                </a:cubicBezTo>
                <a:lnTo>
                  <a:pt x="4420" y="103540"/>
                </a:lnTo>
                <a:cubicBezTo>
                  <a:pt x="11234" y="107334"/>
                  <a:pt x="17772" y="109231"/>
                  <a:pt x="24034" y="109231"/>
                </a:cubicBezTo>
                <a:cubicBezTo>
                  <a:pt x="38878" y="109231"/>
                  <a:pt x="46300" y="101422"/>
                  <a:pt x="46300" y="85805"/>
                </a:cubicBezTo>
                <a:lnTo>
                  <a:pt x="46300" y="79340"/>
                </a:lnTo>
                <a:lnTo>
                  <a:pt x="46079" y="79340"/>
                </a:lnTo>
                <a:cubicBezTo>
                  <a:pt x="41438" y="87039"/>
                  <a:pt x="34513" y="90888"/>
                  <a:pt x="25305" y="90888"/>
                </a:cubicBezTo>
                <a:cubicBezTo>
                  <a:pt x="17643" y="90888"/>
                  <a:pt x="11511" y="88144"/>
                  <a:pt x="6906" y="82656"/>
                </a:cubicBezTo>
                <a:cubicBezTo>
                  <a:pt x="2302" y="77167"/>
                  <a:pt x="0" y="69893"/>
                  <a:pt x="0" y="60831"/>
                </a:cubicBezTo>
                <a:cubicBezTo>
                  <a:pt x="0" y="50407"/>
                  <a:pt x="2542" y="42147"/>
                  <a:pt x="7625" y="36051"/>
                </a:cubicBezTo>
                <a:cubicBezTo>
                  <a:pt x="12708" y="29955"/>
                  <a:pt x="19485" y="26907"/>
                  <a:pt x="27957" y="26907"/>
                </a:cubicBezTo>
                <a:cubicBezTo>
                  <a:pt x="36097" y="26907"/>
                  <a:pt x="42138" y="30149"/>
                  <a:pt x="46079" y="36631"/>
                </a:cubicBezTo>
                <a:lnTo>
                  <a:pt x="46300" y="36631"/>
                </a:lnTo>
                <a:lnTo>
                  <a:pt x="46300" y="28344"/>
                </a:lnTo>
                <a:lnTo>
                  <a:pt x="57130" y="28344"/>
                </a:lnTo>
                <a:lnTo>
                  <a:pt x="57130" y="84313"/>
                </a:lnTo>
                <a:moveTo>
                  <a:pt x="46300" y="53096"/>
                </a:moveTo>
                <a:cubicBezTo>
                  <a:pt x="46337" y="48381"/>
                  <a:pt x="44753" y="44330"/>
                  <a:pt x="41549" y="40941"/>
                </a:cubicBezTo>
                <a:cubicBezTo>
                  <a:pt x="38344" y="37552"/>
                  <a:pt x="34403" y="35858"/>
                  <a:pt x="29725" y="35858"/>
                </a:cubicBezTo>
                <a:cubicBezTo>
                  <a:pt x="23832" y="35858"/>
                  <a:pt x="19246" y="38022"/>
                  <a:pt x="15968" y="42350"/>
                </a:cubicBezTo>
                <a:cubicBezTo>
                  <a:pt x="12689" y="46678"/>
                  <a:pt x="11050" y="52617"/>
                  <a:pt x="11050" y="60168"/>
                </a:cubicBezTo>
                <a:cubicBezTo>
                  <a:pt x="11050" y="66651"/>
                  <a:pt x="12634" y="71900"/>
                  <a:pt x="15802" y="75915"/>
                </a:cubicBezTo>
                <a:cubicBezTo>
                  <a:pt x="18970" y="79930"/>
                  <a:pt x="23169" y="81937"/>
                  <a:pt x="28399" y="81937"/>
                </a:cubicBezTo>
                <a:cubicBezTo>
                  <a:pt x="33666" y="81937"/>
                  <a:pt x="37976" y="80022"/>
                  <a:pt x="41328" y="76191"/>
                </a:cubicBezTo>
                <a:cubicBezTo>
                  <a:pt x="44680" y="72360"/>
                  <a:pt x="46337" y="67498"/>
                  <a:pt x="46300" y="61605"/>
                </a:cubicBezTo>
                <a:lnTo>
                  <a:pt x="46300" y="53096"/>
                </a:lnTo>
                <a:close/>
                <a:moveTo>
                  <a:pt x="126616" y="61660"/>
                </a:moveTo>
                <a:lnTo>
                  <a:pt x="83852" y="61660"/>
                </a:lnTo>
                <a:cubicBezTo>
                  <a:pt x="84036" y="68180"/>
                  <a:pt x="85823" y="73217"/>
                  <a:pt x="89211" y="76771"/>
                </a:cubicBezTo>
                <a:cubicBezTo>
                  <a:pt x="92600" y="80326"/>
                  <a:pt x="97333" y="82103"/>
                  <a:pt x="103411" y="82103"/>
                </a:cubicBezTo>
                <a:cubicBezTo>
                  <a:pt x="110262" y="82103"/>
                  <a:pt x="116542" y="79911"/>
                  <a:pt x="122251" y="75528"/>
                </a:cubicBezTo>
                <a:lnTo>
                  <a:pt x="122251" y="85197"/>
                </a:lnTo>
                <a:cubicBezTo>
                  <a:pt x="116874" y="88991"/>
                  <a:pt x="109746" y="90888"/>
                  <a:pt x="100869" y="90888"/>
                </a:cubicBezTo>
                <a:cubicBezTo>
                  <a:pt x="92029" y="90888"/>
                  <a:pt x="85132" y="88089"/>
                  <a:pt x="80178" y="82490"/>
                </a:cubicBezTo>
                <a:cubicBezTo>
                  <a:pt x="75224" y="76891"/>
                  <a:pt x="72747" y="69119"/>
                  <a:pt x="72747" y="59174"/>
                </a:cubicBezTo>
                <a:cubicBezTo>
                  <a:pt x="72747" y="49818"/>
                  <a:pt x="75463" y="42101"/>
                  <a:pt x="80896" y="36024"/>
                </a:cubicBezTo>
                <a:cubicBezTo>
                  <a:pt x="86329" y="29946"/>
                  <a:pt x="93079" y="26907"/>
                  <a:pt x="101146" y="26907"/>
                </a:cubicBezTo>
                <a:cubicBezTo>
                  <a:pt x="109139" y="26907"/>
                  <a:pt x="115382" y="29476"/>
                  <a:pt x="119876" y="34615"/>
                </a:cubicBezTo>
                <a:cubicBezTo>
                  <a:pt x="124369" y="39753"/>
                  <a:pt x="126616" y="46945"/>
                  <a:pt x="126616" y="56190"/>
                </a:cubicBezTo>
                <a:lnTo>
                  <a:pt x="126616" y="61660"/>
                </a:lnTo>
                <a:moveTo>
                  <a:pt x="115787" y="52986"/>
                </a:moveTo>
                <a:cubicBezTo>
                  <a:pt x="115750" y="47461"/>
                  <a:pt x="114443" y="43188"/>
                  <a:pt x="111864" y="40168"/>
                </a:cubicBezTo>
                <a:cubicBezTo>
                  <a:pt x="109286" y="37147"/>
                  <a:pt x="105658" y="35637"/>
                  <a:pt x="100980" y="35637"/>
                </a:cubicBezTo>
                <a:cubicBezTo>
                  <a:pt x="96670" y="35637"/>
                  <a:pt x="92941" y="37239"/>
                  <a:pt x="89791" y="40444"/>
                </a:cubicBezTo>
                <a:cubicBezTo>
                  <a:pt x="86642" y="43648"/>
                  <a:pt x="84662" y="47829"/>
                  <a:pt x="83852" y="52986"/>
                </a:cubicBezTo>
                <a:lnTo>
                  <a:pt x="115787" y="52986"/>
                </a:lnTo>
                <a:close/>
                <a:moveTo>
                  <a:pt x="193208" y="89451"/>
                </a:moveTo>
                <a:lnTo>
                  <a:pt x="182434" y="89451"/>
                </a:lnTo>
                <a:lnTo>
                  <a:pt x="182434" y="54699"/>
                </a:lnTo>
                <a:cubicBezTo>
                  <a:pt x="182434" y="42138"/>
                  <a:pt x="177848" y="35858"/>
                  <a:pt x="168676" y="35858"/>
                </a:cubicBezTo>
                <a:cubicBezTo>
                  <a:pt x="163925" y="35858"/>
                  <a:pt x="160020" y="37626"/>
                  <a:pt x="156963" y="41162"/>
                </a:cubicBezTo>
                <a:cubicBezTo>
                  <a:pt x="153906" y="44698"/>
                  <a:pt x="152377" y="49173"/>
                  <a:pt x="152377" y="54588"/>
                </a:cubicBezTo>
                <a:lnTo>
                  <a:pt x="152377" y="89451"/>
                </a:lnTo>
                <a:lnTo>
                  <a:pt x="141548" y="89451"/>
                </a:lnTo>
                <a:lnTo>
                  <a:pt x="141548" y="28344"/>
                </a:lnTo>
                <a:lnTo>
                  <a:pt x="152377" y="28344"/>
                </a:lnTo>
                <a:lnTo>
                  <a:pt x="152377" y="38455"/>
                </a:lnTo>
                <a:lnTo>
                  <a:pt x="152598" y="38455"/>
                </a:lnTo>
                <a:cubicBezTo>
                  <a:pt x="157203" y="30756"/>
                  <a:pt x="163888" y="26907"/>
                  <a:pt x="172654" y="26907"/>
                </a:cubicBezTo>
                <a:cubicBezTo>
                  <a:pt x="179358" y="26907"/>
                  <a:pt x="184460" y="29053"/>
                  <a:pt x="187959" y="33344"/>
                </a:cubicBezTo>
                <a:cubicBezTo>
                  <a:pt x="191458" y="37635"/>
                  <a:pt x="193208" y="43888"/>
                  <a:pt x="193208" y="52102"/>
                </a:cubicBezTo>
                <a:lnTo>
                  <a:pt x="193208" y="89451"/>
                </a:lnTo>
                <a:close/>
                <a:moveTo>
                  <a:pt x="261021" y="61660"/>
                </a:moveTo>
                <a:lnTo>
                  <a:pt x="218256" y="61660"/>
                </a:lnTo>
                <a:cubicBezTo>
                  <a:pt x="218441" y="68180"/>
                  <a:pt x="220227" y="73217"/>
                  <a:pt x="223616" y="76771"/>
                </a:cubicBezTo>
                <a:cubicBezTo>
                  <a:pt x="227005" y="80326"/>
                  <a:pt x="231738" y="82103"/>
                  <a:pt x="237815" y="82103"/>
                </a:cubicBezTo>
                <a:cubicBezTo>
                  <a:pt x="244666" y="82103"/>
                  <a:pt x="250947" y="79911"/>
                  <a:pt x="256656" y="75528"/>
                </a:cubicBezTo>
                <a:lnTo>
                  <a:pt x="256656" y="85197"/>
                </a:lnTo>
                <a:cubicBezTo>
                  <a:pt x="251278" y="88991"/>
                  <a:pt x="244151" y="90888"/>
                  <a:pt x="235274" y="90888"/>
                </a:cubicBezTo>
                <a:cubicBezTo>
                  <a:pt x="226434" y="90888"/>
                  <a:pt x="219536" y="88089"/>
                  <a:pt x="214582" y="82490"/>
                </a:cubicBezTo>
                <a:cubicBezTo>
                  <a:pt x="209628" y="76891"/>
                  <a:pt x="207151" y="69119"/>
                  <a:pt x="207151" y="59174"/>
                </a:cubicBezTo>
                <a:cubicBezTo>
                  <a:pt x="207151" y="49818"/>
                  <a:pt x="209868" y="42101"/>
                  <a:pt x="215301" y="36024"/>
                </a:cubicBezTo>
                <a:cubicBezTo>
                  <a:pt x="220734" y="29946"/>
                  <a:pt x="227483" y="26907"/>
                  <a:pt x="235550" y="26907"/>
                </a:cubicBezTo>
                <a:cubicBezTo>
                  <a:pt x="243543" y="26907"/>
                  <a:pt x="249786" y="29476"/>
                  <a:pt x="254280" y="34615"/>
                </a:cubicBezTo>
                <a:cubicBezTo>
                  <a:pt x="258774" y="39753"/>
                  <a:pt x="261021" y="46945"/>
                  <a:pt x="261021" y="56190"/>
                </a:cubicBezTo>
                <a:lnTo>
                  <a:pt x="261021" y="61660"/>
                </a:lnTo>
                <a:moveTo>
                  <a:pt x="250192" y="52986"/>
                </a:moveTo>
                <a:cubicBezTo>
                  <a:pt x="250155" y="47461"/>
                  <a:pt x="248847" y="43188"/>
                  <a:pt x="246269" y="40168"/>
                </a:cubicBezTo>
                <a:cubicBezTo>
                  <a:pt x="243690" y="37147"/>
                  <a:pt x="240062" y="35637"/>
                  <a:pt x="235384" y="35637"/>
                </a:cubicBezTo>
                <a:cubicBezTo>
                  <a:pt x="231075" y="35637"/>
                  <a:pt x="227345" y="37239"/>
                  <a:pt x="224196" y="40444"/>
                </a:cubicBezTo>
                <a:cubicBezTo>
                  <a:pt x="221047" y="43648"/>
                  <a:pt x="219067" y="47829"/>
                  <a:pt x="218256" y="52986"/>
                </a:cubicBezTo>
                <a:lnTo>
                  <a:pt x="250192" y="52986"/>
                </a:lnTo>
                <a:close/>
                <a:moveTo>
                  <a:pt x="308716" y="39062"/>
                </a:moveTo>
                <a:cubicBezTo>
                  <a:pt x="306912" y="37773"/>
                  <a:pt x="304425" y="37129"/>
                  <a:pt x="301258" y="37129"/>
                </a:cubicBezTo>
                <a:cubicBezTo>
                  <a:pt x="297058" y="37129"/>
                  <a:pt x="293596" y="39090"/>
                  <a:pt x="290870" y="43013"/>
                </a:cubicBezTo>
                <a:cubicBezTo>
                  <a:pt x="288145" y="46936"/>
                  <a:pt x="286782" y="52102"/>
                  <a:pt x="286782" y="58511"/>
                </a:cubicBezTo>
                <a:lnTo>
                  <a:pt x="286782" y="89451"/>
                </a:lnTo>
                <a:lnTo>
                  <a:pt x="275953" y="89451"/>
                </a:lnTo>
                <a:lnTo>
                  <a:pt x="275953" y="28344"/>
                </a:lnTo>
                <a:lnTo>
                  <a:pt x="286782" y="28344"/>
                </a:lnTo>
                <a:lnTo>
                  <a:pt x="286782" y="40775"/>
                </a:lnTo>
                <a:lnTo>
                  <a:pt x="287003" y="40775"/>
                </a:lnTo>
                <a:cubicBezTo>
                  <a:pt x="290097" y="31788"/>
                  <a:pt x="295438" y="27294"/>
                  <a:pt x="303026" y="27294"/>
                </a:cubicBezTo>
                <a:cubicBezTo>
                  <a:pt x="305493" y="27294"/>
                  <a:pt x="307390" y="27570"/>
                  <a:pt x="308716" y="28123"/>
                </a:cubicBezTo>
                <a:lnTo>
                  <a:pt x="308716" y="39062"/>
                </a:lnTo>
                <a:close/>
                <a:moveTo>
                  <a:pt x="320829" y="32598"/>
                </a:moveTo>
                <a:cubicBezTo>
                  <a:pt x="326906" y="28804"/>
                  <a:pt x="333923" y="26907"/>
                  <a:pt x="341879" y="26907"/>
                </a:cubicBezTo>
                <a:cubicBezTo>
                  <a:pt x="356613" y="26907"/>
                  <a:pt x="363980" y="34642"/>
                  <a:pt x="363980" y="50113"/>
                </a:cubicBezTo>
                <a:lnTo>
                  <a:pt x="363980" y="89451"/>
                </a:lnTo>
                <a:lnTo>
                  <a:pt x="353261" y="89451"/>
                </a:lnTo>
                <a:lnTo>
                  <a:pt x="353261" y="80004"/>
                </a:lnTo>
                <a:lnTo>
                  <a:pt x="352985" y="80004"/>
                </a:lnTo>
                <a:cubicBezTo>
                  <a:pt x="348749" y="87260"/>
                  <a:pt x="342506" y="90888"/>
                  <a:pt x="334255" y="90888"/>
                </a:cubicBezTo>
                <a:cubicBezTo>
                  <a:pt x="328325" y="90888"/>
                  <a:pt x="323610" y="89286"/>
                  <a:pt x="320111" y="86081"/>
                </a:cubicBezTo>
                <a:cubicBezTo>
                  <a:pt x="316611" y="82877"/>
                  <a:pt x="314862" y="78549"/>
                  <a:pt x="314862" y="73097"/>
                </a:cubicBezTo>
                <a:cubicBezTo>
                  <a:pt x="314862" y="61679"/>
                  <a:pt x="321621" y="55030"/>
                  <a:pt x="335139" y="53152"/>
                </a:cubicBezTo>
                <a:lnTo>
                  <a:pt x="353261" y="50610"/>
                </a:lnTo>
                <a:cubicBezTo>
                  <a:pt x="353261" y="40628"/>
                  <a:pt x="349136" y="35637"/>
                  <a:pt x="340885" y="35637"/>
                </a:cubicBezTo>
                <a:cubicBezTo>
                  <a:pt x="333555" y="35637"/>
                  <a:pt x="326870" y="38105"/>
                  <a:pt x="320829" y="43041"/>
                </a:cubicBezTo>
                <a:lnTo>
                  <a:pt x="320829" y="32598"/>
                </a:lnTo>
                <a:moveTo>
                  <a:pt x="338951" y="60721"/>
                </a:moveTo>
                <a:cubicBezTo>
                  <a:pt x="333942" y="61384"/>
                  <a:pt x="330489" y="62636"/>
                  <a:pt x="328592" y="64478"/>
                </a:cubicBezTo>
                <a:cubicBezTo>
                  <a:pt x="326695" y="66320"/>
                  <a:pt x="325746" y="68898"/>
                  <a:pt x="325746" y="72213"/>
                </a:cubicBezTo>
                <a:cubicBezTo>
                  <a:pt x="325746" y="75123"/>
                  <a:pt x="326777" y="77499"/>
                  <a:pt x="328840" y="79340"/>
                </a:cubicBezTo>
                <a:cubicBezTo>
                  <a:pt x="330903" y="81182"/>
                  <a:pt x="333629" y="82103"/>
                  <a:pt x="337017" y="82103"/>
                </a:cubicBezTo>
                <a:cubicBezTo>
                  <a:pt x="341732" y="82103"/>
                  <a:pt x="345618" y="80446"/>
                  <a:pt x="348675" y="77130"/>
                </a:cubicBezTo>
                <a:cubicBezTo>
                  <a:pt x="351733" y="73815"/>
                  <a:pt x="353261" y="69653"/>
                  <a:pt x="353261" y="64644"/>
                </a:cubicBezTo>
                <a:lnTo>
                  <a:pt x="353261" y="58787"/>
                </a:lnTo>
                <a:lnTo>
                  <a:pt x="338951" y="60721"/>
                </a:lnTo>
                <a:close/>
                <a:moveTo>
                  <a:pt x="411407" y="88844"/>
                </a:moveTo>
                <a:cubicBezTo>
                  <a:pt x="409049" y="90133"/>
                  <a:pt x="405863" y="90777"/>
                  <a:pt x="401848" y="90777"/>
                </a:cubicBezTo>
                <a:cubicBezTo>
                  <a:pt x="390909" y="90777"/>
                  <a:pt x="385439" y="84718"/>
                  <a:pt x="385439" y="72600"/>
                </a:cubicBezTo>
                <a:lnTo>
                  <a:pt x="385439" y="37294"/>
                </a:lnTo>
                <a:lnTo>
                  <a:pt x="374941" y="37294"/>
                </a:lnTo>
                <a:lnTo>
                  <a:pt x="374941" y="28344"/>
                </a:lnTo>
                <a:lnTo>
                  <a:pt x="385439" y="28344"/>
                </a:lnTo>
                <a:lnTo>
                  <a:pt x="385439" y="13647"/>
                </a:lnTo>
                <a:lnTo>
                  <a:pt x="396213" y="10221"/>
                </a:lnTo>
                <a:lnTo>
                  <a:pt x="396213" y="28344"/>
                </a:lnTo>
                <a:lnTo>
                  <a:pt x="411407" y="28344"/>
                </a:lnTo>
                <a:lnTo>
                  <a:pt x="411407" y="37294"/>
                </a:lnTo>
                <a:lnTo>
                  <a:pt x="396213" y="37294"/>
                </a:lnTo>
                <a:lnTo>
                  <a:pt x="396213" y="70666"/>
                </a:lnTo>
                <a:cubicBezTo>
                  <a:pt x="396213" y="74681"/>
                  <a:pt x="396894" y="77554"/>
                  <a:pt x="398257" y="79285"/>
                </a:cubicBezTo>
                <a:cubicBezTo>
                  <a:pt x="399620" y="81016"/>
                  <a:pt x="401885" y="81882"/>
                  <a:pt x="405053" y="81882"/>
                </a:cubicBezTo>
                <a:cubicBezTo>
                  <a:pt x="407484" y="81882"/>
                  <a:pt x="409602" y="81201"/>
                  <a:pt x="411407" y="79838"/>
                </a:cubicBezTo>
                <a:lnTo>
                  <a:pt x="411407" y="88844"/>
                </a:lnTo>
                <a:close/>
                <a:moveTo>
                  <a:pt x="473366" y="61660"/>
                </a:moveTo>
                <a:lnTo>
                  <a:pt x="430602" y="61660"/>
                </a:lnTo>
                <a:cubicBezTo>
                  <a:pt x="430786" y="68180"/>
                  <a:pt x="432573" y="73217"/>
                  <a:pt x="435961" y="76771"/>
                </a:cubicBezTo>
                <a:cubicBezTo>
                  <a:pt x="439350" y="80326"/>
                  <a:pt x="444083" y="82103"/>
                  <a:pt x="450161" y="82103"/>
                </a:cubicBezTo>
                <a:cubicBezTo>
                  <a:pt x="457012" y="82103"/>
                  <a:pt x="463292" y="79911"/>
                  <a:pt x="469001" y="75528"/>
                </a:cubicBezTo>
                <a:lnTo>
                  <a:pt x="469001" y="85197"/>
                </a:lnTo>
                <a:cubicBezTo>
                  <a:pt x="463624" y="88991"/>
                  <a:pt x="456496" y="90888"/>
                  <a:pt x="447619" y="90888"/>
                </a:cubicBezTo>
                <a:cubicBezTo>
                  <a:pt x="438779" y="90888"/>
                  <a:pt x="431882" y="88089"/>
                  <a:pt x="426928" y="82490"/>
                </a:cubicBezTo>
                <a:cubicBezTo>
                  <a:pt x="421974" y="76891"/>
                  <a:pt x="419496" y="69119"/>
                  <a:pt x="419496" y="59174"/>
                </a:cubicBezTo>
                <a:cubicBezTo>
                  <a:pt x="419496" y="49818"/>
                  <a:pt x="422213" y="42101"/>
                  <a:pt x="427646" y="36024"/>
                </a:cubicBezTo>
                <a:cubicBezTo>
                  <a:pt x="433079" y="29946"/>
                  <a:pt x="439829" y="26907"/>
                  <a:pt x="447895" y="26907"/>
                </a:cubicBezTo>
                <a:cubicBezTo>
                  <a:pt x="455888" y="26907"/>
                  <a:pt x="462132" y="29476"/>
                  <a:pt x="466626" y="34615"/>
                </a:cubicBezTo>
                <a:cubicBezTo>
                  <a:pt x="471119" y="39753"/>
                  <a:pt x="473366" y="46945"/>
                  <a:pt x="473366" y="56190"/>
                </a:cubicBezTo>
                <a:lnTo>
                  <a:pt x="473366" y="61660"/>
                </a:lnTo>
                <a:moveTo>
                  <a:pt x="462537" y="52986"/>
                </a:moveTo>
                <a:cubicBezTo>
                  <a:pt x="462500" y="47461"/>
                  <a:pt x="461193" y="43188"/>
                  <a:pt x="458614" y="40168"/>
                </a:cubicBezTo>
                <a:cubicBezTo>
                  <a:pt x="456036" y="37147"/>
                  <a:pt x="452408" y="35637"/>
                  <a:pt x="447730" y="35637"/>
                </a:cubicBezTo>
                <a:cubicBezTo>
                  <a:pt x="443420" y="35637"/>
                  <a:pt x="439691" y="37239"/>
                  <a:pt x="436541" y="40444"/>
                </a:cubicBezTo>
                <a:cubicBezTo>
                  <a:pt x="433392" y="43648"/>
                  <a:pt x="431412" y="47829"/>
                  <a:pt x="430602" y="52986"/>
                </a:cubicBezTo>
                <a:lnTo>
                  <a:pt x="462537" y="52986"/>
                </a:lnTo>
                <a:close/>
                <a:moveTo>
                  <a:pt x="529349" y="118348"/>
                </a:moveTo>
                <a:lnTo>
                  <a:pt x="478629" y="118348"/>
                </a:lnTo>
                <a:lnTo>
                  <a:pt x="478629" y="111220"/>
                </a:lnTo>
                <a:lnTo>
                  <a:pt x="529349" y="111220"/>
                </a:lnTo>
                <a:lnTo>
                  <a:pt x="529349" y="118348"/>
                </a:lnTo>
                <a:close/>
                <a:moveTo>
                  <a:pt x="537427" y="6796"/>
                </a:moveTo>
                <a:cubicBezTo>
                  <a:pt x="537427" y="4881"/>
                  <a:pt x="538081" y="3269"/>
                  <a:pt x="539388" y="1961"/>
                </a:cubicBezTo>
                <a:cubicBezTo>
                  <a:pt x="540696" y="654"/>
                  <a:pt x="542307" y="0"/>
                  <a:pt x="544223" y="0"/>
                </a:cubicBezTo>
                <a:cubicBezTo>
                  <a:pt x="546175" y="0"/>
                  <a:pt x="547823" y="645"/>
                  <a:pt x="549168" y="1934"/>
                </a:cubicBezTo>
                <a:cubicBezTo>
                  <a:pt x="550512" y="3223"/>
                  <a:pt x="551184" y="4844"/>
                  <a:pt x="551184" y="6796"/>
                </a:cubicBezTo>
                <a:cubicBezTo>
                  <a:pt x="551184" y="8711"/>
                  <a:pt x="550512" y="10304"/>
                  <a:pt x="549168" y="11575"/>
                </a:cubicBezTo>
                <a:cubicBezTo>
                  <a:pt x="547823" y="12846"/>
                  <a:pt x="546175" y="13481"/>
                  <a:pt x="544223" y="13481"/>
                </a:cubicBezTo>
                <a:cubicBezTo>
                  <a:pt x="542270" y="13481"/>
                  <a:pt x="540650" y="12846"/>
                  <a:pt x="539361" y="11575"/>
                </a:cubicBezTo>
                <a:cubicBezTo>
                  <a:pt x="538071" y="10304"/>
                  <a:pt x="537427" y="8711"/>
                  <a:pt x="537427" y="6796"/>
                </a:cubicBezTo>
                <a:moveTo>
                  <a:pt x="538698" y="89451"/>
                </a:moveTo>
                <a:lnTo>
                  <a:pt x="538698" y="28344"/>
                </a:lnTo>
                <a:lnTo>
                  <a:pt x="549527" y="28344"/>
                </a:lnTo>
                <a:lnTo>
                  <a:pt x="549527" y="89451"/>
                </a:lnTo>
                <a:lnTo>
                  <a:pt x="538698" y="89451"/>
                </a:lnTo>
                <a:close/>
                <a:moveTo>
                  <a:pt x="620727" y="89451"/>
                </a:moveTo>
                <a:lnTo>
                  <a:pt x="609953" y="89451"/>
                </a:lnTo>
                <a:lnTo>
                  <a:pt x="609953" y="54699"/>
                </a:lnTo>
                <a:cubicBezTo>
                  <a:pt x="609953" y="42138"/>
                  <a:pt x="605367" y="35858"/>
                  <a:pt x="596195" y="35858"/>
                </a:cubicBezTo>
                <a:cubicBezTo>
                  <a:pt x="591444" y="35858"/>
                  <a:pt x="587539" y="37626"/>
                  <a:pt x="584482" y="41162"/>
                </a:cubicBezTo>
                <a:cubicBezTo>
                  <a:pt x="581425" y="44698"/>
                  <a:pt x="579896" y="49173"/>
                  <a:pt x="579896" y="54588"/>
                </a:cubicBezTo>
                <a:lnTo>
                  <a:pt x="579896" y="89451"/>
                </a:lnTo>
                <a:lnTo>
                  <a:pt x="569067" y="89451"/>
                </a:lnTo>
                <a:lnTo>
                  <a:pt x="569067" y="28344"/>
                </a:lnTo>
                <a:lnTo>
                  <a:pt x="579896" y="28344"/>
                </a:lnTo>
                <a:lnTo>
                  <a:pt x="579896" y="38455"/>
                </a:lnTo>
                <a:lnTo>
                  <a:pt x="580117" y="38455"/>
                </a:lnTo>
                <a:cubicBezTo>
                  <a:pt x="584722" y="30756"/>
                  <a:pt x="591407" y="26907"/>
                  <a:pt x="600174" y="26907"/>
                </a:cubicBezTo>
                <a:cubicBezTo>
                  <a:pt x="606877" y="26907"/>
                  <a:pt x="611979" y="29053"/>
                  <a:pt x="615478" y="33344"/>
                </a:cubicBezTo>
                <a:cubicBezTo>
                  <a:pt x="618977" y="37635"/>
                  <a:pt x="620727" y="43888"/>
                  <a:pt x="620727" y="52102"/>
                </a:cubicBezTo>
                <a:lnTo>
                  <a:pt x="620727" y="89451"/>
                </a:lnTo>
                <a:close/>
                <a:moveTo>
                  <a:pt x="649588" y="80832"/>
                </a:moveTo>
                <a:lnTo>
                  <a:pt x="649588" y="117574"/>
                </a:lnTo>
                <a:lnTo>
                  <a:pt x="638759" y="117574"/>
                </a:lnTo>
                <a:lnTo>
                  <a:pt x="638759" y="28344"/>
                </a:lnTo>
                <a:lnTo>
                  <a:pt x="649588" y="28344"/>
                </a:lnTo>
                <a:lnTo>
                  <a:pt x="649588" y="38897"/>
                </a:lnTo>
                <a:lnTo>
                  <a:pt x="649809" y="38897"/>
                </a:lnTo>
                <a:cubicBezTo>
                  <a:pt x="654598" y="30904"/>
                  <a:pt x="661596" y="26907"/>
                  <a:pt x="670805" y="26907"/>
                </a:cubicBezTo>
                <a:cubicBezTo>
                  <a:pt x="678613" y="26907"/>
                  <a:pt x="684737" y="29642"/>
                  <a:pt x="689176" y="35112"/>
                </a:cubicBezTo>
                <a:cubicBezTo>
                  <a:pt x="693614" y="40582"/>
                  <a:pt x="695833" y="47921"/>
                  <a:pt x="695833" y="57130"/>
                </a:cubicBezTo>
                <a:cubicBezTo>
                  <a:pt x="695833" y="67296"/>
                  <a:pt x="693319" y="75464"/>
                  <a:pt x="688292" y="81633"/>
                </a:cubicBezTo>
                <a:cubicBezTo>
                  <a:pt x="683264" y="87803"/>
                  <a:pt x="676496" y="90888"/>
                  <a:pt x="667987" y="90888"/>
                </a:cubicBezTo>
                <a:cubicBezTo>
                  <a:pt x="660141" y="90888"/>
                  <a:pt x="654082" y="87536"/>
                  <a:pt x="649809" y="80832"/>
                </a:cubicBezTo>
                <a:lnTo>
                  <a:pt x="649588" y="80832"/>
                </a:lnTo>
                <a:moveTo>
                  <a:pt x="649533" y="64257"/>
                </a:moveTo>
                <a:cubicBezTo>
                  <a:pt x="649533" y="69230"/>
                  <a:pt x="651135" y="73419"/>
                  <a:pt x="654340" y="76827"/>
                </a:cubicBezTo>
                <a:cubicBezTo>
                  <a:pt x="657544" y="80234"/>
                  <a:pt x="661559" y="81937"/>
                  <a:pt x="666385" y="81937"/>
                </a:cubicBezTo>
                <a:cubicBezTo>
                  <a:pt x="672131" y="81937"/>
                  <a:pt x="676624" y="79727"/>
                  <a:pt x="679866" y="75307"/>
                </a:cubicBezTo>
                <a:cubicBezTo>
                  <a:pt x="683107" y="70887"/>
                  <a:pt x="684728" y="64773"/>
                  <a:pt x="684728" y="56964"/>
                </a:cubicBezTo>
                <a:cubicBezTo>
                  <a:pt x="684728" y="50371"/>
                  <a:pt x="683218" y="45205"/>
                  <a:pt x="680197" y="41466"/>
                </a:cubicBezTo>
                <a:cubicBezTo>
                  <a:pt x="677177" y="37727"/>
                  <a:pt x="673052" y="35858"/>
                  <a:pt x="667821" y="35858"/>
                </a:cubicBezTo>
                <a:cubicBezTo>
                  <a:pt x="662480" y="35858"/>
                  <a:pt x="658097" y="37755"/>
                  <a:pt x="654671" y="41549"/>
                </a:cubicBezTo>
                <a:cubicBezTo>
                  <a:pt x="651246" y="45343"/>
                  <a:pt x="649533" y="50205"/>
                  <a:pt x="649533" y="56135"/>
                </a:cubicBezTo>
                <a:lnTo>
                  <a:pt x="649533" y="64257"/>
                </a:lnTo>
                <a:close/>
                <a:moveTo>
                  <a:pt x="761950" y="89451"/>
                </a:moveTo>
                <a:lnTo>
                  <a:pt x="751065" y="89451"/>
                </a:lnTo>
                <a:lnTo>
                  <a:pt x="751065" y="79838"/>
                </a:lnTo>
                <a:lnTo>
                  <a:pt x="750844" y="79838"/>
                </a:lnTo>
                <a:cubicBezTo>
                  <a:pt x="746756" y="87205"/>
                  <a:pt x="740476" y="90888"/>
                  <a:pt x="732004" y="90888"/>
                </a:cubicBezTo>
                <a:cubicBezTo>
                  <a:pt x="717528" y="90888"/>
                  <a:pt x="710290" y="82232"/>
                  <a:pt x="710290" y="64920"/>
                </a:cubicBezTo>
                <a:lnTo>
                  <a:pt x="710290" y="28344"/>
                </a:lnTo>
                <a:lnTo>
                  <a:pt x="721009" y="28344"/>
                </a:lnTo>
                <a:lnTo>
                  <a:pt x="721009" y="63318"/>
                </a:lnTo>
                <a:cubicBezTo>
                  <a:pt x="721009" y="75731"/>
                  <a:pt x="725760" y="81937"/>
                  <a:pt x="735264" y="81937"/>
                </a:cubicBezTo>
                <a:cubicBezTo>
                  <a:pt x="739978" y="81937"/>
                  <a:pt x="743791" y="80197"/>
                  <a:pt x="746700" y="76716"/>
                </a:cubicBezTo>
                <a:cubicBezTo>
                  <a:pt x="749610" y="73235"/>
                  <a:pt x="751065" y="68843"/>
                  <a:pt x="751065" y="63539"/>
                </a:cubicBezTo>
                <a:lnTo>
                  <a:pt x="751065" y="28344"/>
                </a:lnTo>
                <a:lnTo>
                  <a:pt x="761950" y="28344"/>
                </a:lnTo>
                <a:lnTo>
                  <a:pt x="761950" y="89451"/>
                </a:lnTo>
                <a:close/>
                <a:moveTo>
                  <a:pt x="810535" y="88844"/>
                </a:moveTo>
                <a:cubicBezTo>
                  <a:pt x="808178" y="90133"/>
                  <a:pt x="804992" y="90777"/>
                  <a:pt x="800977" y="90777"/>
                </a:cubicBezTo>
                <a:cubicBezTo>
                  <a:pt x="790037" y="90777"/>
                  <a:pt x="784567" y="84718"/>
                  <a:pt x="784567" y="72600"/>
                </a:cubicBezTo>
                <a:lnTo>
                  <a:pt x="784567" y="37294"/>
                </a:lnTo>
                <a:lnTo>
                  <a:pt x="774070" y="37294"/>
                </a:lnTo>
                <a:lnTo>
                  <a:pt x="774070" y="28344"/>
                </a:lnTo>
                <a:lnTo>
                  <a:pt x="784567" y="28344"/>
                </a:lnTo>
                <a:lnTo>
                  <a:pt x="784567" y="13647"/>
                </a:lnTo>
                <a:lnTo>
                  <a:pt x="795341" y="10221"/>
                </a:lnTo>
                <a:lnTo>
                  <a:pt x="795341" y="28344"/>
                </a:lnTo>
                <a:lnTo>
                  <a:pt x="810535" y="28344"/>
                </a:lnTo>
                <a:lnTo>
                  <a:pt x="810535" y="37294"/>
                </a:lnTo>
                <a:lnTo>
                  <a:pt x="795341" y="37294"/>
                </a:lnTo>
                <a:lnTo>
                  <a:pt x="795341" y="70666"/>
                </a:lnTo>
                <a:cubicBezTo>
                  <a:pt x="795341" y="74681"/>
                  <a:pt x="796023" y="77554"/>
                  <a:pt x="797386" y="79285"/>
                </a:cubicBezTo>
                <a:cubicBezTo>
                  <a:pt x="798749" y="81016"/>
                  <a:pt x="801014" y="81882"/>
                  <a:pt x="804182" y="81882"/>
                </a:cubicBezTo>
                <a:cubicBezTo>
                  <a:pt x="806613" y="81882"/>
                  <a:pt x="808731" y="81201"/>
                  <a:pt x="810535" y="79838"/>
                </a:cubicBezTo>
                <a:lnTo>
                  <a:pt x="810535" y="88844"/>
                </a:lnTo>
                <a:close/>
                <a:moveTo>
                  <a:pt x="841023" y="108900"/>
                </a:moveTo>
                <a:cubicBezTo>
                  <a:pt x="828610" y="94756"/>
                  <a:pt x="822403" y="77388"/>
                  <a:pt x="822403" y="56798"/>
                </a:cubicBezTo>
                <a:cubicBezTo>
                  <a:pt x="822403" y="36208"/>
                  <a:pt x="828610" y="18564"/>
                  <a:pt x="841023" y="3868"/>
                </a:cubicBezTo>
                <a:lnTo>
                  <a:pt x="850581" y="3868"/>
                </a:lnTo>
                <a:cubicBezTo>
                  <a:pt x="838131" y="19154"/>
                  <a:pt x="831906" y="36760"/>
                  <a:pt x="831906" y="56688"/>
                </a:cubicBezTo>
                <a:cubicBezTo>
                  <a:pt x="831906" y="76578"/>
                  <a:pt x="838094" y="93982"/>
                  <a:pt x="850471" y="108900"/>
                </a:cubicBezTo>
                <a:lnTo>
                  <a:pt x="841023" y="108900"/>
                </a:lnTo>
                <a:close/>
                <a:moveTo>
                  <a:pt x="852661" y="108900"/>
                </a:moveTo>
                <a:cubicBezTo>
                  <a:pt x="865074" y="94019"/>
                  <a:pt x="871280" y="76615"/>
                  <a:pt x="871280" y="56688"/>
                </a:cubicBezTo>
                <a:cubicBezTo>
                  <a:pt x="871280" y="36724"/>
                  <a:pt x="865037" y="19117"/>
                  <a:pt x="852550" y="3868"/>
                </a:cubicBezTo>
                <a:lnTo>
                  <a:pt x="862164" y="3868"/>
                </a:lnTo>
                <a:cubicBezTo>
                  <a:pt x="874614" y="18454"/>
                  <a:pt x="880839" y="36097"/>
                  <a:pt x="880839" y="56798"/>
                </a:cubicBezTo>
                <a:cubicBezTo>
                  <a:pt x="880839" y="77499"/>
                  <a:pt x="874614" y="94866"/>
                  <a:pt x="862164" y="108900"/>
                </a:cubicBezTo>
                <a:lnTo>
                  <a:pt x="852661" y="108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...">
            <a:extLst xmlns:a="http://schemas.openxmlformats.org/drawingml/2006/main">
              <a:ext uri="{FF2B5EF4-FFF2-40B4-BE49-F238E27FC236}">
                <a16:creationId xmlns:a16="http://schemas.microsoft.com/office/drawing/2014/main" id="{47B8BFF4-9ED5-472C-9E86-4D7F5BF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33" y="3863510"/>
            <a:ext cx="68873" cy="14089"/>
          </a:xfrm>
          <a:custGeom xmlns:a="http://schemas.openxmlformats.org/drawingml/2006/main">
            <a:pathLst>
              <a:path w="68873" h="14089">
                <a:moveTo>
                  <a:pt x="0" y="7072"/>
                </a:moveTo>
                <a:cubicBezTo>
                  <a:pt x="0" y="5083"/>
                  <a:pt x="681" y="3407"/>
                  <a:pt x="2044" y="2044"/>
                </a:cubicBezTo>
                <a:cubicBezTo>
                  <a:pt x="3407" y="681"/>
                  <a:pt x="5102" y="0"/>
                  <a:pt x="7127" y="0"/>
                </a:cubicBezTo>
                <a:cubicBezTo>
                  <a:pt x="9190" y="0"/>
                  <a:pt x="10903" y="691"/>
                  <a:pt x="12266" y="2072"/>
                </a:cubicBezTo>
                <a:cubicBezTo>
                  <a:pt x="13629" y="3453"/>
                  <a:pt x="14310" y="5120"/>
                  <a:pt x="14310" y="7072"/>
                </a:cubicBezTo>
                <a:cubicBezTo>
                  <a:pt x="14310" y="8988"/>
                  <a:pt x="13629" y="10636"/>
                  <a:pt x="12266" y="12017"/>
                </a:cubicBezTo>
                <a:cubicBezTo>
                  <a:pt x="10903" y="13398"/>
                  <a:pt x="9172" y="14089"/>
                  <a:pt x="7072" y="14089"/>
                </a:cubicBezTo>
                <a:cubicBezTo>
                  <a:pt x="5046" y="14089"/>
                  <a:pt x="3361" y="13398"/>
                  <a:pt x="2017" y="12017"/>
                </a:cubicBezTo>
                <a:cubicBezTo>
                  <a:pt x="672" y="10636"/>
                  <a:pt x="0" y="8988"/>
                  <a:pt x="0" y="7072"/>
                </a:cubicBezTo>
                <a:close/>
                <a:moveTo>
                  <a:pt x="27281" y="7072"/>
                </a:moveTo>
                <a:cubicBezTo>
                  <a:pt x="27281" y="5083"/>
                  <a:pt x="27963" y="3407"/>
                  <a:pt x="29326" y="2044"/>
                </a:cubicBezTo>
                <a:cubicBezTo>
                  <a:pt x="30689" y="681"/>
                  <a:pt x="32383" y="0"/>
                  <a:pt x="34409" y="0"/>
                </a:cubicBezTo>
                <a:cubicBezTo>
                  <a:pt x="36471" y="0"/>
                  <a:pt x="38184" y="691"/>
                  <a:pt x="39547" y="2072"/>
                </a:cubicBezTo>
                <a:cubicBezTo>
                  <a:pt x="40910" y="3453"/>
                  <a:pt x="41591" y="5120"/>
                  <a:pt x="41591" y="7072"/>
                </a:cubicBezTo>
                <a:cubicBezTo>
                  <a:pt x="41591" y="8988"/>
                  <a:pt x="40910" y="10636"/>
                  <a:pt x="39547" y="12017"/>
                </a:cubicBezTo>
                <a:cubicBezTo>
                  <a:pt x="38184" y="13398"/>
                  <a:pt x="36453" y="14089"/>
                  <a:pt x="34354" y="14089"/>
                </a:cubicBezTo>
                <a:cubicBezTo>
                  <a:pt x="32328" y="14089"/>
                  <a:pt x="30643" y="13398"/>
                  <a:pt x="29298" y="12017"/>
                </a:cubicBezTo>
                <a:cubicBezTo>
                  <a:pt x="27954" y="10636"/>
                  <a:pt x="27281" y="8988"/>
                  <a:pt x="27281" y="7072"/>
                </a:cubicBezTo>
                <a:close/>
                <a:moveTo>
                  <a:pt x="54563" y="7072"/>
                </a:moveTo>
                <a:cubicBezTo>
                  <a:pt x="54563" y="5083"/>
                  <a:pt x="55245" y="3407"/>
                  <a:pt x="56607" y="2044"/>
                </a:cubicBezTo>
                <a:cubicBezTo>
                  <a:pt x="57970" y="681"/>
                  <a:pt x="59665" y="0"/>
                  <a:pt x="61690" y="0"/>
                </a:cubicBezTo>
                <a:cubicBezTo>
                  <a:pt x="63753" y="0"/>
                  <a:pt x="65466" y="691"/>
                  <a:pt x="66829" y="2072"/>
                </a:cubicBezTo>
                <a:cubicBezTo>
                  <a:pt x="68192" y="3453"/>
                  <a:pt x="68873" y="5120"/>
                  <a:pt x="68873" y="7072"/>
                </a:cubicBezTo>
                <a:cubicBezTo>
                  <a:pt x="68873" y="8988"/>
                  <a:pt x="68192" y="10636"/>
                  <a:pt x="66829" y="12017"/>
                </a:cubicBezTo>
                <a:cubicBezTo>
                  <a:pt x="65466" y="13398"/>
                  <a:pt x="63735" y="14089"/>
                  <a:pt x="61635" y="14089"/>
                </a:cubicBezTo>
                <a:cubicBezTo>
                  <a:pt x="59609" y="14089"/>
                  <a:pt x="57924" y="13398"/>
                  <a:pt x="56580" y="12017"/>
                </a:cubicBezTo>
                <a:cubicBezTo>
                  <a:pt x="55235" y="10636"/>
                  <a:pt x="54563" y="8988"/>
                  <a:pt x="54563" y="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38e0096dc4a60"/>
          <a:stretch xmlns:a="http://schemas.openxmlformats.org/drawingml/2006/main"/>
        </p:blipFill>
        <p:spPr>
          <a:xfrm xmlns:a="http://schemas.openxmlformats.org/drawingml/2006/main">
            <a:off x="4975856" y="3579486"/>
            <a:ext cx="1705071" cy="828288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3519B-FF25-41BD-90DB-7925ADF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692" y="3604196"/>
            <a:ext cx="1622438" cy="744651"/>
          </a:xfrm>
          <a:custGeom xmlns:a="http://schemas.openxmlformats.org/drawingml/2006/main">
            <a:pathLst>
              <a:path w="1622438" h="744651">
                <a:moveTo>
                  <a:pt x="0" y="0"/>
                </a:moveTo>
                <a:lnTo>
                  <a:pt x="1622438" y="0"/>
                </a:lnTo>
                <a:lnTo>
                  <a:pt x="1622438" y="744651"/>
                </a:lnTo>
                <a:lnTo>
                  <a:pt x="0" y="744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A8A06-9E30-4005-8B7F-DE44E80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692" y="3604196"/>
            <a:ext cx="1622438" cy="744651"/>
          </a:xfrm>
          <a:custGeom xmlns:a="http://schemas.openxmlformats.org/drawingml/2006/main">
            <a:pathLst>
              <a:path w="1622438" h="744651" fill="none">
                <a:moveTo>
                  <a:pt x="0" y="0"/>
                </a:moveTo>
                <a:lnTo>
                  <a:pt x="1622438" y="0"/>
                </a:lnTo>
                <a:lnTo>
                  <a:pt x="1622438" y="744651"/>
                </a:lnTo>
                <a:lnTo>
                  <a:pt x="0" y="7446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120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364C7725-645D-4D0D-A4BA-D8529AF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00" y="3683712"/>
            <a:ext cx="594100" cy="101157"/>
          </a:xfrm>
          <a:custGeom xmlns:a="http://schemas.openxmlformats.org/drawingml/2006/main">
            <a:pathLst>
              <a:path w="594100" h="101157">
                <a:moveTo>
                  <a:pt x="76657" y="18691"/>
                </a:moveTo>
                <a:lnTo>
                  <a:pt x="48747" y="18691"/>
                </a:lnTo>
                <a:lnTo>
                  <a:pt x="48747" y="99452"/>
                </a:lnTo>
                <a:lnTo>
                  <a:pt x="27847" y="99452"/>
                </a:lnTo>
                <a:lnTo>
                  <a:pt x="27847" y="18691"/>
                </a:lnTo>
                <a:lnTo>
                  <a:pt x="0" y="18691"/>
                </a:lnTo>
                <a:lnTo>
                  <a:pt x="0" y="1642"/>
                </a:lnTo>
                <a:lnTo>
                  <a:pt x="76657" y="1642"/>
                </a:lnTo>
                <a:lnTo>
                  <a:pt x="76657" y="18691"/>
                </a:lnTo>
                <a:close/>
                <a:moveTo>
                  <a:pt x="137204" y="70279"/>
                </a:moveTo>
                <a:lnTo>
                  <a:pt x="91235" y="70279"/>
                </a:lnTo>
                <a:cubicBezTo>
                  <a:pt x="91950" y="81098"/>
                  <a:pt x="98475" y="86507"/>
                  <a:pt x="110809" y="86507"/>
                </a:cubicBezTo>
                <a:cubicBezTo>
                  <a:pt x="118513" y="86507"/>
                  <a:pt x="125311" y="84613"/>
                  <a:pt x="131205" y="80824"/>
                </a:cubicBezTo>
                <a:lnTo>
                  <a:pt x="131205" y="95790"/>
                </a:lnTo>
                <a:cubicBezTo>
                  <a:pt x="124848" y="99368"/>
                  <a:pt x="116513" y="101157"/>
                  <a:pt x="106200" y="101157"/>
                </a:cubicBezTo>
                <a:cubicBezTo>
                  <a:pt x="95086" y="101157"/>
                  <a:pt x="86446" y="98021"/>
                  <a:pt x="80279" y="91748"/>
                </a:cubicBezTo>
                <a:cubicBezTo>
                  <a:pt x="74112" y="85476"/>
                  <a:pt x="71029" y="76741"/>
                  <a:pt x="71029" y="65544"/>
                </a:cubicBezTo>
                <a:cubicBezTo>
                  <a:pt x="71029" y="54388"/>
                  <a:pt x="74312" y="45327"/>
                  <a:pt x="80879" y="38360"/>
                </a:cubicBezTo>
                <a:cubicBezTo>
                  <a:pt x="87446" y="31393"/>
                  <a:pt x="95697" y="27910"/>
                  <a:pt x="105631" y="27910"/>
                </a:cubicBezTo>
                <a:cubicBezTo>
                  <a:pt x="115524" y="27910"/>
                  <a:pt x="123259" y="30909"/>
                  <a:pt x="128837" y="36908"/>
                </a:cubicBezTo>
                <a:cubicBezTo>
                  <a:pt x="134415" y="42906"/>
                  <a:pt x="137204" y="51147"/>
                  <a:pt x="137204" y="61629"/>
                </a:cubicBezTo>
                <a:lnTo>
                  <a:pt x="137204" y="70279"/>
                </a:lnTo>
                <a:moveTo>
                  <a:pt x="118197" y="57524"/>
                </a:moveTo>
                <a:cubicBezTo>
                  <a:pt x="118197" y="47084"/>
                  <a:pt x="113967" y="41865"/>
                  <a:pt x="105505" y="41865"/>
                </a:cubicBezTo>
                <a:cubicBezTo>
                  <a:pt x="102011" y="41865"/>
                  <a:pt x="98917" y="43296"/>
                  <a:pt x="96223" y="46158"/>
                </a:cubicBezTo>
                <a:cubicBezTo>
                  <a:pt x="93529" y="49021"/>
                  <a:pt x="91845" y="52809"/>
                  <a:pt x="91172" y="57524"/>
                </a:cubicBezTo>
                <a:lnTo>
                  <a:pt x="118197" y="57524"/>
                </a:lnTo>
                <a:close/>
                <a:moveTo>
                  <a:pt x="149185" y="80698"/>
                </a:moveTo>
                <a:cubicBezTo>
                  <a:pt x="156173" y="84950"/>
                  <a:pt x="163013" y="87076"/>
                  <a:pt x="169706" y="87076"/>
                </a:cubicBezTo>
                <a:cubicBezTo>
                  <a:pt x="178126" y="87076"/>
                  <a:pt x="182335" y="84823"/>
                  <a:pt x="182335" y="80319"/>
                </a:cubicBezTo>
                <a:cubicBezTo>
                  <a:pt x="182335" y="77120"/>
                  <a:pt x="178862" y="74447"/>
                  <a:pt x="171917" y="72300"/>
                </a:cubicBezTo>
                <a:cubicBezTo>
                  <a:pt x="163245" y="69606"/>
                  <a:pt x="157288" y="66606"/>
                  <a:pt x="154047" y="63302"/>
                </a:cubicBezTo>
                <a:cubicBezTo>
                  <a:pt x="150805" y="59997"/>
                  <a:pt x="149185" y="55525"/>
                  <a:pt x="149185" y="49884"/>
                </a:cubicBezTo>
                <a:cubicBezTo>
                  <a:pt x="149185" y="43022"/>
                  <a:pt x="151963" y="37644"/>
                  <a:pt x="157520" y="33750"/>
                </a:cubicBezTo>
                <a:cubicBezTo>
                  <a:pt x="163076" y="29857"/>
                  <a:pt x="170359" y="27910"/>
                  <a:pt x="179368" y="27910"/>
                </a:cubicBezTo>
                <a:cubicBezTo>
                  <a:pt x="185766" y="27910"/>
                  <a:pt x="191933" y="28857"/>
                  <a:pt x="197869" y="30751"/>
                </a:cubicBezTo>
                <a:lnTo>
                  <a:pt x="197869" y="46790"/>
                </a:lnTo>
                <a:cubicBezTo>
                  <a:pt x="192438" y="43590"/>
                  <a:pt x="186461" y="41991"/>
                  <a:pt x="179936" y="41991"/>
                </a:cubicBezTo>
                <a:cubicBezTo>
                  <a:pt x="176694" y="41991"/>
                  <a:pt x="174084" y="42570"/>
                  <a:pt x="172106" y="43727"/>
                </a:cubicBezTo>
                <a:cubicBezTo>
                  <a:pt x="170127" y="44885"/>
                  <a:pt x="169138" y="46411"/>
                  <a:pt x="169138" y="48305"/>
                </a:cubicBezTo>
                <a:cubicBezTo>
                  <a:pt x="169138" y="51504"/>
                  <a:pt x="172085" y="54093"/>
                  <a:pt x="177978" y="56072"/>
                </a:cubicBezTo>
                <a:cubicBezTo>
                  <a:pt x="184293" y="58177"/>
                  <a:pt x="189039" y="60092"/>
                  <a:pt x="192217" y="61818"/>
                </a:cubicBezTo>
                <a:cubicBezTo>
                  <a:pt x="195396" y="63544"/>
                  <a:pt x="197816" y="65817"/>
                  <a:pt x="199479" y="68638"/>
                </a:cubicBezTo>
                <a:cubicBezTo>
                  <a:pt x="201142" y="71458"/>
                  <a:pt x="201973" y="74720"/>
                  <a:pt x="201973" y="78425"/>
                </a:cubicBezTo>
                <a:cubicBezTo>
                  <a:pt x="201973" y="85623"/>
                  <a:pt x="199089" y="91212"/>
                  <a:pt x="193322" y="95190"/>
                </a:cubicBezTo>
                <a:cubicBezTo>
                  <a:pt x="187555" y="99168"/>
                  <a:pt x="179852" y="101157"/>
                  <a:pt x="170212" y="101157"/>
                </a:cubicBezTo>
                <a:cubicBezTo>
                  <a:pt x="162634" y="101157"/>
                  <a:pt x="155625" y="99957"/>
                  <a:pt x="149185" y="97558"/>
                </a:cubicBezTo>
                <a:lnTo>
                  <a:pt x="149185" y="80698"/>
                </a:lnTo>
                <a:close/>
                <a:moveTo>
                  <a:pt x="255787" y="98631"/>
                </a:moveTo>
                <a:cubicBezTo>
                  <a:pt x="252714" y="100315"/>
                  <a:pt x="248062" y="101157"/>
                  <a:pt x="241832" y="101157"/>
                </a:cubicBezTo>
                <a:cubicBezTo>
                  <a:pt x="227014" y="101157"/>
                  <a:pt x="219605" y="93369"/>
                  <a:pt x="219605" y="77793"/>
                </a:cubicBezTo>
                <a:lnTo>
                  <a:pt x="219605" y="44832"/>
                </a:lnTo>
                <a:lnTo>
                  <a:pt x="208113" y="44832"/>
                </a:lnTo>
                <a:lnTo>
                  <a:pt x="208113" y="29615"/>
                </a:lnTo>
                <a:lnTo>
                  <a:pt x="219605" y="29615"/>
                </a:lnTo>
                <a:lnTo>
                  <a:pt x="219605" y="14271"/>
                </a:lnTo>
                <a:lnTo>
                  <a:pt x="239874" y="8461"/>
                </a:lnTo>
                <a:lnTo>
                  <a:pt x="239874" y="29615"/>
                </a:lnTo>
                <a:lnTo>
                  <a:pt x="255787" y="29615"/>
                </a:lnTo>
                <a:lnTo>
                  <a:pt x="255787" y="44832"/>
                </a:lnTo>
                <a:lnTo>
                  <a:pt x="239874" y="44832"/>
                </a:lnTo>
                <a:lnTo>
                  <a:pt x="239874" y="74257"/>
                </a:lnTo>
                <a:cubicBezTo>
                  <a:pt x="239874" y="81708"/>
                  <a:pt x="242821" y="85434"/>
                  <a:pt x="248714" y="85434"/>
                </a:cubicBezTo>
                <a:cubicBezTo>
                  <a:pt x="250988" y="85434"/>
                  <a:pt x="253345" y="84760"/>
                  <a:pt x="255787" y="83413"/>
                </a:cubicBezTo>
                <a:lnTo>
                  <a:pt x="255787" y="98631"/>
                </a:lnTo>
                <a:close/>
                <a:moveTo>
                  <a:pt x="378498" y="95916"/>
                </a:moveTo>
                <a:cubicBezTo>
                  <a:pt x="371384" y="99410"/>
                  <a:pt x="362101" y="101157"/>
                  <a:pt x="350651" y="101157"/>
                </a:cubicBezTo>
                <a:cubicBezTo>
                  <a:pt x="335918" y="101157"/>
                  <a:pt x="324225" y="96747"/>
                  <a:pt x="315575" y="87928"/>
                </a:cubicBezTo>
                <a:cubicBezTo>
                  <a:pt x="306924" y="79109"/>
                  <a:pt x="302599" y="67354"/>
                  <a:pt x="302599" y="52662"/>
                </a:cubicBezTo>
                <a:cubicBezTo>
                  <a:pt x="302599" y="37213"/>
                  <a:pt x="307429" y="24574"/>
                  <a:pt x="317090" y="14744"/>
                </a:cubicBezTo>
                <a:cubicBezTo>
                  <a:pt x="326751" y="4915"/>
                  <a:pt x="339222" y="0"/>
                  <a:pt x="354503" y="0"/>
                </a:cubicBezTo>
                <a:cubicBezTo>
                  <a:pt x="364059" y="0"/>
                  <a:pt x="372057" y="1242"/>
                  <a:pt x="378498" y="3725"/>
                </a:cubicBezTo>
                <a:lnTo>
                  <a:pt x="378498" y="23868"/>
                </a:lnTo>
                <a:cubicBezTo>
                  <a:pt x="371889" y="19996"/>
                  <a:pt x="364396" y="18059"/>
                  <a:pt x="356018" y="18059"/>
                </a:cubicBezTo>
                <a:cubicBezTo>
                  <a:pt x="346463" y="18059"/>
                  <a:pt x="338822" y="21111"/>
                  <a:pt x="333097" y="27215"/>
                </a:cubicBezTo>
                <a:cubicBezTo>
                  <a:pt x="327372" y="33319"/>
                  <a:pt x="324510" y="41296"/>
                  <a:pt x="324510" y="51147"/>
                </a:cubicBezTo>
                <a:cubicBezTo>
                  <a:pt x="324510" y="60745"/>
                  <a:pt x="327225" y="68469"/>
                  <a:pt x="332655" y="74321"/>
                </a:cubicBezTo>
                <a:cubicBezTo>
                  <a:pt x="338086" y="80172"/>
                  <a:pt x="345431" y="83098"/>
                  <a:pt x="354692" y="83098"/>
                </a:cubicBezTo>
                <a:cubicBezTo>
                  <a:pt x="363406" y="83098"/>
                  <a:pt x="371341" y="80993"/>
                  <a:pt x="378498" y="76783"/>
                </a:cubicBezTo>
                <a:lnTo>
                  <a:pt x="378498" y="95916"/>
                </a:lnTo>
                <a:close/>
                <a:moveTo>
                  <a:pt x="395349" y="33845"/>
                </a:moveTo>
                <a:cubicBezTo>
                  <a:pt x="398506" y="32077"/>
                  <a:pt x="402726" y="30646"/>
                  <a:pt x="408009" y="29551"/>
                </a:cubicBezTo>
                <a:cubicBezTo>
                  <a:pt x="413292" y="28457"/>
                  <a:pt x="417807" y="27910"/>
                  <a:pt x="421554" y="27910"/>
                </a:cubicBezTo>
                <a:cubicBezTo>
                  <a:pt x="441086" y="27910"/>
                  <a:pt x="450853" y="37697"/>
                  <a:pt x="450853" y="57272"/>
                </a:cubicBezTo>
                <a:lnTo>
                  <a:pt x="450853" y="99452"/>
                </a:lnTo>
                <a:lnTo>
                  <a:pt x="431467" y="99452"/>
                </a:lnTo>
                <a:lnTo>
                  <a:pt x="431467" y="89286"/>
                </a:lnTo>
                <a:lnTo>
                  <a:pt x="431215" y="89286"/>
                </a:lnTo>
                <a:cubicBezTo>
                  <a:pt x="426458" y="97200"/>
                  <a:pt x="419491" y="101157"/>
                  <a:pt x="410314" y="101157"/>
                </a:cubicBezTo>
                <a:cubicBezTo>
                  <a:pt x="403705" y="101157"/>
                  <a:pt x="398412" y="99273"/>
                  <a:pt x="394433" y="95505"/>
                </a:cubicBezTo>
                <a:cubicBezTo>
                  <a:pt x="390455" y="91738"/>
                  <a:pt x="388466" y="86613"/>
                  <a:pt x="388466" y="80130"/>
                </a:cubicBezTo>
                <a:cubicBezTo>
                  <a:pt x="388466" y="66743"/>
                  <a:pt x="396444" y="58955"/>
                  <a:pt x="412398" y="56766"/>
                </a:cubicBezTo>
                <a:lnTo>
                  <a:pt x="431594" y="54178"/>
                </a:lnTo>
                <a:cubicBezTo>
                  <a:pt x="431594" y="46053"/>
                  <a:pt x="427363" y="41991"/>
                  <a:pt x="418902" y="41991"/>
                </a:cubicBezTo>
                <a:cubicBezTo>
                  <a:pt x="410567" y="41991"/>
                  <a:pt x="402716" y="44517"/>
                  <a:pt x="395349" y="49568"/>
                </a:cubicBezTo>
                <a:lnTo>
                  <a:pt x="395349" y="33845"/>
                </a:lnTo>
                <a:moveTo>
                  <a:pt x="418397" y="67817"/>
                </a:moveTo>
                <a:cubicBezTo>
                  <a:pt x="411030" y="68785"/>
                  <a:pt x="407346" y="72110"/>
                  <a:pt x="407346" y="77793"/>
                </a:cubicBezTo>
                <a:cubicBezTo>
                  <a:pt x="407346" y="80403"/>
                  <a:pt x="408241" y="82508"/>
                  <a:pt x="410030" y="84108"/>
                </a:cubicBezTo>
                <a:cubicBezTo>
                  <a:pt x="411819" y="85708"/>
                  <a:pt x="414229" y="86507"/>
                  <a:pt x="417260" y="86507"/>
                </a:cubicBezTo>
                <a:cubicBezTo>
                  <a:pt x="421428" y="86507"/>
                  <a:pt x="424858" y="85034"/>
                  <a:pt x="427553" y="82087"/>
                </a:cubicBezTo>
                <a:cubicBezTo>
                  <a:pt x="430247" y="79141"/>
                  <a:pt x="431594" y="75478"/>
                  <a:pt x="431594" y="71100"/>
                </a:cubicBezTo>
                <a:lnTo>
                  <a:pt x="431594" y="66112"/>
                </a:lnTo>
                <a:lnTo>
                  <a:pt x="418397" y="67817"/>
                </a:lnTo>
                <a:close/>
                <a:moveTo>
                  <a:pt x="466598" y="80698"/>
                </a:moveTo>
                <a:cubicBezTo>
                  <a:pt x="473586" y="84950"/>
                  <a:pt x="480427" y="87076"/>
                  <a:pt x="487120" y="87076"/>
                </a:cubicBezTo>
                <a:cubicBezTo>
                  <a:pt x="495539" y="87076"/>
                  <a:pt x="499749" y="84823"/>
                  <a:pt x="499749" y="80319"/>
                </a:cubicBezTo>
                <a:cubicBezTo>
                  <a:pt x="499749" y="77120"/>
                  <a:pt x="496276" y="74447"/>
                  <a:pt x="489330" y="72300"/>
                </a:cubicBezTo>
                <a:cubicBezTo>
                  <a:pt x="480658" y="69606"/>
                  <a:pt x="474702" y="66606"/>
                  <a:pt x="471460" y="63302"/>
                </a:cubicBezTo>
                <a:cubicBezTo>
                  <a:pt x="468219" y="59997"/>
                  <a:pt x="466598" y="55525"/>
                  <a:pt x="466598" y="49884"/>
                </a:cubicBezTo>
                <a:cubicBezTo>
                  <a:pt x="466598" y="43022"/>
                  <a:pt x="469376" y="37644"/>
                  <a:pt x="474933" y="33750"/>
                </a:cubicBezTo>
                <a:cubicBezTo>
                  <a:pt x="480490" y="29857"/>
                  <a:pt x="487772" y="27910"/>
                  <a:pt x="496781" y="27910"/>
                </a:cubicBezTo>
                <a:cubicBezTo>
                  <a:pt x="503179" y="27910"/>
                  <a:pt x="509347" y="28857"/>
                  <a:pt x="515282" y="30751"/>
                </a:cubicBezTo>
                <a:lnTo>
                  <a:pt x="515282" y="46790"/>
                </a:lnTo>
                <a:cubicBezTo>
                  <a:pt x="509852" y="43590"/>
                  <a:pt x="503874" y="41991"/>
                  <a:pt x="497349" y="41991"/>
                </a:cubicBezTo>
                <a:cubicBezTo>
                  <a:pt x="494108" y="41991"/>
                  <a:pt x="491498" y="42570"/>
                  <a:pt x="489519" y="43727"/>
                </a:cubicBezTo>
                <a:cubicBezTo>
                  <a:pt x="487541" y="44885"/>
                  <a:pt x="486552" y="46411"/>
                  <a:pt x="486552" y="48305"/>
                </a:cubicBezTo>
                <a:cubicBezTo>
                  <a:pt x="486552" y="51504"/>
                  <a:pt x="489498" y="54093"/>
                  <a:pt x="495392" y="56072"/>
                </a:cubicBezTo>
                <a:cubicBezTo>
                  <a:pt x="501706" y="58177"/>
                  <a:pt x="506452" y="60092"/>
                  <a:pt x="509631" y="61818"/>
                </a:cubicBezTo>
                <a:cubicBezTo>
                  <a:pt x="512809" y="63544"/>
                  <a:pt x="515229" y="65817"/>
                  <a:pt x="516892" y="68638"/>
                </a:cubicBezTo>
                <a:cubicBezTo>
                  <a:pt x="518555" y="71458"/>
                  <a:pt x="519386" y="74720"/>
                  <a:pt x="519386" y="78425"/>
                </a:cubicBezTo>
                <a:cubicBezTo>
                  <a:pt x="519386" y="85623"/>
                  <a:pt x="516503" y="91212"/>
                  <a:pt x="510736" y="95190"/>
                </a:cubicBezTo>
                <a:cubicBezTo>
                  <a:pt x="504969" y="99168"/>
                  <a:pt x="497265" y="101157"/>
                  <a:pt x="487625" y="101157"/>
                </a:cubicBezTo>
                <a:cubicBezTo>
                  <a:pt x="480048" y="101157"/>
                  <a:pt x="473039" y="99957"/>
                  <a:pt x="466598" y="97558"/>
                </a:cubicBezTo>
                <a:lnTo>
                  <a:pt x="466598" y="80698"/>
                </a:lnTo>
                <a:close/>
                <a:moveTo>
                  <a:pt x="594100" y="70279"/>
                </a:moveTo>
                <a:lnTo>
                  <a:pt x="548131" y="70279"/>
                </a:lnTo>
                <a:cubicBezTo>
                  <a:pt x="548847" y="81098"/>
                  <a:pt x="555372" y="86507"/>
                  <a:pt x="567706" y="86507"/>
                </a:cubicBezTo>
                <a:cubicBezTo>
                  <a:pt x="575410" y="86507"/>
                  <a:pt x="582208" y="84613"/>
                  <a:pt x="588102" y="80824"/>
                </a:cubicBezTo>
                <a:lnTo>
                  <a:pt x="588102" y="95790"/>
                </a:lnTo>
                <a:cubicBezTo>
                  <a:pt x="581745" y="99368"/>
                  <a:pt x="573410" y="101157"/>
                  <a:pt x="563097" y="101157"/>
                </a:cubicBezTo>
                <a:cubicBezTo>
                  <a:pt x="551983" y="101157"/>
                  <a:pt x="543343" y="98021"/>
                  <a:pt x="537176" y="91748"/>
                </a:cubicBezTo>
                <a:cubicBezTo>
                  <a:pt x="531009" y="85476"/>
                  <a:pt x="527925" y="76741"/>
                  <a:pt x="527925" y="65544"/>
                </a:cubicBezTo>
                <a:cubicBezTo>
                  <a:pt x="527925" y="54388"/>
                  <a:pt x="531209" y="45327"/>
                  <a:pt x="537776" y="38360"/>
                </a:cubicBezTo>
                <a:cubicBezTo>
                  <a:pt x="544343" y="31393"/>
                  <a:pt x="552594" y="27910"/>
                  <a:pt x="562528" y="27910"/>
                </a:cubicBezTo>
                <a:cubicBezTo>
                  <a:pt x="572421" y="27910"/>
                  <a:pt x="580156" y="30909"/>
                  <a:pt x="585734" y="36908"/>
                </a:cubicBezTo>
                <a:cubicBezTo>
                  <a:pt x="591311" y="42906"/>
                  <a:pt x="594100" y="51147"/>
                  <a:pt x="594100" y="61629"/>
                </a:cubicBezTo>
                <a:lnTo>
                  <a:pt x="594100" y="70279"/>
                </a:lnTo>
                <a:moveTo>
                  <a:pt x="575094" y="57524"/>
                </a:moveTo>
                <a:cubicBezTo>
                  <a:pt x="575094" y="47084"/>
                  <a:pt x="570863" y="41865"/>
                  <a:pt x="562402" y="41865"/>
                </a:cubicBezTo>
                <a:cubicBezTo>
                  <a:pt x="558908" y="41865"/>
                  <a:pt x="555814" y="43296"/>
                  <a:pt x="553120" y="46158"/>
                </a:cubicBezTo>
                <a:cubicBezTo>
                  <a:pt x="550426" y="49021"/>
                  <a:pt x="548742" y="52809"/>
                  <a:pt x="548068" y="57524"/>
                </a:cubicBezTo>
                <a:lnTo>
                  <a:pt x="575094" y="5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Type">
            <a:extLst xmlns:a="http://schemas.openxmlformats.org/drawingml/2006/main">
              <a:ext uri="{FF2B5EF4-FFF2-40B4-BE49-F238E27FC236}">
                <a16:creationId xmlns:a16="http://schemas.microsoft.com/office/drawing/2014/main" id="{2DFE22B6-79E3-4B0D-BFAC-C153AD2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164" y="3885738"/>
            <a:ext cx="266112" cy="114259"/>
          </a:xfrm>
          <a:custGeom xmlns:a="http://schemas.openxmlformats.org/drawingml/2006/main">
            <a:pathLst>
              <a:path w="266112" h="114259">
                <a:moveTo>
                  <a:pt x="67075" y="14918"/>
                </a:moveTo>
                <a:lnTo>
                  <a:pt x="42654" y="14918"/>
                </a:lnTo>
                <a:lnTo>
                  <a:pt x="42654" y="85584"/>
                </a:lnTo>
                <a:lnTo>
                  <a:pt x="24366" y="85584"/>
                </a:lnTo>
                <a:lnTo>
                  <a:pt x="24366" y="14918"/>
                </a:lnTo>
                <a:lnTo>
                  <a:pt x="0" y="14918"/>
                </a:lnTo>
                <a:lnTo>
                  <a:pt x="0" y="0"/>
                </a:lnTo>
                <a:lnTo>
                  <a:pt x="67075" y="0"/>
                </a:lnTo>
                <a:lnTo>
                  <a:pt x="67075" y="14918"/>
                </a:lnTo>
                <a:close/>
                <a:moveTo>
                  <a:pt x="128515" y="24476"/>
                </a:moveTo>
                <a:lnTo>
                  <a:pt x="103321" y="91054"/>
                </a:lnTo>
                <a:cubicBezTo>
                  <a:pt x="97464" y="106524"/>
                  <a:pt x="88698" y="114259"/>
                  <a:pt x="77021" y="114259"/>
                </a:cubicBezTo>
                <a:cubicBezTo>
                  <a:pt x="72417" y="114259"/>
                  <a:pt x="68844" y="113780"/>
                  <a:pt x="66303" y="112823"/>
                </a:cubicBezTo>
                <a:lnTo>
                  <a:pt x="66303" y="98513"/>
                </a:lnTo>
                <a:cubicBezTo>
                  <a:pt x="68697" y="99875"/>
                  <a:pt x="71331" y="100557"/>
                  <a:pt x="74204" y="100557"/>
                </a:cubicBezTo>
                <a:cubicBezTo>
                  <a:pt x="79066" y="100557"/>
                  <a:pt x="82491" y="98200"/>
                  <a:pt x="84480" y="93485"/>
                </a:cubicBezTo>
                <a:lnTo>
                  <a:pt x="87851" y="85473"/>
                </a:lnTo>
                <a:lnTo>
                  <a:pt x="63153" y="24476"/>
                </a:lnTo>
                <a:lnTo>
                  <a:pt x="82933" y="24476"/>
                </a:lnTo>
                <a:lnTo>
                  <a:pt x="94867" y="62765"/>
                </a:lnTo>
                <a:cubicBezTo>
                  <a:pt x="95604" y="65086"/>
                  <a:pt x="96138" y="67683"/>
                  <a:pt x="96470" y="70556"/>
                </a:cubicBezTo>
                <a:lnTo>
                  <a:pt x="96801" y="70556"/>
                </a:lnTo>
                <a:cubicBezTo>
                  <a:pt x="97059" y="68603"/>
                  <a:pt x="97667" y="66043"/>
                  <a:pt x="98625" y="62876"/>
                </a:cubicBezTo>
                <a:lnTo>
                  <a:pt x="110835" y="24476"/>
                </a:lnTo>
                <a:lnTo>
                  <a:pt x="128515" y="24476"/>
                </a:lnTo>
                <a:close/>
                <a:moveTo>
                  <a:pt x="153923" y="78235"/>
                </a:moveTo>
                <a:lnTo>
                  <a:pt x="153923" y="113707"/>
                </a:lnTo>
                <a:lnTo>
                  <a:pt x="136076" y="113707"/>
                </a:lnTo>
                <a:lnTo>
                  <a:pt x="136076" y="24476"/>
                </a:lnTo>
                <a:lnTo>
                  <a:pt x="153923" y="24476"/>
                </a:lnTo>
                <a:lnTo>
                  <a:pt x="153923" y="33814"/>
                </a:lnTo>
                <a:lnTo>
                  <a:pt x="154144" y="33814"/>
                </a:lnTo>
                <a:cubicBezTo>
                  <a:pt x="158821" y="26594"/>
                  <a:pt x="165433" y="22984"/>
                  <a:pt x="173979" y="22984"/>
                </a:cubicBezTo>
                <a:cubicBezTo>
                  <a:pt x="181751" y="22984"/>
                  <a:pt x="187828" y="25701"/>
                  <a:pt x="192212" y="31134"/>
                </a:cubicBezTo>
                <a:cubicBezTo>
                  <a:pt x="196595" y="36567"/>
                  <a:pt x="198786" y="43961"/>
                  <a:pt x="198786" y="53317"/>
                </a:cubicBezTo>
                <a:cubicBezTo>
                  <a:pt x="198786" y="63520"/>
                  <a:pt x="196245" y="71697"/>
                  <a:pt x="191162" y="77849"/>
                </a:cubicBezTo>
                <a:cubicBezTo>
                  <a:pt x="186079" y="84000"/>
                  <a:pt x="179412" y="87076"/>
                  <a:pt x="171161" y="87076"/>
                </a:cubicBezTo>
                <a:cubicBezTo>
                  <a:pt x="163684" y="87076"/>
                  <a:pt x="158011" y="84129"/>
                  <a:pt x="154144" y="78235"/>
                </a:cubicBezTo>
                <a:lnTo>
                  <a:pt x="153923" y="78235"/>
                </a:lnTo>
                <a:moveTo>
                  <a:pt x="153646" y="58566"/>
                </a:moveTo>
                <a:cubicBezTo>
                  <a:pt x="153646" y="62913"/>
                  <a:pt x="154825" y="66467"/>
                  <a:pt x="157182" y="69230"/>
                </a:cubicBezTo>
                <a:cubicBezTo>
                  <a:pt x="159540" y="71992"/>
                  <a:pt x="162597" y="73373"/>
                  <a:pt x="166354" y="73373"/>
                </a:cubicBezTo>
                <a:cubicBezTo>
                  <a:pt x="170811" y="73373"/>
                  <a:pt x="174283" y="71642"/>
                  <a:pt x="176769" y="68180"/>
                </a:cubicBezTo>
                <a:cubicBezTo>
                  <a:pt x="179255" y="64717"/>
                  <a:pt x="180498" y="59818"/>
                  <a:pt x="180498" y="53483"/>
                </a:cubicBezTo>
                <a:cubicBezTo>
                  <a:pt x="180498" y="42285"/>
                  <a:pt x="176133" y="36687"/>
                  <a:pt x="167404" y="36687"/>
                </a:cubicBezTo>
                <a:cubicBezTo>
                  <a:pt x="163352" y="36687"/>
                  <a:pt x="160046" y="38234"/>
                  <a:pt x="157486" y="41328"/>
                </a:cubicBezTo>
                <a:cubicBezTo>
                  <a:pt x="154926" y="44422"/>
                  <a:pt x="153646" y="48400"/>
                  <a:pt x="153646" y="53262"/>
                </a:cubicBezTo>
                <a:lnTo>
                  <a:pt x="153646" y="58566"/>
                </a:lnTo>
                <a:close/>
                <a:moveTo>
                  <a:pt x="266112" y="60058"/>
                </a:moveTo>
                <a:lnTo>
                  <a:pt x="225889" y="60058"/>
                </a:lnTo>
                <a:cubicBezTo>
                  <a:pt x="226515" y="69524"/>
                  <a:pt x="232225" y="74257"/>
                  <a:pt x="243017" y="74257"/>
                </a:cubicBezTo>
                <a:cubicBezTo>
                  <a:pt x="249758" y="74257"/>
                  <a:pt x="255706" y="72600"/>
                  <a:pt x="260863" y="69285"/>
                </a:cubicBezTo>
                <a:lnTo>
                  <a:pt x="260863" y="82379"/>
                </a:lnTo>
                <a:cubicBezTo>
                  <a:pt x="255301" y="85510"/>
                  <a:pt x="248008" y="87076"/>
                  <a:pt x="238984" y="87076"/>
                </a:cubicBezTo>
                <a:cubicBezTo>
                  <a:pt x="229259" y="87076"/>
                  <a:pt x="221699" y="84332"/>
                  <a:pt x="216303" y="78843"/>
                </a:cubicBezTo>
                <a:cubicBezTo>
                  <a:pt x="210907" y="73355"/>
                  <a:pt x="208209" y="65712"/>
                  <a:pt x="208209" y="55914"/>
                </a:cubicBezTo>
                <a:cubicBezTo>
                  <a:pt x="208209" y="46153"/>
                  <a:pt x="211082" y="38225"/>
                  <a:pt x="216828" y="32128"/>
                </a:cubicBezTo>
                <a:cubicBezTo>
                  <a:pt x="222574" y="26032"/>
                  <a:pt x="229794" y="22984"/>
                  <a:pt x="238486" y="22984"/>
                </a:cubicBezTo>
                <a:cubicBezTo>
                  <a:pt x="247142" y="22984"/>
                  <a:pt x="253911" y="25609"/>
                  <a:pt x="258791" y="30858"/>
                </a:cubicBezTo>
                <a:cubicBezTo>
                  <a:pt x="263672" y="36107"/>
                  <a:pt x="266112" y="43317"/>
                  <a:pt x="266112" y="52488"/>
                </a:cubicBezTo>
                <a:lnTo>
                  <a:pt x="266112" y="60058"/>
                </a:lnTo>
                <a:moveTo>
                  <a:pt x="249481" y="48897"/>
                </a:moveTo>
                <a:cubicBezTo>
                  <a:pt x="249481" y="39762"/>
                  <a:pt x="245779" y="35195"/>
                  <a:pt x="238376" y="35195"/>
                </a:cubicBezTo>
                <a:cubicBezTo>
                  <a:pt x="235319" y="35195"/>
                  <a:pt x="232611" y="36447"/>
                  <a:pt x="230254" y="38952"/>
                </a:cubicBezTo>
                <a:cubicBezTo>
                  <a:pt x="227897" y="41457"/>
                  <a:pt x="226423" y="44772"/>
                  <a:pt x="225834" y="48897"/>
                </a:cubicBezTo>
                <a:lnTo>
                  <a:pt x="249481" y="48897"/>
                </a:ln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:">
            <a:extLst xmlns:a="http://schemas.openxmlformats.org/drawingml/2006/main">
              <a:ext uri="{FF2B5EF4-FFF2-40B4-BE49-F238E27FC236}">
                <a16:creationId xmlns:a16="http://schemas.microsoft.com/office/drawing/2014/main" id="{38017998-3FB4-464A-A08B-BC73DCB3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057" y="3909441"/>
            <a:ext cx="21161" cy="63373"/>
          </a:xfrm>
          <a:custGeom xmlns:a="http://schemas.openxmlformats.org/drawingml/2006/main">
            <a:pathLst>
              <a:path w="21161" h="63373">
                <a:moveTo>
                  <a:pt x="0" y="9393"/>
                </a:moveTo>
                <a:cubicBezTo>
                  <a:pt x="0" y="6667"/>
                  <a:pt x="1050" y="4420"/>
                  <a:pt x="3149" y="2652"/>
                </a:cubicBezTo>
                <a:cubicBezTo>
                  <a:pt x="5249" y="884"/>
                  <a:pt x="7754" y="0"/>
                  <a:pt x="10663" y="0"/>
                </a:cubicBezTo>
                <a:cubicBezTo>
                  <a:pt x="13610" y="0"/>
                  <a:pt x="16096" y="884"/>
                  <a:pt x="18122" y="2652"/>
                </a:cubicBezTo>
                <a:cubicBezTo>
                  <a:pt x="20148" y="4420"/>
                  <a:pt x="21161" y="6667"/>
                  <a:pt x="21161" y="9393"/>
                </a:cubicBezTo>
                <a:cubicBezTo>
                  <a:pt x="21161" y="12229"/>
                  <a:pt x="20148" y="14522"/>
                  <a:pt x="18122" y="16271"/>
                </a:cubicBezTo>
                <a:cubicBezTo>
                  <a:pt x="16096" y="18021"/>
                  <a:pt x="13537" y="18896"/>
                  <a:pt x="10442" y="18896"/>
                </a:cubicBezTo>
                <a:cubicBezTo>
                  <a:pt x="7496" y="18896"/>
                  <a:pt x="5019" y="17993"/>
                  <a:pt x="3011" y="16189"/>
                </a:cubicBezTo>
                <a:cubicBezTo>
                  <a:pt x="1004" y="14384"/>
                  <a:pt x="0" y="12118"/>
                  <a:pt x="0" y="9393"/>
                </a:cubicBezTo>
                <a:moveTo>
                  <a:pt x="0" y="53870"/>
                </a:moveTo>
                <a:cubicBezTo>
                  <a:pt x="0" y="51107"/>
                  <a:pt x="1050" y="48842"/>
                  <a:pt x="3149" y="47074"/>
                </a:cubicBezTo>
                <a:cubicBezTo>
                  <a:pt x="5249" y="45306"/>
                  <a:pt x="7754" y="44422"/>
                  <a:pt x="10663" y="44422"/>
                </a:cubicBezTo>
                <a:cubicBezTo>
                  <a:pt x="13610" y="44422"/>
                  <a:pt x="16096" y="45324"/>
                  <a:pt x="18122" y="47129"/>
                </a:cubicBezTo>
                <a:cubicBezTo>
                  <a:pt x="20148" y="48934"/>
                  <a:pt x="21161" y="51181"/>
                  <a:pt x="21161" y="53870"/>
                </a:cubicBezTo>
                <a:cubicBezTo>
                  <a:pt x="21161" y="56706"/>
                  <a:pt x="20148" y="58999"/>
                  <a:pt x="18122" y="60749"/>
                </a:cubicBezTo>
                <a:cubicBezTo>
                  <a:pt x="16096" y="62498"/>
                  <a:pt x="13537" y="63373"/>
                  <a:pt x="10442" y="63373"/>
                </a:cubicBezTo>
                <a:cubicBezTo>
                  <a:pt x="7569" y="63373"/>
                  <a:pt x="5111" y="62471"/>
                  <a:pt x="3066" y="60666"/>
                </a:cubicBezTo>
                <a:cubicBezTo>
                  <a:pt x="1022" y="58861"/>
                  <a:pt x="0" y="56595"/>
                  <a:pt x="0" y="53870"/>
                </a:cubicBez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Raw">
            <a:extLst xmlns:a="http://schemas.openxmlformats.org/drawingml/2006/main">
              <a:ext uri="{FF2B5EF4-FFF2-40B4-BE49-F238E27FC236}">
                <a16:creationId xmlns:a16="http://schemas.microsoft.com/office/drawing/2014/main" id="{E1B11EF3-5D1E-4865-B643-6756CBB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091" y="3885738"/>
            <a:ext cx="229893" cy="87076"/>
          </a:xfrm>
          <a:custGeom xmlns:a="http://schemas.openxmlformats.org/drawingml/2006/main">
            <a:pathLst>
              <a:path w="229893" h="87076">
                <a:moveTo>
                  <a:pt x="70611" y="85584"/>
                </a:moveTo>
                <a:lnTo>
                  <a:pt x="49615" y="85584"/>
                </a:lnTo>
                <a:lnTo>
                  <a:pt x="36189" y="63318"/>
                </a:lnTo>
                <a:cubicBezTo>
                  <a:pt x="33427" y="58713"/>
                  <a:pt x="31162" y="55748"/>
                  <a:pt x="29394" y="54422"/>
                </a:cubicBezTo>
                <a:cubicBezTo>
                  <a:pt x="27626" y="53096"/>
                  <a:pt x="25747" y="52433"/>
                  <a:pt x="23758" y="52433"/>
                </a:cubicBezTo>
                <a:lnTo>
                  <a:pt x="18233" y="52433"/>
                </a:lnTo>
                <a:lnTo>
                  <a:pt x="18233" y="85584"/>
                </a:lnTo>
                <a:lnTo>
                  <a:pt x="0" y="85584"/>
                </a:lnTo>
                <a:lnTo>
                  <a:pt x="0" y="0"/>
                </a:lnTo>
                <a:lnTo>
                  <a:pt x="30001" y="0"/>
                </a:lnTo>
                <a:cubicBezTo>
                  <a:pt x="50371" y="0"/>
                  <a:pt x="60555" y="7735"/>
                  <a:pt x="60555" y="23205"/>
                </a:cubicBezTo>
                <a:cubicBezTo>
                  <a:pt x="60555" y="29025"/>
                  <a:pt x="58852" y="34016"/>
                  <a:pt x="55444" y="38178"/>
                </a:cubicBezTo>
                <a:cubicBezTo>
                  <a:pt x="52037" y="42341"/>
                  <a:pt x="47350" y="45269"/>
                  <a:pt x="41383" y="46963"/>
                </a:cubicBezTo>
                <a:lnTo>
                  <a:pt x="41383" y="47184"/>
                </a:lnTo>
                <a:cubicBezTo>
                  <a:pt x="45324" y="48510"/>
                  <a:pt x="49689" y="52857"/>
                  <a:pt x="54478" y="60224"/>
                </a:cubicBezTo>
                <a:lnTo>
                  <a:pt x="70611" y="85584"/>
                </a:lnTo>
                <a:moveTo>
                  <a:pt x="18233" y="13868"/>
                </a:moveTo>
                <a:lnTo>
                  <a:pt x="18233" y="38510"/>
                </a:lnTo>
                <a:lnTo>
                  <a:pt x="27184" y="38510"/>
                </a:lnTo>
                <a:cubicBezTo>
                  <a:pt x="31456" y="38510"/>
                  <a:pt x="34891" y="37267"/>
                  <a:pt x="37488" y="34781"/>
                </a:cubicBezTo>
                <a:cubicBezTo>
                  <a:pt x="40085" y="32294"/>
                  <a:pt x="41383" y="29191"/>
                  <a:pt x="41383" y="25471"/>
                </a:cubicBezTo>
                <a:cubicBezTo>
                  <a:pt x="41383" y="17736"/>
                  <a:pt x="36760" y="13868"/>
                  <a:pt x="27515" y="13868"/>
                </a:cubicBezTo>
                <a:lnTo>
                  <a:pt x="18233" y="13868"/>
                </a:lnTo>
                <a:close/>
                <a:moveTo>
                  <a:pt x="78524" y="28178"/>
                </a:moveTo>
                <a:cubicBezTo>
                  <a:pt x="81287" y="26631"/>
                  <a:pt x="84980" y="25379"/>
                  <a:pt x="89602" y="24421"/>
                </a:cubicBezTo>
                <a:cubicBezTo>
                  <a:pt x="94225" y="23463"/>
                  <a:pt x="98175" y="22984"/>
                  <a:pt x="101454" y="22984"/>
                </a:cubicBezTo>
                <a:cubicBezTo>
                  <a:pt x="118545" y="22984"/>
                  <a:pt x="127090" y="31548"/>
                  <a:pt x="127090" y="48676"/>
                </a:cubicBezTo>
                <a:lnTo>
                  <a:pt x="127090" y="85584"/>
                </a:lnTo>
                <a:lnTo>
                  <a:pt x="110128" y="85584"/>
                </a:lnTo>
                <a:lnTo>
                  <a:pt x="110128" y="76688"/>
                </a:lnTo>
                <a:lnTo>
                  <a:pt x="109907" y="76688"/>
                </a:lnTo>
                <a:cubicBezTo>
                  <a:pt x="105745" y="83613"/>
                  <a:pt x="99649" y="87076"/>
                  <a:pt x="91619" y="87076"/>
                </a:cubicBezTo>
                <a:cubicBezTo>
                  <a:pt x="85836" y="87076"/>
                  <a:pt x="81204" y="85427"/>
                  <a:pt x="77723" y="82131"/>
                </a:cubicBezTo>
                <a:cubicBezTo>
                  <a:pt x="74242" y="78834"/>
                  <a:pt x="72502" y="74349"/>
                  <a:pt x="72502" y="68677"/>
                </a:cubicBezTo>
                <a:cubicBezTo>
                  <a:pt x="72502" y="56964"/>
                  <a:pt x="79482" y="50150"/>
                  <a:pt x="93442" y="48234"/>
                </a:cubicBezTo>
                <a:lnTo>
                  <a:pt x="110239" y="45969"/>
                </a:lnTo>
                <a:cubicBezTo>
                  <a:pt x="110239" y="38860"/>
                  <a:pt x="106537" y="35305"/>
                  <a:pt x="99133" y="35305"/>
                </a:cubicBezTo>
                <a:cubicBezTo>
                  <a:pt x="91840" y="35305"/>
                  <a:pt x="84970" y="37515"/>
                  <a:pt x="78524" y="41936"/>
                </a:cubicBezTo>
                <a:lnTo>
                  <a:pt x="78524" y="28178"/>
                </a:lnTo>
                <a:moveTo>
                  <a:pt x="98691" y="57903"/>
                </a:moveTo>
                <a:cubicBezTo>
                  <a:pt x="92245" y="58750"/>
                  <a:pt x="89022" y="61660"/>
                  <a:pt x="89022" y="66633"/>
                </a:cubicBezTo>
                <a:cubicBezTo>
                  <a:pt x="89022" y="68916"/>
                  <a:pt x="89805" y="70758"/>
                  <a:pt x="91370" y="72158"/>
                </a:cubicBezTo>
                <a:cubicBezTo>
                  <a:pt x="92936" y="73558"/>
                  <a:pt x="95045" y="74257"/>
                  <a:pt x="97697" y="74257"/>
                </a:cubicBezTo>
                <a:cubicBezTo>
                  <a:pt x="101343" y="74257"/>
                  <a:pt x="104345" y="72968"/>
                  <a:pt x="106702" y="70390"/>
                </a:cubicBezTo>
                <a:cubicBezTo>
                  <a:pt x="109060" y="67811"/>
                  <a:pt x="110239" y="64607"/>
                  <a:pt x="110239" y="60776"/>
                </a:cubicBezTo>
                <a:lnTo>
                  <a:pt x="110239" y="56411"/>
                </a:lnTo>
                <a:lnTo>
                  <a:pt x="98691" y="57903"/>
                </a:lnTo>
                <a:close/>
                <a:moveTo>
                  <a:pt x="229893" y="24476"/>
                </a:moveTo>
                <a:lnTo>
                  <a:pt x="212213" y="85584"/>
                </a:lnTo>
                <a:lnTo>
                  <a:pt x="193483" y="85584"/>
                </a:lnTo>
                <a:lnTo>
                  <a:pt x="184090" y="48897"/>
                </a:lnTo>
                <a:cubicBezTo>
                  <a:pt x="183464" y="46429"/>
                  <a:pt x="183133" y="43906"/>
                  <a:pt x="183096" y="41328"/>
                </a:cubicBezTo>
                <a:lnTo>
                  <a:pt x="182709" y="41328"/>
                </a:lnTo>
                <a:cubicBezTo>
                  <a:pt x="182451" y="44238"/>
                  <a:pt x="182064" y="46687"/>
                  <a:pt x="181549" y="48676"/>
                </a:cubicBezTo>
                <a:lnTo>
                  <a:pt x="171438" y="85584"/>
                </a:lnTo>
                <a:lnTo>
                  <a:pt x="152929" y="85584"/>
                </a:lnTo>
                <a:lnTo>
                  <a:pt x="135525" y="24476"/>
                </a:lnTo>
                <a:lnTo>
                  <a:pt x="153757" y="24476"/>
                </a:lnTo>
                <a:lnTo>
                  <a:pt x="162653" y="65030"/>
                </a:lnTo>
                <a:cubicBezTo>
                  <a:pt x="163021" y="66651"/>
                  <a:pt x="163316" y="68880"/>
                  <a:pt x="163537" y="71716"/>
                </a:cubicBezTo>
                <a:lnTo>
                  <a:pt x="163924" y="71716"/>
                </a:lnTo>
                <a:cubicBezTo>
                  <a:pt x="164108" y="68990"/>
                  <a:pt x="164458" y="66688"/>
                  <a:pt x="164973" y="64809"/>
                </a:cubicBezTo>
                <a:lnTo>
                  <a:pt x="175913" y="24476"/>
                </a:lnTo>
                <a:lnTo>
                  <a:pt x="192820" y="24476"/>
                </a:lnTo>
                <a:lnTo>
                  <a:pt x="202599" y="65086"/>
                </a:lnTo>
                <a:cubicBezTo>
                  <a:pt x="202857" y="66191"/>
                  <a:pt x="203133" y="68438"/>
                  <a:pt x="203428" y="71826"/>
                </a:cubicBezTo>
                <a:lnTo>
                  <a:pt x="203870" y="71826"/>
                </a:lnTo>
                <a:cubicBezTo>
                  <a:pt x="203981" y="69874"/>
                  <a:pt x="204294" y="67627"/>
                  <a:pt x="204809" y="65086"/>
                </a:cubicBezTo>
                <a:lnTo>
                  <a:pt x="213318" y="24476"/>
                </a:lnTo>
                <a:lnTo>
                  <a:pt x="229893" y="2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14c822dd44706"/>
          <a:stretch xmlns:a="http://schemas.openxmlformats.org/drawingml/2006/main"/>
        </p:blipFill>
        <p:spPr>
          <a:xfrm xmlns:a="http://schemas.openxmlformats.org/drawingml/2006/main">
            <a:off x="5050512" y="3632371"/>
            <a:ext cx="215460" cy="215460"/>
          </a:xfrm>
          <a:prstGeom xmlns:a="http://schemas.openxmlformats.org/drawingml/2006/main" prst="rect">
            <a:avLst/>
          </a:prstGeom>
        </p:spPr>
      </p:pic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A7150-B8FF-4A3D-A55D-C26BD92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418" y="4005465"/>
            <a:ext cx="1613460" cy="332984"/>
          </a:xfrm>
          <a:custGeom xmlns:a="http://schemas.openxmlformats.org/drawingml/2006/main">
            <a:pathLst>
              <a:path w="1613460" h="332984">
                <a:moveTo>
                  <a:pt x="0" y="0"/>
                </a:moveTo>
                <a:lnTo>
                  <a:pt x="1613460" y="0"/>
                </a:lnTo>
                <a:lnTo>
                  <a:pt x="1613460" y="332984"/>
                </a:lnTo>
                <a:lnTo>
                  <a:pt x="0" y="332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[[10,-10,10],[-10,10,-10],">
            <a:extLst xmlns:a="http://schemas.openxmlformats.org/drawingml/2006/main">
              <a:ext uri="{FF2B5EF4-FFF2-40B4-BE49-F238E27FC236}">
                <a16:creationId xmlns:a16="http://schemas.microsoft.com/office/drawing/2014/main" id="{D00CA023-4ABB-4191-A9A1-34B2D17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57" y="4052622"/>
            <a:ext cx="1476558" cy="106911"/>
          </a:xfrm>
          <a:custGeom xmlns:a="http://schemas.openxmlformats.org/drawingml/2006/main">
            <a:pathLst>
              <a:path w="1476558" h="106911">
                <a:moveTo>
                  <a:pt x="22598" y="106911"/>
                </a:moveTo>
                <a:lnTo>
                  <a:pt x="0" y="106911"/>
                </a:lnTo>
                <a:lnTo>
                  <a:pt x="0" y="1879"/>
                </a:lnTo>
                <a:lnTo>
                  <a:pt x="22598" y="1879"/>
                </a:lnTo>
                <a:lnTo>
                  <a:pt x="22598" y="9558"/>
                </a:lnTo>
                <a:lnTo>
                  <a:pt x="9503" y="9558"/>
                </a:lnTo>
                <a:lnTo>
                  <a:pt x="9503" y="99286"/>
                </a:lnTo>
                <a:lnTo>
                  <a:pt x="22598" y="99286"/>
                </a:lnTo>
                <a:lnTo>
                  <a:pt x="22598" y="106911"/>
                </a:lnTo>
                <a:close/>
                <a:moveTo>
                  <a:pt x="59984" y="106911"/>
                </a:moveTo>
                <a:lnTo>
                  <a:pt x="37386" y="106911"/>
                </a:lnTo>
                <a:lnTo>
                  <a:pt x="37386" y="1879"/>
                </a:lnTo>
                <a:lnTo>
                  <a:pt x="59984" y="1879"/>
                </a:lnTo>
                <a:lnTo>
                  <a:pt x="59984" y="9558"/>
                </a:lnTo>
                <a:lnTo>
                  <a:pt x="46889" y="9558"/>
                </a:lnTo>
                <a:lnTo>
                  <a:pt x="46889" y="99286"/>
                </a:lnTo>
                <a:lnTo>
                  <a:pt x="59984" y="99286"/>
                </a:lnTo>
                <a:lnTo>
                  <a:pt x="59984" y="106911"/>
                </a:lnTo>
                <a:close/>
                <a:moveTo>
                  <a:pt x="94211" y="87462"/>
                </a:moveTo>
                <a:lnTo>
                  <a:pt x="94211" y="14255"/>
                </a:lnTo>
                <a:cubicBezTo>
                  <a:pt x="92516" y="15949"/>
                  <a:pt x="89653" y="17846"/>
                  <a:pt x="85619" y="19946"/>
                </a:cubicBezTo>
                <a:cubicBezTo>
                  <a:pt x="81586" y="22045"/>
                  <a:pt x="77857" y="23519"/>
                  <a:pt x="74431" y="24366"/>
                </a:cubicBezTo>
                <a:lnTo>
                  <a:pt x="74431" y="13758"/>
                </a:lnTo>
                <a:cubicBezTo>
                  <a:pt x="78962" y="12505"/>
                  <a:pt x="83805" y="10507"/>
                  <a:pt x="88962" y="7763"/>
                </a:cubicBezTo>
                <a:cubicBezTo>
                  <a:pt x="94119" y="5019"/>
                  <a:pt x="98078" y="2431"/>
                  <a:pt x="100841" y="0"/>
                </a:cubicBezTo>
                <a:lnTo>
                  <a:pt x="104930" y="0"/>
                </a:lnTo>
                <a:lnTo>
                  <a:pt x="104930" y="87462"/>
                </a:lnTo>
                <a:lnTo>
                  <a:pt x="94211" y="87462"/>
                </a:lnTo>
                <a:close/>
                <a:moveTo>
                  <a:pt x="134427" y="46356"/>
                </a:moveTo>
                <a:cubicBezTo>
                  <a:pt x="134427" y="31254"/>
                  <a:pt x="136932" y="19826"/>
                  <a:pt x="141942" y="12072"/>
                </a:cubicBezTo>
                <a:cubicBezTo>
                  <a:pt x="146951" y="4319"/>
                  <a:pt x="154207" y="442"/>
                  <a:pt x="163710" y="442"/>
                </a:cubicBezTo>
                <a:cubicBezTo>
                  <a:pt x="181833" y="442"/>
                  <a:pt x="190894" y="15065"/>
                  <a:pt x="190894" y="44311"/>
                </a:cubicBezTo>
                <a:cubicBezTo>
                  <a:pt x="190894" y="58750"/>
                  <a:pt x="188343" y="69791"/>
                  <a:pt x="183242" y="77434"/>
                </a:cubicBezTo>
                <a:cubicBezTo>
                  <a:pt x="178140" y="85077"/>
                  <a:pt x="170985" y="88899"/>
                  <a:pt x="161777" y="88899"/>
                </a:cubicBezTo>
                <a:cubicBezTo>
                  <a:pt x="153084" y="88899"/>
                  <a:pt x="146352" y="85271"/>
                  <a:pt x="141582" y="78014"/>
                </a:cubicBezTo>
                <a:cubicBezTo>
                  <a:pt x="136812" y="70758"/>
                  <a:pt x="134427" y="60205"/>
                  <a:pt x="134427" y="46356"/>
                </a:cubicBezTo>
                <a:moveTo>
                  <a:pt x="145478" y="45858"/>
                </a:moveTo>
                <a:cubicBezTo>
                  <a:pt x="145478" y="68585"/>
                  <a:pt x="151242" y="79948"/>
                  <a:pt x="162771" y="79948"/>
                </a:cubicBezTo>
                <a:cubicBezTo>
                  <a:pt x="174116" y="79948"/>
                  <a:pt x="179788" y="68401"/>
                  <a:pt x="179788" y="45306"/>
                </a:cubicBezTo>
                <a:cubicBezTo>
                  <a:pt x="179788" y="21401"/>
                  <a:pt x="174227" y="9448"/>
                  <a:pt x="163103" y="9448"/>
                </a:cubicBezTo>
                <a:cubicBezTo>
                  <a:pt x="151353" y="9448"/>
                  <a:pt x="145478" y="21585"/>
                  <a:pt x="145478" y="45858"/>
                </a:cubicBezTo>
                <a:close/>
                <a:moveTo>
                  <a:pt x="215692" y="73705"/>
                </a:moveTo>
                <a:lnTo>
                  <a:pt x="206244" y="103154"/>
                </a:lnTo>
                <a:lnTo>
                  <a:pt x="198398" y="103154"/>
                </a:lnTo>
                <a:lnTo>
                  <a:pt x="205250" y="73705"/>
                </a:lnTo>
                <a:lnTo>
                  <a:pt x="215692" y="73705"/>
                </a:lnTo>
                <a:close/>
                <a:moveTo>
                  <a:pt x="304526" y="57737"/>
                </a:moveTo>
                <a:lnTo>
                  <a:pt x="271983" y="57737"/>
                </a:lnTo>
                <a:lnTo>
                  <a:pt x="271983" y="49394"/>
                </a:lnTo>
                <a:lnTo>
                  <a:pt x="304526" y="49394"/>
                </a:lnTo>
                <a:lnTo>
                  <a:pt x="304526" y="57737"/>
                </a:lnTo>
                <a:close/>
                <a:moveTo>
                  <a:pt x="343352" y="87462"/>
                </a:moveTo>
                <a:lnTo>
                  <a:pt x="343352" y="14255"/>
                </a:lnTo>
                <a:cubicBezTo>
                  <a:pt x="341657" y="15949"/>
                  <a:pt x="338793" y="17846"/>
                  <a:pt x="334760" y="19946"/>
                </a:cubicBezTo>
                <a:cubicBezTo>
                  <a:pt x="330727" y="22045"/>
                  <a:pt x="326997" y="23519"/>
                  <a:pt x="323572" y="24366"/>
                </a:cubicBezTo>
                <a:lnTo>
                  <a:pt x="323572" y="13758"/>
                </a:lnTo>
                <a:cubicBezTo>
                  <a:pt x="328102" y="12505"/>
                  <a:pt x="332946" y="10507"/>
                  <a:pt x="338103" y="7763"/>
                </a:cubicBezTo>
                <a:cubicBezTo>
                  <a:pt x="343260" y="5019"/>
                  <a:pt x="347219" y="2431"/>
                  <a:pt x="349982" y="0"/>
                </a:cubicBezTo>
                <a:lnTo>
                  <a:pt x="354070" y="0"/>
                </a:lnTo>
                <a:lnTo>
                  <a:pt x="354070" y="87462"/>
                </a:lnTo>
                <a:lnTo>
                  <a:pt x="343352" y="87462"/>
                </a:lnTo>
                <a:close/>
                <a:moveTo>
                  <a:pt x="383568" y="46356"/>
                </a:moveTo>
                <a:cubicBezTo>
                  <a:pt x="383568" y="31254"/>
                  <a:pt x="386073" y="19826"/>
                  <a:pt x="391082" y="12072"/>
                </a:cubicBezTo>
                <a:cubicBezTo>
                  <a:pt x="396092" y="4319"/>
                  <a:pt x="403348" y="442"/>
                  <a:pt x="412851" y="442"/>
                </a:cubicBezTo>
                <a:cubicBezTo>
                  <a:pt x="430974" y="442"/>
                  <a:pt x="440035" y="15065"/>
                  <a:pt x="440035" y="44311"/>
                </a:cubicBezTo>
                <a:cubicBezTo>
                  <a:pt x="440035" y="58750"/>
                  <a:pt x="437484" y="69791"/>
                  <a:pt x="432383" y="77434"/>
                </a:cubicBezTo>
                <a:cubicBezTo>
                  <a:pt x="427281" y="85077"/>
                  <a:pt x="420126" y="88899"/>
                  <a:pt x="410917" y="88899"/>
                </a:cubicBezTo>
                <a:cubicBezTo>
                  <a:pt x="402225" y="88899"/>
                  <a:pt x="395493" y="85271"/>
                  <a:pt x="390723" y="78014"/>
                </a:cubicBezTo>
                <a:cubicBezTo>
                  <a:pt x="385953" y="70758"/>
                  <a:pt x="383568" y="60205"/>
                  <a:pt x="383568" y="46356"/>
                </a:cubicBezTo>
                <a:moveTo>
                  <a:pt x="394618" y="45858"/>
                </a:moveTo>
                <a:cubicBezTo>
                  <a:pt x="394618" y="68585"/>
                  <a:pt x="400383" y="79948"/>
                  <a:pt x="411912" y="79948"/>
                </a:cubicBezTo>
                <a:cubicBezTo>
                  <a:pt x="423257" y="79948"/>
                  <a:pt x="428929" y="68401"/>
                  <a:pt x="428929" y="45306"/>
                </a:cubicBezTo>
                <a:cubicBezTo>
                  <a:pt x="428929" y="21401"/>
                  <a:pt x="423367" y="9448"/>
                  <a:pt x="412244" y="9448"/>
                </a:cubicBezTo>
                <a:cubicBezTo>
                  <a:pt x="400493" y="9448"/>
                  <a:pt x="394618" y="21585"/>
                  <a:pt x="394618" y="45858"/>
                </a:cubicBezTo>
                <a:close/>
                <a:moveTo>
                  <a:pt x="464833" y="73705"/>
                </a:moveTo>
                <a:lnTo>
                  <a:pt x="455385" y="103154"/>
                </a:lnTo>
                <a:lnTo>
                  <a:pt x="447539" y="103154"/>
                </a:lnTo>
                <a:lnTo>
                  <a:pt x="454390" y="73705"/>
                </a:lnTo>
                <a:lnTo>
                  <a:pt x="464833" y="73705"/>
                </a:lnTo>
                <a:close/>
                <a:moveTo>
                  <a:pt x="543998" y="87462"/>
                </a:moveTo>
                <a:lnTo>
                  <a:pt x="543998" y="14255"/>
                </a:lnTo>
                <a:cubicBezTo>
                  <a:pt x="542304" y="15949"/>
                  <a:pt x="539440" y="17846"/>
                  <a:pt x="535407" y="19946"/>
                </a:cubicBezTo>
                <a:cubicBezTo>
                  <a:pt x="531374" y="22045"/>
                  <a:pt x="527644" y="23519"/>
                  <a:pt x="524219" y="24366"/>
                </a:cubicBezTo>
                <a:lnTo>
                  <a:pt x="524219" y="13758"/>
                </a:lnTo>
                <a:cubicBezTo>
                  <a:pt x="528749" y="12505"/>
                  <a:pt x="533593" y="10507"/>
                  <a:pt x="538750" y="7763"/>
                </a:cubicBezTo>
                <a:cubicBezTo>
                  <a:pt x="543906" y="5019"/>
                  <a:pt x="547866" y="2431"/>
                  <a:pt x="550629" y="0"/>
                </a:cubicBezTo>
                <a:lnTo>
                  <a:pt x="554717" y="0"/>
                </a:lnTo>
                <a:lnTo>
                  <a:pt x="554717" y="87462"/>
                </a:lnTo>
                <a:lnTo>
                  <a:pt x="543998" y="87462"/>
                </a:lnTo>
                <a:close/>
                <a:moveTo>
                  <a:pt x="584215" y="46356"/>
                </a:moveTo>
                <a:cubicBezTo>
                  <a:pt x="584215" y="31254"/>
                  <a:pt x="586720" y="19826"/>
                  <a:pt x="591729" y="12072"/>
                </a:cubicBezTo>
                <a:cubicBezTo>
                  <a:pt x="596739" y="4319"/>
                  <a:pt x="603995" y="442"/>
                  <a:pt x="613498" y="442"/>
                </a:cubicBezTo>
                <a:cubicBezTo>
                  <a:pt x="631620" y="442"/>
                  <a:pt x="640682" y="15065"/>
                  <a:pt x="640682" y="44311"/>
                </a:cubicBezTo>
                <a:cubicBezTo>
                  <a:pt x="640682" y="58750"/>
                  <a:pt x="638131" y="69791"/>
                  <a:pt x="633029" y="77434"/>
                </a:cubicBezTo>
                <a:cubicBezTo>
                  <a:pt x="627928" y="85077"/>
                  <a:pt x="620773" y="88899"/>
                  <a:pt x="611564" y="88899"/>
                </a:cubicBezTo>
                <a:cubicBezTo>
                  <a:pt x="602871" y="88899"/>
                  <a:pt x="596140" y="85271"/>
                  <a:pt x="591370" y="78014"/>
                </a:cubicBezTo>
                <a:cubicBezTo>
                  <a:pt x="586600" y="70758"/>
                  <a:pt x="584215" y="60205"/>
                  <a:pt x="584215" y="46356"/>
                </a:cubicBezTo>
                <a:moveTo>
                  <a:pt x="595265" y="45858"/>
                </a:moveTo>
                <a:cubicBezTo>
                  <a:pt x="595265" y="68585"/>
                  <a:pt x="601030" y="79948"/>
                  <a:pt x="612559" y="79948"/>
                </a:cubicBezTo>
                <a:cubicBezTo>
                  <a:pt x="623904" y="79948"/>
                  <a:pt x="629576" y="68401"/>
                  <a:pt x="629576" y="45306"/>
                </a:cubicBezTo>
                <a:cubicBezTo>
                  <a:pt x="629576" y="21401"/>
                  <a:pt x="624014" y="9448"/>
                  <a:pt x="612890" y="9448"/>
                </a:cubicBezTo>
                <a:cubicBezTo>
                  <a:pt x="601140" y="9448"/>
                  <a:pt x="595265" y="21585"/>
                  <a:pt x="595265" y="45858"/>
                </a:cubicBezTo>
                <a:close/>
                <a:moveTo>
                  <a:pt x="671778" y="106911"/>
                </a:moveTo>
                <a:lnTo>
                  <a:pt x="649125" y="106911"/>
                </a:lnTo>
                <a:lnTo>
                  <a:pt x="649125" y="99286"/>
                </a:lnTo>
                <a:lnTo>
                  <a:pt x="662275" y="99286"/>
                </a:lnTo>
                <a:lnTo>
                  <a:pt x="662275" y="9558"/>
                </a:lnTo>
                <a:lnTo>
                  <a:pt x="649125" y="9558"/>
                </a:lnTo>
                <a:lnTo>
                  <a:pt x="649125" y="1879"/>
                </a:lnTo>
                <a:lnTo>
                  <a:pt x="671778" y="1879"/>
                </a:lnTo>
                <a:lnTo>
                  <a:pt x="671778" y="106911"/>
                </a:lnTo>
                <a:close/>
                <a:moveTo>
                  <a:pt x="702866" y="73705"/>
                </a:moveTo>
                <a:lnTo>
                  <a:pt x="693418" y="103154"/>
                </a:lnTo>
                <a:lnTo>
                  <a:pt x="685572" y="103154"/>
                </a:lnTo>
                <a:lnTo>
                  <a:pt x="692423" y="73705"/>
                </a:lnTo>
                <a:lnTo>
                  <a:pt x="702866" y="73705"/>
                </a:lnTo>
                <a:close/>
                <a:moveTo>
                  <a:pt x="785176" y="106911"/>
                </a:moveTo>
                <a:lnTo>
                  <a:pt x="762578" y="106911"/>
                </a:lnTo>
                <a:lnTo>
                  <a:pt x="762578" y="1879"/>
                </a:lnTo>
                <a:lnTo>
                  <a:pt x="785176" y="1879"/>
                </a:lnTo>
                <a:lnTo>
                  <a:pt x="785176" y="9558"/>
                </a:lnTo>
                <a:lnTo>
                  <a:pt x="772081" y="9558"/>
                </a:lnTo>
                <a:lnTo>
                  <a:pt x="772081" y="99286"/>
                </a:lnTo>
                <a:lnTo>
                  <a:pt x="785176" y="99286"/>
                </a:lnTo>
                <a:lnTo>
                  <a:pt x="785176" y="106911"/>
                </a:lnTo>
                <a:close/>
                <a:moveTo>
                  <a:pt x="829078" y="57737"/>
                </a:moveTo>
                <a:lnTo>
                  <a:pt x="796535" y="57737"/>
                </a:lnTo>
                <a:lnTo>
                  <a:pt x="796535" y="49394"/>
                </a:lnTo>
                <a:lnTo>
                  <a:pt x="829078" y="49394"/>
                </a:lnTo>
                <a:lnTo>
                  <a:pt x="829078" y="57737"/>
                </a:lnTo>
                <a:close/>
                <a:moveTo>
                  <a:pt x="867903" y="87462"/>
                </a:moveTo>
                <a:lnTo>
                  <a:pt x="867903" y="14255"/>
                </a:lnTo>
                <a:cubicBezTo>
                  <a:pt x="866209" y="15949"/>
                  <a:pt x="863345" y="17846"/>
                  <a:pt x="859311" y="19946"/>
                </a:cubicBezTo>
                <a:cubicBezTo>
                  <a:pt x="855278" y="22045"/>
                  <a:pt x="851549" y="23519"/>
                  <a:pt x="848123" y="24366"/>
                </a:cubicBezTo>
                <a:lnTo>
                  <a:pt x="848123" y="13758"/>
                </a:lnTo>
                <a:cubicBezTo>
                  <a:pt x="852654" y="12505"/>
                  <a:pt x="857497" y="10507"/>
                  <a:pt x="862654" y="7763"/>
                </a:cubicBezTo>
                <a:cubicBezTo>
                  <a:pt x="867811" y="5019"/>
                  <a:pt x="871771" y="2431"/>
                  <a:pt x="874533" y="0"/>
                </a:cubicBezTo>
                <a:lnTo>
                  <a:pt x="878622" y="0"/>
                </a:lnTo>
                <a:lnTo>
                  <a:pt x="878622" y="87462"/>
                </a:lnTo>
                <a:lnTo>
                  <a:pt x="867903" y="87462"/>
                </a:lnTo>
                <a:close/>
                <a:moveTo>
                  <a:pt x="908119" y="46356"/>
                </a:moveTo>
                <a:cubicBezTo>
                  <a:pt x="908119" y="31254"/>
                  <a:pt x="910624" y="19826"/>
                  <a:pt x="915634" y="12072"/>
                </a:cubicBezTo>
                <a:cubicBezTo>
                  <a:pt x="920643" y="4319"/>
                  <a:pt x="927899" y="442"/>
                  <a:pt x="937403" y="442"/>
                </a:cubicBezTo>
                <a:cubicBezTo>
                  <a:pt x="955525" y="442"/>
                  <a:pt x="964586" y="15065"/>
                  <a:pt x="964586" y="44311"/>
                </a:cubicBezTo>
                <a:cubicBezTo>
                  <a:pt x="964586" y="58750"/>
                  <a:pt x="962035" y="69791"/>
                  <a:pt x="956934" y="77434"/>
                </a:cubicBezTo>
                <a:cubicBezTo>
                  <a:pt x="951832" y="85077"/>
                  <a:pt x="944677" y="88899"/>
                  <a:pt x="935469" y="88899"/>
                </a:cubicBezTo>
                <a:cubicBezTo>
                  <a:pt x="926776" y="88899"/>
                  <a:pt x="920045" y="85271"/>
                  <a:pt x="915275" y="78014"/>
                </a:cubicBezTo>
                <a:cubicBezTo>
                  <a:pt x="910504" y="70758"/>
                  <a:pt x="908119" y="60205"/>
                  <a:pt x="908119" y="46356"/>
                </a:cubicBezTo>
                <a:moveTo>
                  <a:pt x="919170" y="45858"/>
                </a:moveTo>
                <a:cubicBezTo>
                  <a:pt x="919170" y="68585"/>
                  <a:pt x="924934" y="79948"/>
                  <a:pt x="936463" y="79948"/>
                </a:cubicBezTo>
                <a:cubicBezTo>
                  <a:pt x="947808" y="79948"/>
                  <a:pt x="953481" y="68401"/>
                  <a:pt x="953481" y="45306"/>
                </a:cubicBezTo>
                <a:cubicBezTo>
                  <a:pt x="953481" y="21401"/>
                  <a:pt x="947919" y="9448"/>
                  <a:pt x="936795" y="9448"/>
                </a:cubicBezTo>
                <a:cubicBezTo>
                  <a:pt x="925045" y="9448"/>
                  <a:pt x="919170" y="21585"/>
                  <a:pt x="919170" y="45858"/>
                </a:cubicBezTo>
                <a:close/>
                <a:moveTo>
                  <a:pt x="989384" y="73705"/>
                </a:moveTo>
                <a:lnTo>
                  <a:pt x="979936" y="103154"/>
                </a:lnTo>
                <a:lnTo>
                  <a:pt x="972091" y="103154"/>
                </a:lnTo>
                <a:lnTo>
                  <a:pt x="978942" y="73705"/>
                </a:lnTo>
                <a:lnTo>
                  <a:pt x="989384" y="73705"/>
                </a:lnTo>
                <a:close/>
                <a:moveTo>
                  <a:pt x="1068549" y="87462"/>
                </a:moveTo>
                <a:lnTo>
                  <a:pt x="1068549" y="14255"/>
                </a:lnTo>
                <a:cubicBezTo>
                  <a:pt x="1066855" y="15949"/>
                  <a:pt x="1063991" y="17846"/>
                  <a:pt x="1059958" y="19946"/>
                </a:cubicBezTo>
                <a:cubicBezTo>
                  <a:pt x="1055925" y="22045"/>
                  <a:pt x="1052195" y="23519"/>
                  <a:pt x="1048770" y="24366"/>
                </a:cubicBezTo>
                <a:lnTo>
                  <a:pt x="1048770" y="13758"/>
                </a:lnTo>
                <a:cubicBezTo>
                  <a:pt x="1053300" y="12505"/>
                  <a:pt x="1058144" y="10507"/>
                  <a:pt x="1063301" y="7763"/>
                </a:cubicBezTo>
                <a:cubicBezTo>
                  <a:pt x="1068457" y="5019"/>
                  <a:pt x="1072417" y="2431"/>
                  <a:pt x="1075180" y="0"/>
                </a:cubicBezTo>
                <a:lnTo>
                  <a:pt x="1079268" y="0"/>
                </a:lnTo>
                <a:lnTo>
                  <a:pt x="1079268" y="87462"/>
                </a:lnTo>
                <a:lnTo>
                  <a:pt x="1068549" y="87462"/>
                </a:lnTo>
                <a:close/>
                <a:moveTo>
                  <a:pt x="1108766" y="46356"/>
                </a:moveTo>
                <a:cubicBezTo>
                  <a:pt x="1108766" y="31254"/>
                  <a:pt x="1111271" y="19826"/>
                  <a:pt x="1116280" y="12072"/>
                </a:cubicBezTo>
                <a:cubicBezTo>
                  <a:pt x="1121290" y="4319"/>
                  <a:pt x="1128546" y="442"/>
                  <a:pt x="1138049" y="442"/>
                </a:cubicBezTo>
                <a:cubicBezTo>
                  <a:pt x="1156172" y="442"/>
                  <a:pt x="1165233" y="15065"/>
                  <a:pt x="1165233" y="44311"/>
                </a:cubicBezTo>
                <a:cubicBezTo>
                  <a:pt x="1165233" y="58750"/>
                  <a:pt x="1162682" y="69791"/>
                  <a:pt x="1157581" y="77434"/>
                </a:cubicBezTo>
                <a:cubicBezTo>
                  <a:pt x="1152479" y="85077"/>
                  <a:pt x="1145324" y="88899"/>
                  <a:pt x="1136116" y="88899"/>
                </a:cubicBezTo>
                <a:cubicBezTo>
                  <a:pt x="1127423" y="88899"/>
                  <a:pt x="1120691" y="85271"/>
                  <a:pt x="1115921" y="78014"/>
                </a:cubicBezTo>
                <a:cubicBezTo>
                  <a:pt x="1111151" y="70758"/>
                  <a:pt x="1108766" y="60205"/>
                  <a:pt x="1108766" y="46356"/>
                </a:cubicBezTo>
                <a:moveTo>
                  <a:pt x="1119816" y="45858"/>
                </a:moveTo>
                <a:cubicBezTo>
                  <a:pt x="1119816" y="68585"/>
                  <a:pt x="1125581" y="79948"/>
                  <a:pt x="1137110" y="79948"/>
                </a:cubicBezTo>
                <a:cubicBezTo>
                  <a:pt x="1148455" y="79948"/>
                  <a:pt x="1154127" y="68401"/>
                  <a:pt x="1154127" y="45306"/>
                </a:cubicBezTo>
                <a:cubicBezTo>
                  <a:pt x="1154127" y="21401"/>
                  <a:pt x="1148565" y="9448"/>
                  <a:pt x="1137442" y="9448"/>
                </a:cubicBezTo>
                <a:cubicBezTo>
                  <a:pt x="1125692" y="9448"/>
                  <a:pt x="1119816" y="21585"/>
                  <a:pt x="1119816" y="45858"/>
                </a:cubicBezTo>
                <a:close/>
                <a:moveTo>
                  <a:pt x="1190031" y="73705"/>
                </a:moveTo>
                <a:lnTo>
                  <a:pt x="1180583" y="103154"/>
                </a:lnTo>
                <a:lnTo>
                  <a:pt x="1172737" y="103154"/>
                </a:lnTo>
                <a:lnTo>
                  <a:pt x="1179588" y="73705"/>
                </a:lnTo>
                <a:lnTo>
                  <a:pt x="1190031" y="73705"/>
                </a:lnTo>
                <a:close/>
                <a:moveTo>
                  <a:pt x="1278865" y="57737"/>
                </a:moveTo>
                <a:lnTo>
                  <a:pt x="1246322" y="57737"/>
                </a:lnTo>
                <a:lnTo>
                  <a:pt x="1246322" y="49394"/>
                </a:lnTo>
                <a:lnTo>
                  <a:pt x="1278865" y="49394"/>
                </a:lnTo>
                <a:lnTo>
                  <a:pt x="1278865" y="57737"/>
                </a:lnTo>
                <a:close/>
                <a:moveTo>
                  <a:pt x="1317691" y="87462"/>
                </a:moveTo>
                <a:lnTo>
                  <a:pt x="1317691" y="14255"/>
                </a:lnTo>
                <a:cubicBezTo>
                  <a:pt x="1315996" y="15949"/>
                  <a:pt x="1313132" y="17846"/>
                  <a:pt x="1309099" y="19946"/>
                </a:cubicBezTo>
                <a:cubicBezTo>
                  <a:pt x="1305066" y="22045"/>
                  <a:pt x="1301336" y="23519"/>
                  <a:pt x="1297911" y="24366"/>
                </a:cubicBezTo>
                <a:lnTo>
                  <a:pt x="1297911" y="13758"/>
                </a:lnTo>
                <a:cubicBezTo>
                  <a:pt x="1302441" y="12505"/>
                  <a:pt x="1307285" y="10507"/>
                  <a:pt x="1312442" y="7763"/>
                </a:cubicBezTo>
                <a:cubicBezTo>
                  <a:pt x="1317599" y="5019"/>
                  <a:pt x="1321558" y="2431"/>
                  <a:pt x="1324321" y="0"/>
                </a:cubicBezTo>
                <a:lnTo>
                  <a:pt x="1328409" y="0"/>
                </a:lnTo>
                <a:lnTo>
                  <a:pt x="1328409" y="87462"/>
                </a:lnTo>
                <a:lnTo>
                  <a:pt x="1317691" y="87462"/>
                </a:lnTo>
                <a:close/>
                <a:moveTo>
                  <a:pt x="1357907" y="46356"/>
                </a:moveTo>
                <a:cubicBezTo>
                  <a:pt x="1357907" y="31254"/>
                  <a:pt x="1360412" y="19826"/>
                  <a:pt x="1365421" y="12072"/>
                </a:cubicBezTo>
                <a:cubicBezTo>
                  <a:pt x="1370431" y="4319"/>
                  <a:pt x="1377687" y="442"/>
                  <a:pt x="1387190" y="442"/>
                </a:cubicBezTo>
                <a:cubicBezTo>
                  <a:pt x="1405313" y="442"/>
                  <a:pt x="1414374" y="15065"/>
                  <a:pt x="1414374" y="44311"/>
                </a:cubicBezTo>
                <a:cubicBezTo>
                  <a:pt x="1414374" y="58750"/>
                  <a:pt x="1411823" y="69791"/>
                  <a:pt x="1406721" y="77434"/>
                </a:cubicBezTo>
                <a:cubicBezTo>
                  <a:pt x="1401620" y="85077"/>
                  <a:pt x="1394465" y="88899"/>
                  <a:pt x="1385256" y="88899"/>
                </a:cubicBezTo>
                <a:cubicBezTo>
                  <a:pt x="1376564" y="88899"/>
                  <a:pt x="1369832" y="85271"/>
                  <a:pt x="1365062" y="78014"/>
                </a:cubicBezTo>
                <a:cubicBezTo>
                  <a:pt x="1360292" y="70758"/>
                  <a:pt x="1357907" y="60205"/>
                  <a:pt x="1357907" y="46356"/>
                </a:cubicBezTo>
                <a:moveTo>
                  <a:pt x="1368957" y="45858"/>
                </a:moveTo>
                <a:cubicBezTo>
                  <a:pt x="1368957" y="68585"/>
                  <a:pt x="1374722" y="79948"/>
                  <a:pt x="1386251" y="79948"/>
                </a:cubicBezTo>
                <a:cubicBezTo>
                  <a:pt x="1397596" y="79948"/>
                  <a:pt x="1403268" y="68401"/>
                  <a:pt x="1403268" y="45306"/>
                </a:cubicBezTo>
                <a:cubicBezTo>
                  <a:pt x="1403268" y="21401"/>
                  <a:pt x="1397706" y="9448"/>
                  <a:pt x="1386582" y="9448"/>
                </a:cubicBezTo>
                <a:cubicBezTo>
                  <a:pt x="1374832" y="9448"/>
                  <a:pt x="1368957" y="21585"/>
                  <a:pt x="1368957" y="45858"/>
                </a:cubicBezTo>
                <a:close/>
                <a:moveTo>
                  <a:pt x="1445470" y="106911"/>
                </a:moveTo>
                <a:lnTo>
                  <a:pt x="1422817" y="106911"/>
                </a:lnTo>
                <a:lnTo>
                  <a:pt x="1422817" y="99286"/>
                </a:lnTo>
                <a:lnTo>
                  <a:pt x="1435967" y="99286"/>
                </a:lnTo>
                <a:lnTo>
                  <a:pt x="1435967" y="9558"/>
                </a:lnTo>
                <a:lnTo>
                  <a:pt x="1422817" y="9558"/>
                </a:lnTo>
                <a:lnTo>
                  <a:pt x="1422817" y="1879"/>
                </a:lnTo>
                <a:lnTo>
                  <a:pt x="1445470" y="1879"/>
                </a:lnTo>
                <a:lnTo>
                  <a:pt x="1445470" y="106911"/>
                </a:lnTo>
                <a:close/>
                <a:moveTo>
                  <a:pt x="1476558" y="73705"/>
                </a:moveTo>
                <a:lnTo>
                  <a:pt x="1467110" y="103154"/>
                </a:lnTo>
                <a:lnTo>
                  <a:pt x="1459264" y="103154"/>
                </a:lnTo>
                <a:lnTo>
                  <a:pt x="1466115" y="73705"/>
                </a:lnTo>
                <a:lnTo>
                  <a:pt x="1476558" y="73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[5,-5...">
            <a:extLst xmlns:a="http://schemas.openxmlformats.org/drawingml/2006/main">
              <a:ext uri="{FF2B5EF4-FFF2-40B4-BE49-F238E27FC236}">
                <a16:creationId xmlns:a16="http://schemas.microsoft.com/office/drawing/2014/main" id="{42BCBFE5-C6B6-445A-A374-53AF884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57" y="4192225"/>
            <a:ext cx="343258" cy="105032"/>
          </a:xfrm>
          <a:custGeom xmlns:a="http://schemas.openxmlformats.org/drawingml/2006/main">
            <a:pathLst>
              <a:path w="343258" h="105032">
                <a:moveTo>
                  <a:pt x="22598" y="105032"/>
                </a:moveTo>
                <a:lnTo>
                  <a:pt x="0" y="105032"/>
                </a:lnTo>
                <a:lnTo>
                  <a:pt x="0" y="0"/>
                </a:lnTo>
                <a:lnTo>
                  <a:pt x="22598" y="0"/>
                </a:lnTo>
                <a:lnTo>
                  <a:pt x="22598" y="7680"/>
                </a:lnTo>
                <a:lnTo>
                  <a:pt x="9503" y="7680"/>
                </a:lnTo>
                <a:lnTo>
                  <a:pt x="9503" y="97408"/>
                </a:lnTo>
                <a:lnTo>
                  <a:pt x="22598" y="97408"/>
                </a:lnTo>
                <a:lnTo>
                  <a:pt x="22598" y="105032"/>
                </a:lnTo>
                <a:close/>
                <a:moveTo>
                  <a:pt x="83571" y="59174"/>
                </a:moveTo>
                <a:cubicBezTo>
                  <a:pt x="83571" y="67535"/>
                  <a:pt x="80800" y="74276"/>
                  <a:pt x="75256" y="79396"/>
                </a:cubicBezTo>
                <a:cubicBezTo>
                  <a:pt x="69713" y="84516"/>
                  <a:pt x="62263" y="87076"/>
                  <a:pt x="52907" y="87076"/>
                </a:cubicBezTo>
                <a:cubicBezTo>
                  <a:pt x="44877" y="87076"/>
                  <a:pt x="38892" y="85879"/>
                  <a:pt x="34950" y="83484"/>
                </a:cubicBezTo>
                <a:lnTo>
                  <a:pt x="34950" y="72434"/>
                </a:lnTo>
                <a:cubicBezTo>
                  <a:pt x="40733" y="76191"/>
                  <a:pt x="46627" y="78070"/>
                  <a:pt x="52631" y="78070"/>
                </a:cubicBezTo>
                <a:cubicBezTo>
                  <a:pt x="58598" y="78070"/>
                  <a:pt x="63414" y="76421"/>
                  <a:pt x="67079" y="73125"/>
                </a:cubicBezTo>
                <a:cubicBezTo>
                  <a:pt x="70744" y="69828"/>
                  <a:pt x="72576" y="65454"/>
                  <a:pt x="72576" y="60003"/>
                </a:cubicBezTo>
                <a:cubicBezTo>
                  <a:pt x="72576" y="54551"/>
                  <a:pt x="70670" y="50306"/>
                  <a:pt x="66858" y="47267"/>
                </a:cubicBezTo>
                <a:cubicBezTo>
                  <a:pt x="63046" y="44228"/>
                  <a:pt x="57659" y="42709"/>
                  <a:pt x="50697" y="42709"/>
                </a:cubicBezTo>
                <a:cubicBezTo>
                  <a:pt x="45319" y="42709"/>
                  <a:pt x="40476" y="42948"/>
                  <a:pt x="36166" y="43427"/>
                </a:cubicBezTo>
                <a:lnTo>
                  <a:pt x="39315" y="0"/>
                </a:lnTo>
                <a:lnTo>
                  <a:pt x="79317" y="0"/>
                </a:lnTo>
                <a:lnTo>
                  <a:pt x="79317" y="9503"/>
                </a:lnTo>
                <a:lnTo>
                  <a:pt x="48432" y="9503"/>
                </a:lnTo>
                <a:lnTo>
                  <a:pt x="46664" y="33758"/>
                </a:lnTo>
                <a:lnTo>
                  <a:pt x="54454" y="33427"/>
                </a:lnTo>
                <a:cubicBezTo>
                  <a:pt x="63515" y="33427"/>
                  <a:pt x="70633" y="35683"/>
                  <a:pt x="75809" y="40195"/>
                </a:cubicBezTo>
                <a:cubicBezTo>
                  <a:pt x="80984" y="44707"/>
                  <a:pt x="83571" y="51034"/>
                  <a:pt x="83571" y="59174"/>
                </a:cubicBezTo>
                <a:close/>
                <a:moveTo>
                  <a:pt x="111632" y="71826"/>
                </a:moveTo>
                <a:lnTo>
                  <a:pt x="102184" y="101275"/>
                </a:lnTo>
                <a:lnTo>
                  <a:pt x="94338" y="101275"/>
                </a:lnTo>
                <a:lnTo>
                  <a:pt x="101189" y="71826"/>
                </a:lnTo>
                <a:lnTo>
                  <a:pt x="111632" y="71826"/>
                </a:lnTo>
                <a:close/>
                <a:moveTo>
                  <a:pt x="193798" y="55859"/>
                </a:moveTo>
                <a:lnTo>
                  <a:pt x="161255" y="55859"/>
                </a:lnTo>
                <a:lnTo>
                  <a:pt x="161255" y="47516"/>
                </a:lnTo>
                <a:lnTo>
                  <a:pt x="193798" y="47516"/>
                </a:lnTo>
                <a:lnTo>
                  <a:pt x="193798" y="55859"/>
                </a:lnTo>
                <a:close/>
                <a:moveTo>
                  <a:pt x="259365" y="59174"/>
                </a:moveTo>
                <a:cubicBezTo>
                  <a:pt x="259365" y="67535"/>
                  <a:pt x="256593" y="74276"/>
                  <a:pt x="251050" y="79396"/>
                </a:cubicBezTo>
                <a:cubicBezTo>
                  <a:pt x="245506" y="84516"/>
                  <a:pt x="238057" y="87076"/>
                  <a:pt x="228701" y="87076"/>
                </a:cubicBezTo>
                <a:cubicBezTo>
                  <a:pt x="220671" y="87076"/>
                  <a:pt x="214685" y="85879"/>
                  <a:pt x="210744" y="83484"/>
                </a:cubicBezTo>
                <a:lnTo>
                  <a:pt x="210744" y="72434"/>
                </a:lnTo>
                <a:cubicBezTo>
                  <a:pt x="216527" y="76191"/>
                  <a:pt x="222421" y="78070"/>
                  <a:pt x="228425" y="78070"/>
                </a:cubicBezTo>
                <a:cubicBezTo>
                  <a:pt x="234392" y="78070"/>
                  <a:pt x="239208" y="76421"/>
                  <a:pt x="242873" y="73125"/>
                </a:cubicBezTo>
                <a:cubicBezTo>
                  <a:pt x="246538" y="69828"/>
                  <a:pt x="248370" y="65454"/>
                  <a:pt x="248370" y="60003"/>
                </a:cubicBezTo>
                <a:cubicBezTo>
                  <a:pt x="248370" y="54551"/>
                  <a:pt x="246464" y="50306"/>
                  <a:pt x="242652" y="47267"/>
                </a:cubicBezTo>
                <a:cubicBezTo>
                  <a:pt x="238839" y="44228"/>
                  <a:pt x="233452" y="42709"/>
                  <a:pt x="226491" y="42709"/>
                </a:cubicBezTo>
                <a:cubicBezTo>
                  <a:pt x="221113" y="42709"/>
                  <a:pt x="216269" y="42948"/>
                  <a:pt x="211960" y="43427"/>
                </a:cubicBezTo>
                <a:lnTo>
                  <a:pt x="215109" y="0"/>
                </a:lnTo>
                <a:lnTo>
                  <a:pt x="255111" y="0"/>
                </a:lnTo>
                <a:lnTo>
                  <a:pt x="255111" y="9503"/>
                </a:lnTo>
                <a:lnTo>
                  <a:pt x="224225" y="9503"/>
                </a:lnTo>
                <a:lnTo>
                  <a:pt x="222457" y="33758"/>
                </a:lnTo>
                <a:lnTo>
                  <a:pt x="230248" y="33427"/>
                </a:lnTo>
                <a:cubicBezTo>
                  <a:pt x="239309" y="33427"/>
                  <a:pt x="246427" y="35683"/>
                  <a:pt x="251602" y="40195"/>
                </a:cubicBezTo>
                <a:cubicBezTo>
                  <a:pt x="256777" y="44707"/>
                  <a:pt x="259365" y="51034"/>
                  <a:pt x="259365" y="59174"/>
                </a:cubicBezTo>
                <a:close/>
                <a:moveTo>
                  <a:pt x="274385" y="79893"/>
                </a:moveTo>
                <a:cubicBezTo>
                  <a:pt x="274385" y="77904"/>
                  <a:pt x="275067" y="76228"/>
                  <a:pt x="276429" y="74865"/>
                </a:cubicBezTo>
                <a:cubicBezTo>
                  <a:pt x="277792" y="73502"/>
                  <a:pt x="279487" y="72821"/>
                  <a:pt x="281513" y="72821"/>
                </a:cubicBezTo>
                <a:cubicBezTo>
                  <a:pt x="283575" y="72821"/>
                  <a:pt x="285288" y="73512"/>
                  <a:pt x="286651" y="74893"/>
                </a:cubicBezTo>
                <a:cubicBezTo>
                  <a:pt x="288014" y="76274"/>
                  <a:pt x="288695" y="77941"/>
                  <a:pt x="288695" y="79893"/>
                </a:cubicBezTo>
                <a:cubicBezTo>
                  <a:pt x="288695" y="81808"/>
                  <a:pt x="288014" y="83457"/>
                  <a:pt x="286651" y="84838"/>
                </a:cubicBezTo>
                <a:cubicBezTo>
                  <a:pt x="285288" y="86219"/>
                  <a:pt x="283557" y="86910"/>
                  <a:pt x="281457" y="86910"/>
                </a:cubicBezTo>
                <a:cubicBezTo>
                  <a:pt x="279431" y="86910"/>
                  <a:pt x="277746" y="86219"/>
                  <a:pt x="276402" y="84838"/>
                </a:cubicBezTo>
                <a:cubicBezTo>
                  <a:pt x="275057" y="83457"/>
                  <a:pt x="274385" y="81808"/>
                  <a:pt x="274385" y="79893"/>
                </a:cubicBezTo>
                <a:close/>
                <a:moveTo>
                  <a:pt x="301666" y="79893"/>
                </a:moveTo>
                <a:cubicBezTo>
                  <a:pt x="301666" y="77904"/>
                  <a:pt x="302348" y="76228"/>
                  <a:pt x="303711" y="74865"/>
                </a:cubicBezTo>
                <a:cubicBezTo>
                  <a:pt x="305073" y="73502"/>
                  <a:pt x="306768" y="72821"/>
                  <a:pt x="308794" y="72821"/>
                </a:cubicBezTo>
                <a:cubicBezTo>
                  <a:pt x="310856" y="72821"/>
                  <a:pt x="312569" y="73512"/>
                  <a:pt x="313932" y="74893"/>
                </a:cubicBezTo>
                <a:cubicBezTo>
                  <a:pt x="315295" y="76274"/>
                  <a:pt x="315976" y="77941"/>
                  <a:pt x="315976" y="79893"/>
                </a:cubicBezTo>
                <a:cubicBezTo>
                  <a:pt x="315976" y="81808"/>
                  <a:pt x="315295" y="83457"/>
                  <a:pt x="313932" y="84838"/>
                </a:cubicBezTo>
                <a:cubicBezTo>
                  <a:pt x="312569" y="86219"/>
                  <a:pt x="310838" y="86910"/>
                  <a:pt x="308738" y="86910"/>
                </a:cubicBezTo>
                <a:cubicBezTo>
                  <a:pt x="306713" y="86910"/>
                  <a:pt x="305027" y="86219"/>
                  <a:pt x="303683" y="84838"/>
                </a:cubicBezTo>
                <a:cubicBezTo>
                  <a:pt x="302338" y="83457"/>
                  <a:pt x="301666" y="81808"/>
                  <a:pt x="301666" y="79893"/>
                </a:cubicBezTo>
                <a:close/>
                <a:moveTo>
                  <a:pt x="328948" y="79893"/>
                </a:moveTo>
                <a:cubicBezTo>
                  <a:pt x="328948" y="77904"/>
                  <a:pt x="329630" y="76228"/>
                  <a:pt x="330993" y="74865"/>
                </a:cubicBezTo>
                <a:cubicBezTo>
                  <a:pt x="332355" y="73502"/>
                  <a:pt x="334050" y="72821"/>
                  <a:pt x="336076" y="72821"/>
                </a:cubicBezTo>
                <a:cubicBezTo>
                  <a:pt x="338138" y="72821"/>
                  <a:pt x="339851" y="73512"/>
                  <a:pt x="341214" y="74893"/>
                </a:cubicBezTo>
                <a:cubicBezTo>
                  <a:pt x="342577" y="76274"/>
                  <a:pt x="343258" y="77941"/>
                  <a:pt x="343258" y="79893"/>
                </a:cubicBezTo>
                <a:cubicBezTo>
                  <a:pt x="343258" y="81808"/>
                  <a:pt x="342577" y="83457"/>
                  <a:pt x="341214" y="84838"/>
                </a:cubicBezTo>
                <a:cubicBezTo>
                  <a:pt x="339851" y="86219"/>
                  <a:pt x="338120" y="86910"/>
                  <a:pt x="336020" y="86910"/>
                </a:cubicBezTo>
                <a:cubicBezTo>
                  <a:pt x="333994" y="86910"/>
                  <a:pt x="332309" y="86219"/>
                  <a:pt x="330965" y="84838"/>
                </a:cubicBezTo>
                <a:cubicBezTo>
                  <a:pt x="329620" y="83457"/>
                  <a:pt x="328948" y="81808"/>
                  <a:pt x="328948" y="79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c565fc4544ab1"/>
          <a:stretch xmlns:a="http://schemas.openxmlformats.org/drawingml/2006/main"/>
        </p:blipFill>
        <p:spPr>
          <a:xfrm xmlns:a="http://schemas.openxmlformats.org/drawingml/2006/main">
            <a:off x="5460802" y="3951925"/>
            <a:ext cx="1705071" cy="828288"/>
          </a:xfrm>
          <a:prstGeom xmlns:a="http://schemas.openxmlformats.org/drawingml/2006/main" prst="rect">
            <a:avLst/>
          </a:prstGeom>
        </p:spPr>
      </p:pic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0503B-41A1-4A53-8607-7F9EE6E8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656" y="3976447"/>
            <a:ext cx="1622437" cy="744650"/>
          </a:xfrm>
          <a:custGeom xmlns:a="http://schemas.openxmlformats.org/drawingml/2006/main">
            <a:pathLst>
              <a:path w="1622437" h="744650">
                <a:moveTo>
                  <a:pt x="0" y="0"/>
                </a:moveTo>
                <a:lnTo>
                  <a:pt x="1622437" y="0"/>
                </a:lnTo>
                <a:lnTo>
                  <a:pt x="1622437" y="744650"/>
                </a:lnTo>
                <a:lnTo>
                  <a:pt x="0" y="7446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F9FAA-895F-44C8-9203-53477B23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656" y="3976447"/>
            <a:ext cx="1622438" cy="744650"/>
          </a:xfrm>
          <a:custGeom xmlns:a="http://schemas.openxmlformats.org/drawingml/2006/main">
            <a:pathLst>
              <a:path w="1622438" h="744650" fill="none">
                <a:moveTo>
                  <a:pt x="0" y="0"/>
                </a:moveTo>
                <a:lnTo>
                  <a:pt x="1622438" y="0"/>
                </a:lnTo>
                <a:lnTo>
                  <a:pt x="1622438" y="744650"/>
                </a:lnTo>
                <a:lnTo>
                  <a:pt x="0" y="7446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000000"/>
            </a:solidFill>
            <a:miter/>
          </a:ln>
        </p:spPr>
      </p:sp>
      <p:sp>
        <p:nvSpPr>
          <p:cNvPr id="131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5046B222-3BCA-4E6D-AA8D-A44A4BD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065" y="4056150"/>
            <a:ext cx="594100" cy="101157"/>
          </a:xfrm>
          <a:custGeom xmlns:a="http://schemas.openxmlformats.org/drawingml/2006/main">
            <a:pathLst>
              <a:path w="594100" h="101157">
                <a:moveTo>
                  <a:pt x="76657" y="18691"/>
                </a:moveTo>
                <a:lnTo>
                  <a:pt x="48747" y="18691"/>
                </a:lnTo>
                <a:lnTo>
                  <a:pt x="48747" y="99452"/>
                </a:lnTo>
                <a:lnTo>
                  <a:pt x="27847" y="99452"/>
                </a:lnTo>
                <a:lnTo>
                  <a:pt x="27847" y="18691"/>
                </a:lnTo>
                <a:lnTo>
                  <a:pt x="0" y="18691"/>
                </a:lnTo>
                <a:lnTo>
                  <a:pt x="0" y="1642"/>
                </a:lnTo>
                <a:lnTo>
                  <a:pt x="76657" y="1642"/>
                </a:lnTo>
                <a:lnTo>
                  <a:pt x="76657" y="18691"/>
                </a:lnTo>
                <a:close/>
                <a:moveTo>
                  <a:pt x="137203" y="70279"/>
                </a:moveTo>
                <a:lnTo>
                  <a:pt x="91234" y="70279"/>
                </a:lnTo>
                <a:cubicBezTo>
                  <a:pt x="91950" y="81098"/>
                  <a:pt x="98475" y="86507"/>
                  <a:pt x="110809" y="86507"/>
                </a:cubicBezTo>
                <a:cubicBezTo>
                  <a:pt x="118513" y="86507"/>
                  <a:pt x="125311" y="84613"/>
                  <a:pt x="131205" y="80824"/>
                </a:cubicBezTo>
                <a:lnTo>
                  <a:pt x="131205" y="95790"/>
                </a:lnTo>
                <a:cubicBezTo>
                  <a:pt x="124848" y="99368"/>
                  <a:pt x="116513" y="101157"/>
                  <a:pt x="106200" y="101157"/>
                </a:cubicBezTo>
                <a:cubicBezTo>
                  <a:pt x="95086" y="101157"/>
                  <a:pt x="86446" y="98021"/>
                  <a:pt x="80279" y="91748"/>
                </a:cubicBezTo>
                <a:cubicBezTo>
                  <a:pt x="74112" y="85476"/>
                  <a:pt x="71028" y="76741"/>
                  <a:pt x="71028" y="65544"/>
                </a:cubicBezTo>
                <a:cubicBezTo>
                  <a:pt x="71028" y="54388"/>
                  <a:pt x="74312" y="45327"/>
                  <a:pt x="80879" y="38360"/>
                </a:cubicBezTo>
                <a:cubicBezTo>
                  <a:pt x="87446" y="31393"/>
                  <a:pt x="95697" y="27910"/>
                  <a:pt x="105631" y="27910"/>
                </a:cubicBezTo>
                <a:cubicBezTo>
                  <a:pt x="115524" y="27910"/>
                  <a:pt x="123259" y="30909"/>
                  <a:pt x="128837" y="36908"/>
                </a:cubicBezTo>
                <a:cubicBezTo>
                  <a:pt x="134414" y="42906"/>
                  <a:pt x="137203" y="51147"/>
                  <a:pt x="137203" y="61629"/>
                </a:cubicBezTo>
                <a:lnTo>
                  <a:pt x="137203" y="70279"/>
                </a:lnTo>
                <a:moveTo>
                  <a:pt x="118197" y="57524"/>
                </a:moveTo>
                <a:cubicBezTo>
                  <a:pt x="118197" y="47084"/>
                  <a:pt x="113966" y="41865"/>
                  <a:pt x="105505" y="41865"/>
                </a:cubicBezTo>
                <a:cubicBezTo>
                  <a:pt x="102011" y="41865"/>
                  <a:pt x="98917" y="43296"/>
                  <a:pt x="96223" y="46158"/>
                </a:cubicBezTo>
                <a:cubicBezTo>
                  <a:pt x="93529" y="49021"/>
                  <a:pt x="91845" y="52809"/>
                  <a:pt x="91171" y="57524"/>
                </a:cubicBezTo>
                <a:lnTo>
                  <a:pt x="118197" y="57524"/>
                </a:lnTo>
                <a:close/>
                <a:moveTo>
                  <a:pt x="149185" y="80698"/>
                </a:moveTo>
                <a:cubicBezTo>
                  <a:pt x="156173" y="84950"/>
                  <a:pt x="163013" y="87076"/>
                  <a:pt x="169706" y="87076"/>
                </a:cubicBezTo>
                <a:cubicBezTo>
                  <a:pt x="178126" y="87076"/>
                  <a:pt x="182335" y="84823"/>
                  <a:pt x="182335" y="80319"/>
                </a:cubicBezTo>
                <a:cubicBezTo>
                  <a:pt x="182335" y="77120"/>
                  <a:pt x="178862" y="74447"/>
                  <a:pt x="171917" y="72300"/>
                </a:cubicBezTo>
                <a:cubicBezTo>
                  <a:pt x="163245" y="69606"/>
                  <a:pt x="157288" y="66606"/>
                  <a:pt x="154047" y="63302"/>
                </a:cubicBezTo>
                <a:cubicBezTo>
                  <a:pt x="150805" y="59997"/>
                  <a:pt x="149185" y="55525"/>
                  <a:pt x="149185" y="49884"/>
                </a:cubicBezTo>
                <a:cubicBezTo>
                  <a:pt x="149185" y="43022"/>
                  <a:pt x="151963" y="37644"/>
                  <a:pt x="157520" y="33750"/>
                </a:cubicBezTo>
                <a:cubicBezTo>
                  <a:pt x="163076" y="29857"/>
                  <a:pt x="170359" y="27910"/>
                  <a:pt x="179368" y="27910"/>
                </a:cubicBezTo>
                <a:cubicBezTo>
                  <a:pt x="185766" y="27910"/>
                  <a:pt x="191933" y="28857"/>
                  <a:pt x="197869" y="30751"/>
                </a:cubicBezTo>
                <a:lnTo>
                  <a:pt x="197869" y="46790"/>
                </a:lnTo>
                <a:cubicBezTo>
                  <a:pt x="192438" y="43590"/>
                  <a:pt x="186461" y="41991"/>
                  <a:pt x="179936" y="41991"/>
                </a:cubicBezTo>
                <a:cubicBezTo>
                  <a:pt x="176694" y="41991"/>
                  <a:pt x="174084" y="42570"/>
                  <a:pt x="172106" y="43727"/>
                </a:cubicBezTo>
                <a:cubicBezTo>
                  <a:pt x="170127" y="44885"/>
                  <a:pt x="169138" y="46411"/>
                  <a:pt x="169138" y="48305"/>
                </a:cubicBezTo>
                <a:cubicBezTo>
                  <a:pt x="169138" y="51504"/>
                  <a:pt x="172085" y="54093"/>
                  <a:pt x="177978" y="56072"/>
                </a:cubicBezTo>
                <a:cubicBezTo>
                  <a:pt x="184293" y="58177"/>
                  <a:pt x="189039" y="60092"/>
                  <a:pt x="192217" y="61818"/>
                </a:cubicBezTo>
                <a:cubicBezTo>
                  <a:pt x="195396" y="63544"/>
                  <a:pt x="197816" y="65817"/>
                  <a:pt x="199479" y="68638"/>
                </a:cubicBezTo>
                <a:cubicBezTo>
                  <a:pt x="201142" y="71458"/>
                  <a:pt x="201973" y="74720"/>
                  <a:pt x="201973" y="78425"/>
                </a:cubicBezTo>
                <a:cubicBezTo>
                  <a:pt x="201973" y="85623"/>
                  <a:pt x="199089" y="91212"/>
                  <a:pt x="193322" y="95190"/>
                </a:cubicBezTo>
                <a:cubicBezTo>
                  <a:pt x="187555" y="99168"/>
                  <a:pt x="179852" y="101157"/>
                  <a:pt x="170212" y="101157"/>
                </a:cubicBezTo>
                <a:cubicBezTo>
                  <a:pt x="162634" y="101157"/>
                  <a:pt x="155625" y="99957"/>
                  <a:pt x="149185" y="97558"/>
                </a:cubicBezTo>
                <a:lnTo>
                  <a:pt x="149185" y="80698"/>
                </a:lnTo>
                <a:close/>
                <a:moveTo>
                  <a:pt x="255786" y="98631"/>
                </a:moveTo>
                <a:cubicBezTo>
                  <a:pt x="252713" y="100315"/>
                  <a:pt x="248062" y="101157"/>
                  <a:pt x="241831" y="101157"/>
                </a:cubicBezTo>
                <a:cubicBezTo>
                  <a:pt x="227014" y="101157"/>
                  <a:pt x="219605" y="93369"/>
                  <a:pt x="219605" y="77793"/>
                </a:cubicBezTo>
                <a:lnTo>
                  <a:pt x="219605" y="44832"/>
                </a:lnTo>
                <a:lnTo>
                  <a:pt x="208113" y="44832"/>
                </a:lnTo>
                <a:lnTo>
                  <a:pt x="208113" y="29615"/>
                </a:lnTo>
                <a:lnTo>
                  <a:pt x="219605" y="29615"/>
                </a:lnTo>
                <a:lnTo>
                  <a:pt x="219605" y="14271"/>
                </a:lnTo>
                <a:lnTo>
                  <a:pt x="239874" y="8461"/>
                </a:lnTo>
                <a:lnTo>
                  <a:pt x="239874" y="29615"/>
                </a:lnTo>
                <a:lnTo>
                  <a:pt x="255786" y="29615"/>
                </a:lnTo>
                <a:lnTo>
                  <a:pt x="255786" y="44832"/>
                </a:lnTo>
                <a:lnTo>
                  <a:pt x="239874" y="44832"/>
                </a:lnTo>
                <a:lnTo>
                  <a:pt x="239874" y="74257"/>
                </a:lnTo>
                <a:cubicBezTo>
                  <a:pt x="239874" y="81708"/>
                  <a:pt x="242821" y="85434"/>
                  <a:pt x="248714" y="85434"/>
                </a:cubicBezTo>
                <a:cubicBezTo>
                  <a:pt x="250987" y="85434"/>
                  <a:pt x="253345" y="84760"/>
                  <a:pt x="255786" y="83413"/>
                </a:cubicBezTo>
                <a:lnTo>
                  <a:pt x="255786" y="98631"/>
                </a:lnTo>
                <a:close/>
                <a:moveTo>
                  <a:pt x="378497" y="95916"/>
                </a:moveTo>
                <a:cubicBezTo>
                  <a:pt x="371383" y="99410"/>
                  <a:pt x="362101" y="101157"/>
                  <a:pt x="350651" y="101157"/>
                </a:cubicBezTo>
                <a:cubicBezTo>
                  <a:pt x="335917" y="101157"/>
                  <a:pt x="324225" y="96747"/>
                  <a:pt x="315574" y="87928"/>
                </a:cubicBezTo>
                <a:cubicBezTo>
                  <a:pt x="306924" y="79109"/>
                  <a:pt x="302598" y="67354"/>
                  <a:pt x="302598" y="52662"/>
                </a:cubicBezTo>
                <a:cubicBezTo>
                  <a:pt x="302598" y="37213"/>
                  <a:pt x="307429" y="24574"/>
                  <a:pt x="317090" y="14744"/>
                </a:cubicBezTo>
                <a:cubicBezTo>
                  <a:pt x="326751" y="4915"/>
                  <a:pt x="339222" y="0"/>
                  <a:pt x="354503" y="0"/>
                </a:cubicBezTo>
                <a:cubicBezTo>
                  <a:pt x="364059" y="0"/>
                  <a:pt x="372057" y="1242"/>
                  <a:pt x="378497" y="3725"/>
                </a:cubicBezTo>
                <a:lnTo>
                  <a:pt x="378497" y="23868"/>
                </a:lnTo>
                <a:cubicBezTo>
                  <a:pt x="371888" y="19996"/>
                  <a:pt x="364395" y="18059"/>
                  <a:pt x="356018" y="18059"/>
                </a:cubicBezTo>
                <a:cubicBezTo>
                  <a:pt x="346462" y="18059"/>
                  <a:pt x="338822" y="21111"/>
                  <a:pt x="333097" y="27215"/>
                </a:cubicBezTo>
                <a:cubicBezTo>
                  <a:pt x="327372" y="33319"/>
                  <a:pt x="324509" y="41296"/>
                  <a:pt x="324509" y="51147"/>
                </a:cubicBezTo>
                <a:cubicBezTo>
                  <a:pt x="324509" y="60745"/>
                  <a:pt x="327225" y="68469"/>
                  <a:pt x="332655" y="74321"/>
                </a:cubicBezTo>
                <a:cubicBezTo>
                  <a:pt x="338085" y="80172"/>
                  <a:pt x="345431" y="83098"/>
                  <a:pt x="354692" y="83098"/>
                </a:cubicBezTo>
                <a:cubicBezTo>
                  <a:pt x="363406" y="83098"/>
                  <a:pt x="371341" y="80993"/>
                  <a:pt x="378497" y="76783"/>
                </a:cubicBezTo>
                <a:lnTo>
                  <a:pt x="378497" y="95916"/>
                </a:lnTo>
                <a:close/>
                <a:moveTo>
                  <a:pt x="395349" y="33845"/>
                </a:moveTo>
                <a:cubicBezTo>
                  <a:pt x="398506" y="32077"/>
                  <a:pt x="402726" y="30646"/>
                  <a:pt x="408009" y="29551"/>
                </a:cubicBezTo>
                <a:cubicBezTo>
                  <a:pt x="413292" y="28457"/>
                  <a:pt x="417807" y="27910"/>
                  <a:pt x="421554" y="27910"/>
                </a:cubicBezTo>
                <a:cubicBezTo>
                  <a:pt x="441086" y="27910"/>
                  <a:pt x="450852" y="37697"/>
                  <a:pt x="450852" y="57272"/>
                </a:cubicBezTo>
                <a:lnTo>
                  <a:pt x="450852" y="99452"/>
                </a:lnTo>
                <a:lnTo>
                  <a:pt x="431467" y="99452"/>
                </a:lnTo>
                <a:lnTo>
                  <a:pt x="431467" y="89286"/>
                </a:lnTo>
                <a:lnTo>
                  <a:pt x="431215" y="89286"/>
                </a:lnTo>
                <a:cubicBezTo>
                  <a:pt x="426458" y="97200"/>
                  <a:pt x="419491" y="101157"/>
                  <a:pt x="410314" y="101157"/>
                </a:cubicBezTo>
                <a:cubicBezTo>
                  <a:pt x="403705" y="101157"/>
                  <a:pt x="398411" y="99273"/>
                  <a:pt x="394433" y="95505"/>
                </a:cubicBezTo>
                <a:cubicBezTo>
                  <a:pt x="390455" y="91738"/>
                  <a:pt x="388466" y="86613"/>
                  <a:pt x="388466" y="80130"/>
                </a:cubicBezTo>
                <a:cubicBezTo>
                  <a:pt x="388466" y="66743"/>
                  <a:pt x="396443" y="58955"/>
                  <a:pt x="412398" y="56766"/>
                </a:cubicBezTo>
                <a:lnTo>
                  <a:pt x="431593" y="54178"/>
                </a:lnTo>
                <a:cubicBezTo>
                  <a:pt x="431593" y="46053"/>
                  <a:pt x="427363" y="41991"/>
                  <a:pt x="418901" y="41991"/>
                </a:cubicBezTo>
                <a:cubicBezTo>
                  <a:pt x="410566" y="41991"/>
                  <a:pt x="402716" y="44517"/>
                  <a:pt x="395349" y="49568"/>
                </a:cubicBezTo>
                <a:lnTo>
                  <a:pt x="395349" y="33845"/>
                </a:lnTo>
                <a:moveTo>
                  <a:pt x="418396" y="67817"/>
                </a:moveTo>
                <a:cubicBezTo>
                  <a:pt x="411030" y="68785"/>
                  <a:pt x="407346" y="72110"/>
                  <a:pt x="407346" y="77793"/>
                </a:cubicBezTo>
                <a:cubicBezTo>
                  <a:pt x="407346" y="80403"/>
                  <a:pt x="408241" y="82508"/>
                  <a:pt x="410030" y="84108"/>
                </a:cubicBezTo>
                <a:cubicBezTo>
                  <a:pt x="411819" y="85708"/>
                  <a:pt x="414229" y="86507"/>
                  <a:pt x="417260" y="86507"/>
                </a:cubicBezTo>
                <a:cubicBezTo>
                  <a:pt x="421427" y="86507"/>
                  <a:pt x="424858" y="85034"/>
                  <a:pt x="427552" y="82087"/>
                </a:cubicBezTo>
                <a:cubicBezTo>
                  <a:pt x="430246" y="79141"/>
                  <a:pt x="431593" y="75478"/>
                  <a:pt x="431593" y="71100"/>
                </a:cubicBezTo>
                <a:lnTo>
                  <a:pt x="431593" y="66112"/>
                </a:lnTo>
                <a:lnTo>
                  <a:pt x="418396" y="67817"/>
                </a:lnTo>
                <a:close/>
                <a:moveTo>
                  <a:pt x="466598" y="80698"/>
                </a:moveTo>
                <a:cubicBezTo>
                  <a:pt x="473586" y="84950"/>
                  <a:pt x="480426" y="87076"/>
                  <a:pt x="487120" y="87076"/>
                </a:cubicBezTo>
                <a:cubicBezTo>
                  <a:pt x="495539" y="87076"/>
                  <a:pt x="499748" y="84823"/>
                  <a:pt x="499748" y="80319"/>
                </a:cubicBezTo>
                <a:cubicBezTo>
                  <a:pt x="499748" y="77120"/>
                  <a:pt x="496275" y="74447"/>
                  <a:pt x="489330" y="72300"/>
                </a:cubicBezTo>
                <a:cubicBezTo>
                  <a:pt x="480658" y="69606"/>
                  <a:pt x="474701" y="66606"/>
                  <a:pt x="471460" y="63302"/>
                </a:cubicBezTo>
                <a:cubicBezTo>
                  <a:pt x="468218" y="59997"/>
                  <a:pt x="466598" y="55525"/>
                  <a:pt x="466598" y="49884"/>
                </a:cubicBezTo>
                <a:cubicBezTo>
                  <a:pt x="466598" y="43022"/>
                  <a:pt x="469376" y="37644"/>
                  <a:pt x="474933" y="33750"/>
                </a:cubicBezTo>
                <a:cubicBezTo>
                  <a:pt x="480489" y="29857"/>
                  <a:pt x="487772" y="27910"/>
                  <a:pt x="496781" y="27910"/>
                </a:cubicBezTo>
                <a:cubicBezTo>
                  <a:pt x="503179" y="27910"/>
                  <a:pt x="509346" y="28857"/>
                  <a:pt x="515282" y="30751"/>
                </a:cubicBezTo>
                <a:lnTo>
                  <a:pt x="515282" y="46790"/>
                </a:lnTo>
                <a:cubicBezTo>
                  <a:pt x="509851" y="43590"/>
                  <a:pt x="503874" y="41991"/>
                  <a:pt x="497349" y="41991"/>
                </a:cubicBezTo>
                <a:cubicBezTo>
                  <a:pt x="494108" y="41991"/>
                  <a:pt x="491498" y="42570"/>
                  <a:pt x="489519" y="43727"/>
                </a:cubicBezTo>
                <a:cubicBezTo>
                  <a:pt x="487541" y="44885"/>
                  <a:pt x="486551" y="46411"/>
                  <a:pt x="486551" y="48305"/>
                </a:cubicBezTo>
                <a:cubicBezTo>
                  <a:pt x="486551" y="51504"/>
                  <a:pt x="489498" y="54093"/>
                  <a:pt x="495391" y="56072"/>
                </a:cubicBezTo>
                <a:cubicBezTo>
                  <a:pt x="501706" y="58177"/>
                  <a:pt x="506452" y="60092"/>
                  <a:pt x="509630" y="61818"/>
                </a:cubicBezTo>
                <a:cubicBezTo>
                  <a:pt x="512809" y="63544"/>
                  <a:pt x="515229" y="65817"/>
                  <a:pt x="516892" y="68638"/>
                </a:cubicBezTo>
                <a:cubicBezTo>
                  <a:pt x="518555" y="71458"/>
                  <a:pt x="519386" y="74720"/>
                  <a:pt x="519386" y="78425"/>
                </a:cubicBezTo>
                <a:cubicBezTo>
                  <a:pt x="519386" y="85623"/>
                  <a:pt x="516503" y="91212"/>
                  <a:pt x="510735" y="95190"/>
                </a:cubicBezTo>
                <a:cubicBezTo>
                  <a:pt x="504968" y="99168"/>
                  <a:pt x="497265" y="101157"/>
                  <a:pt x="487625" y="101157"/>
                </a:cubicBezTo>
                <a:cubicBezTo>
                  <a:pt x="480047" y="101157"/>
                  <a:pt x="473038" y="99957"/>
                  <a:pt x="466598" y="97558"/>
                </a:cubicBezTo>
                <a:lnTo>
                  <a:pt x="466598" y="80698"/>
                </a:lnTo>
                <a:close/>
                <a:moveTo>
                  <a:pt x="594100" y="70279"/>
                </a:moveTo>
                <a:lnTo>
                  <a:pt x="548131" y="70279"/>
                </a:lnTo>
                <a:cubicBezTo>
                  <a:pt x="548847" y="81098"/>
                  <a:pt x="555372" y="86507"/>
                  <a:pt x="567706" y="86507"/>
                </a:cubicBezTo>
                <a:cubicBezTo>
                  <a:pt x="575410" y="86507"/>
                  <a:pt x="582208" y="84613"/>
                  <a:pt x="588102" y="80824"/>
                </a:cubicBezTo>
                <a:lnTo>
                  <a:pt x="588102" y="95790"/>
                </a:lnTo>
                <a:cubicBezTo>
                  <a:pt x="581745" y="99368"/>
                  <a:pt x="573410" y="101157"/>
                  <a:pt x="563097" y="101157"/>
                </a:cubicBezTo>
                <a:cubicBezTo>
                  <a:pt x="551983" y="101157"/>
                  <a:pt x="543343" y="98021"/>
                  <a:pt x="537176" y="91748"/>
                </a:cubicBezTo>
                <a:cubicBezTo>
                  <a:pt x="531009" y="85476"/>
                  <a:pt x="527925" y="76741"/>
                  <a:pt x="527925" y="65544"/>
                </a:cubicBezTo>
                <a:cubicBezTo>
                  <a:pt x="527925" y="54388"/>
                  <a:pt x="531209" y="45327"/>
                  <a:pt x="537776" y="38360"/>
                </a:cubicBezTo>
                <a:cubicBezTo>
                  <a:pt x="544343" y="31393"/>
                  <a:pt x="552594" y="27910"/>
                  <a:pt x="562528" y="27910"/>
                </a:cubicBezTo>
                <a:cubicBezTo>
                  <a:pt x="572421" y="27910"/>
                  <a:pt x="580156" y="30909"/>
                  <a:pt x="585734" y="36908"/>
                </a:cubicBezTo>
                <a:cubicBezTo>
                  <a:pt x="591311" y="42906"/>
                  <a:pt x="594100" y="51147"/>
                  <a:pt x="594100" y="61629"/>
                </a:cubicBezTo>
                <a:lnTo>
                  <a:pt x="594100" y="70279"/>
                </a:lnTo>
                <a:moveTo>
                  <a:pt x="575094" y="57524"/>
                </a:moveTo>
                <a:cubicBezTo>
                  <a:pt x="575094" y="47084"/>
                  <a:pt x="570863" y="41865"/>
                  <a:pt x="562402" y="41865"/>
                </a:cubicBezTo>
                <a:cubicBezTo>
                  <a:pt x="558908" y="41865"/>
                  <a:pt x="555814" y="43296"/>
                  <a:pt x="553120" y="46158"/>
                </a:cubicBezTo>
                <a:cubicBezTo>
                  <a:pt x="550426" y="49021"/>
                  <a:pt x="548742" y="52809"/>
                  <a:pt x="548068" y="57524"/>
                </a:cubicBezTo>
                <a:lnTo>
                  <a:pt x="575094" y="5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Type">
            <a:extLst xmlns:a="http://schemas.openxmlformats.org/drawingml/2006/main">
              <a:ext uri="{FF2B5EF4-FFF2-40B4-BE49-F238E27FC236}">
                <a16:creationId xmlns:a16="http://schemas.microsoft.com/office/drawing/2014/main" id="{4EAF1026-B04E-43BE-8D10-79885D4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129" y="4258177"/>
            <a:ext cx="266112" cy="114259"/>
          </a:xfrm>
          <a:custGeom xmlns:a="http://schemas.openxmlformats.org/drawingml/2006/main">
            <a:pathLst>
              <a:path w="266112" h="114259">
                <a:moveTo>
                  <a:pt x="67075" y="14918"/>
                </a:moveTo>
                <a:lnTo>
                  <a:pt x="42654" y="14918"/>
                </a:lnTo>
                <a:lnTo>
                  <a:pt x="42654" y="85584"/>
                </a:lnTo>
                <a:lnTo>
                  <a:pt x="24366" y="85584"/>
                </a:lnTo>
                <a:lnTo>
                  <a:pt x="24366" y="14918"/>
                </a:lnTo>
                <a:lnTo>
                  <a:pt x="0" y="14918"/>
                </a:lnTo>
                <a:lnTo>
                  <a:pt x="0" y="0"/>
                </a:lnTo>
                <a:lnTo>
                  <a:pt x="67075" y="0"/>
                </a:lnTo>
                <a:lnTo>
                  <a:pt x="67075" y="14918"/>
                </a:lnTo>
                <a:close/>
                <a:moveTo>
                  <a:pt x="128516" y="24476"/>
                </a:moveTo>
                <a:lnTo>
                  <a:pt x="103321" y="91054"/>
                </a:lnTo>
                <a:cubicBezTo>
                  <a:pt x="97465" y="106524"/>
                  <a:pt x="88698" y="114259"/>
                  <a:pt x="77022" y="114259"/>
                </a:cubicBezTo>
                <a:cubicBezTo>
                  <a:pt x="72418" y="114259"/>
                  <a:pt x="68845" y="113780"/>
                  <a:pt x="66303" y="112823"/>
                </a:cubicBezTo>
                <a:lnTo>
                  <a:pt x="66303" y="98513"/>
                </a:lnTo>
                <a:cubicBezTo>
                  <a:pt x="68697" y="99875"/>
                  <a:pt x="71331" y="100557"/>
                  <a:pt x="74204" y="100557"/>
                </a:cubicBezTo>
                <a:cubicBezTo>
                  <a:pt x="79066" y="100557"/>
                  <a:pt x="82492" y="98200"/>
                  <a:pt x="84481" y="93485"/>
                </a:cubicBezTo>
                <a:lnTo>
                  <a:pt x="87851" y="85473"/>
                </a:lnTo>
                <a:lnTo>
                  <a:pt x="63154" y="24476"/>
                </a:lnTo>
                <a:lnTo>
                  <a:pt x="82934" y="24476"/>
                </a:lnTo>
                <a:lnTo>
                  <a:pt x="94868" y="62765"/>
                </a:lnTo>
                <a:cubicBezTo>
                  <a:pt x="95605" y="65086"/>
                  <a:pt x="96139" y="67683"/>
                  <a:pt x="96470" y="70556"/>
                </a:cubicBezTo>
                <a:lnTo>
                  <a:pt x="96802" y="70556"/>
                </a:lnTo>
                <a:cubicBezTo>
                  <a:pt x="97060" y="68603"/>
                  <a:pt x="97667" y="66043"/>
                  <a:pt x="98625" y="62876"/>
                </a:cubicBezTo>
                <a:lnTo>
                  <a:pt x="110836" y="24476"/>
                </a:lnTo>
                <a:lnTo>
                  <a:pt x="128516" y="24476"/>
                </a:lnTo>
                <a:close/>
                <a:moveTo>
                  <a:pt x="153923" y="78235"/>
                </a:moveTo>
                <a:lnTo>
                  <a:pt x="153923" y="113707"/>
                </a:lnTo>
                <a:lnTo>
                  <a:pt x="136077" y="113707"/>
                </a:lnTo>
                <a:lnTo>
                  <a:pt x="136077" y="24476"/>
                </a:lnTo>
                <a:lnTo>
                  <a:pt x="153923" y="24476"/>
                </a:lnTo>
                <a:lnTo>
                  <a:pt x="153923" y="33814"/>
                </a:lnTo>
                <a:lnTo>
                  <a:pt x="154144" y="33814"/>
                </a:lnTo>
                <a:cubicBezTo>
                  <a:pt x="158822" y="26594"/>
                  <a:pt x="165433" y="22984"/>
                  <a:pt x="173979" y="22984"/>
                </a:cubicBezTo>
                <a:cubicBezTo>
                  <a:pt x="181751" y="22984"/>
                  <a:pt x="187829" y="25701"/>
                  <a:pt x="192212" y="31134"/>
                </a:cubicBezTo>
                <a:cubicBezTo>
                  <a:pt x="196595" y="36567"/>
                  <a:pt x="198787" y="43961"/>
                  <a:pt x="198787" y="53317"/>
                </a:cubicBezTo>
                <a:cubicBezTo>
                  <a:pt x="198787" y="63520"/>
                  <a:pt x="196245" y="71697"/>
                  <a:pt x="191162" y="77849"/>
                </a:cubicBezTo>
                <a:cubicBezTo>
                  <a:pt x="186079" y="84000"/>
                  <a:pt x="179412" y="87076"/>
                  <a:pt x="171161" y="87076"/>
                </a:cubicBezTo>
                <a:cubicBezTo>
                  <a:pt x="163684" y="87076"/>
                  <a:pt x="158011" y="84129"/>
                  <a:pt x="154144" y="78235"/>
                </a:cubicBezTo>
                <a:lnTo>
                  <a:pt x="153923" y="78235"/>
                </a:lnTo>
                <a:moveTo>
                  <a:pt x="153647" y="58566"/>
                </a:moveTo>
                <a:cubicBezTo>
                  <a:pt x="153647" y="62913"/>
                  <a:pt x="154825" y="66467"/>
                  <a:pt x="157183" y="69230"/>
                </a:cubicBezTo>
                <a:cubicBezTo>
                  <a:pt x="159540" y="71992"/>
                  <a:pt x="162597" y="73373"/>
                  <a:pt x="166354" y="73373"/>
                </a:cubicBezTo>
                <a:cubicBezTo>
                  <a:pt x="170811" y="73373"/>
                  <a:pt x="174283" y="71642"/>
                  <a:pt x="176769" y="68180"/>
                </a:cubicBezTo>
                <a:cubicBezTo>
                  <a:pt x="179255" y="64717"/>
                  <a:pt x="180499" y="59818"/>
                  <a:pt x="180499" y="53483"/>
                </a:cubicBezTo>
                <a:cubicBezTo>
                  <a:pt x="180499" y="42285"/>
                  <a:pt x="176134" y="36687"/>
                  <a:pt x="167404" y="36687"/>
                </a:cubicBezTo>
                <a:cubicBezTo>
                  <a:pt x="163352" y="36687"/>
                  <a:pt x="160046" y="38234"/>
                  <a:pt x="157487" y="41328"/>
                </a:cubicBezTo>
                <a:cubicBezTo>
                  <a:pt x="154927" y="44422"/>
                  <a:pt x="153647" y="48400"/>
                  <a:pt x="153647" y="53262"/>
                </a:cubicBezTo>
                <a:lnTo>
                  <a:pt x="153647" y="58566"/>
                </a:lnTo>
                <a:close/>
                <a:moveTo>
                  <a:pt x="266112" y="60058"/>
                </a:moveTo>
                <a:lnTo>
                  <a:pt x="225889" y="60058"/>
                </a:lnTo>
                <a:cubicBezTo>
                  <a:pt x="226516" y="69524"/>
                  <a:pt x="232225" y="74257"/>
                  <a:pt x="243017" y="74257"/>
                </a:cubicBezTo>
                <a:cubicBezTo>
                  <a:pt x="249758" y="74257"/>
                  <a:pt x="255707" y="72600"/>
                  <a:pt x="260863" y="69285"/>
                </a:cubicBezTo>
                <a:lnTo>
                  <a:pt x="260863" y="82379"/>
                </a:lnTo>
                <a:cubicBezTo>
                  <a:pt x="255301" y="85510"/>
                  <a:pt x="248008" y="87076"/>
                  <a:pt x="238984" y="87076"/>
                </a:cubicBezTo>
                <a:cubicBezTo>
                  <a:pt x="229260" y="87076"/>
                  <a:pt x="221700" y="84332"/>
                  <a:pt x="216303" y="78843"/>
                </a:cubicBezTo>
                <a:cubicBezTo>
                  <a:pt x="210907" y="73355"/>
                  <a:pt x="208209" y="65712"/>
                  <a:pt x="208209" y="55914"/>
                </a:cubicBezTo>
                <a:cubicBezTo>
                  <a:pt x="208209" y="46153"/>
                  <a:pt x="211082" y="38225"/>
                  <a:pt x="216828" y="32128"/>
                </a:cubicBezTo>
                <a:cubicBezTo>
                  <a:pt x="222574" y="26032"/>
                  <a:pt x="229794" y="22984"/>
                  <a:pt x="238487" y="22984"/>
                </a:cubicBezTo>
                <a:cubicBezTo>
                  <a:pt x="247143" y="22984"/>
                  <a:pt x="253911" y="25609"/>
                  <a:pt x="258791" y="30858"/>
                </a:cubicBezTo>
                <a:cubicBezTo>
                  <a:pt x="263672" y="36107"/>
                  <a:pt x="266112" y="43317"/>
                  <a:pt x="266112" y="52488"/>
                </a:cubicBezTo>
                <a:lnTo>
                  <a:pt x="266112" y="60058"/>
                </a:lnTo>
                <a:moveTo>
                  <a:pt x="249482" y="48897"/>
                </a:moveTo>
                <a:cubicBezTo>
                  <a:pt x="249482" y="39762"/>
                  <a:pt x="245780" y="35195"/>
                  <a:pt x="238376" y="35195"/>
                </a:cubicBezTo>
                <a:cubicBezTo>
                  <a:pt x="235319" y="35195"/>
                  <a:pt x="232612" y="36447"/>
                  <a:pt x="230254" y="38952"/>
                </a:cubicBezTo>
                <a:cubicBezTo>
                  <a:pt x="227897" y="41457"/>
                  <a:pt x="226423" y="44772"/>
                  <a:pt x="225834" y="48897"/>
                </a:cubicBezTo>
                <a:lnTo>
                  <a:pt x="249482" y="48897"/>
                </a:ln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:">
            <a:extLst xmlns:a="http://schemas.openxmlformats.org/drawingml/2006/main">
              <a:ext uri="{FF2B5EF4-FFF2-40B4-BE49-F238E27FC236}">
                <a16:creationId xmlns:a16="http://schemas.microsoft.com/office/drawing/2014/main" id="{156B18BD-184B-4D7E-87B9-9D1F85D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021" y="4281880"/>
            <a:ext cx="21161" cy="63373"/>
          </a:xfrm>
          <a:custGeom xmlns:a="http://schemas.openxmlformats.org/drawingml/2006/main">
            <a:pathLst>
              <a:path w="21161" h="63373">
                <a:moveTo>
                  <a:pt x="0" y="9393"/>
                </a:moveTo>
                <a:cubicBezTo>
                  <a:pt x="0" y="6667"/>
                  <a:pt x="1050" y="4420"/>
                  <a:pt x="3149" y="2652"/>
                </a:cubicBezTo>
                <a:cubicBezTo>
                  <a:pt x="5249" y="884"/>
                  <a:pt x="7754" y="0"/>
                  <a:pt x="10663" y="0"/>
                </a:cubicBezTo>
                <a:cubicBezTo>
                  <a:pt x="13610" y="0"/>
                  <a:pt x="16096" y="884"/>
                  <a:pt x="18122" y="2652"/>
                </a:cubicBezTo>
                <a:cubicBezTo>
                  <a:pt x="20148" y="4420"/>
                  <a:pt x="21161" y="6667"/>
                  <a:pt x="21161" y="9393"/>
                </a:cubicBezTo>
                <a:cubicBezTo>
                  <a:pt x="21161" y="12229"/>
                  <a:pt x="20148" y="14522"/>
                  <a:pt x="18122" y="16271"/>
                </a:cubicBezTo>
                <a:cubicBezTo>
                  <a:pt x="16096" y="18021"/>
                  <a:pt x="13537" y="18896"/>
                  <a:pt x="10442" y="18896"/>
                </a:cubicBezTo>
                <a:cubicBezTo>
                  <a:pt x="7496" y="18896"/>
                  <a:pt x="5019" y="17993"/>
                  <a:pt x="3011" y="16189"/>
                </a:cubicBezTo>
                <a:cubicBezTo>
                  <a:pt x="1004" y="14384"/>
                  <a:pt x="0" y="12118"/>
                  <a:pt x="0" y="9393"/>
                </a:cubicBezTo>
                <a:moveTo>
                  <a:pt x="0" y="53870"/>
                </a:moveTo>
                <a:cubicBezTo>
                  <a:pt x="0" y="51107"/>
                  <a:pt x="1050" y="48842"/>
                  <a:pt x="3149" y="47074"/>
                </a:cubicBezTo>
                <a:cubicBezTo>
                  <a:pt x="5249" y="45306"/>
                  <a:pt x="7754" y="44422"/>
                  <a:pt x="10663" y="44422"/>
                </a:cubicBezTo>
                <a:cubicBezTo>
                  <a:pt x="13610" y="44422"/>
                  <a:pt x="16096" y="45324"/>
                  <a:pt x="18122" y="47129"/>
                </a:cubicBezTo>
                <a:cubicBezTo>
                  <a:pt x="20148" y="48934"/>
                  <a:pt x="21161" y="51181"/>
                  <a:pt x="21161" y="53870"/>
                </a:cubicBezTo>
                <a:cubicBezTo>
                  <a:pt x="21161" y="56706"/>
                  <a:pt x="20148" y="58999"/>
                  <a:pt x="18122" y="60749"/>
                </a:cubicBezTo>
                <a:cubicBezTo>
                  <a:pt x="16096" y="62498"/>
                  <a:pt x="13537" y="63373"/>
                  <a:pt x="10442" y="63373"/>
                </a:cubicBezTo>
                <a:cubicBezTo>
                  <a:pt x="7569" y="63373"/>
                  <a:pt x="5111" y="62471"/>
                  <a:pt x="3066" y="60666"/>
                </a:cubicBezTo>
                <a:cubicBezTo>
                  <a:pt x="1022" y="58861"/>
                  <a:pt x="0" y="56595"/>
                  <a:pt x="0" y="53870"/>
                </a:cubicBez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Expression">
            <a:extLst xmlns:a="http://schemas.openxmlformats.org/drawingml/2006/main">
              <a:ext uri="{FF2B5EF4-FFF2-40B4-BE49-F238E27FC236}">
                <a16:creationId xmlns:a16="http://schemas.microsoft.com/office/drawing/2014/main" id="{3353276A-CDF1-449C-BD31-7793E19A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056" y="4253702"/>
            <a:ext cx="595209" cy="118182"/>
          </a:xfrm>
          <a:custGeom xmlns:a="http://schemas.openxmlformats.org/drawingml/2006/main">
            <a:pathLst>
              <a:path w="595209" h="118182">
                <a:moveTo>
                  <a:pt x="50665" y="90059"/>
                </a:moveTo>
                <a:lnTo>
                  <a:pt x="0" y="90059"/>
                </a:lnTo>
                <a:lnTo>
                  <a:pt x="0" y="4475"/>
                </a:lnTo>
                <a:lnTo>
                  <a:pt x="48676" y="4475"/>
                </a:lnTo>
                <a:lnTo>
                  <a:pt x="48676" y="19393"/>
                </a:lnTo>
                <a:lnTo>
                  <a:pt x="18233" y="19393"/>
                </a:lnTo>
                <a:lnTo>
                  <a:pt x="18233" y="39560"/>
                </a:lnTo>
                <a:lnTo>
                  <a:pt x="46521" y="39560"/>
                </a:lnTo>
                <a:lnTo>
                  <a:pt x="46521" y="54422"/>
                </a:lnTo>
                <a:lnTo>
                  <a:pt x="18233" y="54422"/>
                </a:lnTo>
                <a:lnTo>
                  <a:pt x="18233" y="75141"/>
                </a:lnTo>
                <a:lnTo>
                  <a:pt x="50665" y="75141"/>
                </a:lnTo>
                <a:lnTo>
                  <a:pt x="50665" y="90059"/>
                </a:lnTo>
                <a:close/>
                <a:moveTo>
                  <a:pt x="120294" y="28952"/>
                </a:moveTo>
                <a:lnTo>
                  <a:pt x="100072" y="58732"/>
                </a:lnTo>
                <a:lnTo>
                  <a:pt x="120128" y="90059"/>
                </a:lnTo>
                <a:lnTo>
                  <a:pt x="99519" y="90059"/>
                </a:lnTo>
                <a:lnTo>
                  <a:pt x="90403" y="73208"/>
                </a:lnTo>
                <a:cubicBezTo>
                  <a:pt x="89151" y="70887"/>
                  <a:pt x="88285" y="69064"/>
                  <a:pt x="87806" y="67738"/>
                </a:cubicBezTo>
                <a:lnTo>
                  <a:pt x="87585" y="67738"/>
                </a:lnTo>
                <a:cubicBezTo>
                  <a:pt x="86922" y="69506"/>
                  <a:pt x="86093" y="71274"/>
                  <a:pt x="85099" y="73042"/>
                </a:cubicBezTo>
                <a:lnTo>
                  <a:pt x="75817" y="90059"/>
                </a:lnTo>
                <a:lnTo>
                  <a:pt x="55319" y="90059"/>
                </a:lnTo>
                <a:lnTo>
                  <a:pt x="75983" y="59671"/>
                </a:lnTo>
                <a:lnTo>
                  <a:pt x="56534" y="28952"/>
                </a:lnTo>
                <a:lnTo>
                  <a:pt x="77198" y="28952"/>
                </a:lnTo>
                <a:lnTo>
                  <a:pt x="86259" y="46521"/>
                </a:lnTo>
                <a:cubicBezTo>
                  <a:pt x="87143" y="48216"/>
                  <a:pt x="87972" y="50094"/>
                  <a:pt x="88746" y="52157"/>
                </a:cubicBezTo>
                <a:lnTo>
                  <a:pt x="88967" y="52157"/>
                </a:lnTo>
                <a:cubicBezTo>
                  <a:pt x="89335" y="50905"/>
                  <a:pt x="90182" y="49008"/>
                  <a:pt x="91508" y="46466"/>
                </a:cubicBezTo>
                <a:lnTo>
                  <a:pt x="100846" y="28952"/>
                </a:lnTo>
                <a:lnTo>
                  <a:pt x="120294" y="28952"/>
                </a:lnTo>
                <a:close/>
                <a:moveTo>
                  <a:pt x="147427" y="82711"/>
                </a:moveTo>
                <a:lnTo>
                  <a:pt x="147427" y="118182"/>
                </a:lnTo>
                <a:lnTo>
                  <a:pt x="129581" y="118182"/>
                </a:lnTo>
                <a:lnTo>
                  <a:pt x="129581" y="28952"/>
                </a:lnTo>
                <a:lnTo>
                  <a:pt x="147427" y="28952"/>
                </a:lnTo>
                <a:lnTo>
                  <a:pt x="147427" y="38289"/>
                </a:lnTo>
                <a:lnTo>
                  <a:pt x="147648" y="38289"/>
                </a:lnTo>
                <a:cubicBezTo>
                  <a:pt x="152326" y="31070"/>
                  <a:pt x="158938" y="27460"/>
                  <a:pt x="167483" y="27460"/>
                </a:cubicBezTo>
                <a:cubicBezTo>
                  <a:pt x="175255" y="27460"/>
                  <a:pt x="181333" y="30176"/>
                  <a:pt x="185716" y="35609"/>
                </a:cubicBezTo>
                <a:cubicBezTo>
                  <a:pt x="190100" y="41042"/>
                  <a:pt x="192291" y="48437"/>
                  <a:pt x="192291" y="57793"/>
                </a:cubicBezTo>
                <a:cubicBezTo>
                  <a:pt x="192291" y="67996"/>
                  <a:pt x="189750" y="76173"/>
                  <a:pt x="184667" y="82324"/>
                </a:cubicBezTo>
                <a:cubicBezTo>
                  <a:pt x="179583" y="88475"/>
                  <a:pt x="172916" y="91551"/>
                  <a:pt x="164666" y="91551"/>
                </a:cubicBezTo>
                <a:cubicBezTo>
                  <a:pt x="157188" y="91551"/>
                  <a:pt x="151516" y="88604"/>
                  <a:pt x="147648" y="82711"/>
                </a:cubicBezTo>
                <a:lnTo>
                  <a:pt x="147427" y="82711"/>
                </a:lnTo>
                <a:moveTo>
                  <a:pt x="147151" y="63041"/>
                </a:moveTo>
                <a:cubicBezTo>
                  <a:pt x="147151" y="67388"/>
                  <a:pt x="148330" y="70942"/>
                  <a:pt x="150687" y="73705"/>
                </a:cubicBezTo>
                <a:cubicBezTo>
                  <a:pt x="153045" y="76467"/>
                  <a:pt x="156102" y="77849"/>
                  <a:pt x="159859" y="77849"/>
                </a:cubicBezTo>
                <a:cubicBezTo>
                  <a:pt x="164316" y="77849"/>
                  <a:pt x="167787" y="76118"/>
                  <a:pt x="170274" y="72655"/>
                </a:cubicBezTo>
                <a:cubicBezTo>
                  <a:pt x="172760" y="69193"/>
                  <a:pt x="174003" y="64294"/>
                  <a:pt x="174003" y="57958"/>
                </a:cubicBezTo>
                <a:cubicBezTo>
                  <a:pt x="174003" y="46761"/>
                  <a:pt x="169638" y="41162"/>
                  <a:pt x="160909" y="41162"/>
                </a:cubicBezTo>
                <a:cubicBezTo>
                  <a:pt x="156857" y="41162"/>
                  <a:pt x="153551" y="42709"/>
                  <a:pt x="150991" y="45803"/>
                </a:cubicBezTo>
                <a:cubicBezTo>
                  <a:pt x="148431" y="48897"/>
                  <a:pt x="147151" y="52875"/>
                  <a:pt x="147151" y="57737"/>
                </a:cubicBezTo>
                <a:lnTo>
                  <a:pt x="147151" y="63041"/>
                </a:lnTo>
                <a:close/>
                <a:moveTo>
                  <a:pt x="244278" y="45140"/>
                </a:moveTo>
                <a:cubicBezTo>
                  <a:pt x="242105" y="43888"/>
                  <a:pt x="239472" y="43262"/>
                  <a:pt x="236378" y="43262"/>
                </a:cubicBezTo>
                <a:cubicBezTo>
                  <a:pt x="232326" y="43262"/>
                  <a:pt x="229112" y="44809"/>
                  <a:pt x="226736" y="47903"/>
                </a:cubicBezTo>
                <a:cubicBezTo>
                  <a:pt x="224360" y="50997"/>
                  <a:pt x="223173" y="55251"/>
                  <a:pt x="223173" y="60666"/>
                </a:cubicBezTo>
                <a:lnTo>
                  <a:pt x="223173" y="90059"/>
                </a:lnTo>
                <a:lnTo>
                  <a:pt x="205326" y="90059"/>
                </a:lnTo>
                <a:lnTo>
                  <a:pt x="205326" y="28952"/>
                </a:lnTo>
                <a:lnTo>
                  <a:pt x="223173" y="28952"/>
                </a:lnTo>
                <a:lnTo>
                  <a:pt x="223173" y="40444"/>
                </a:lnTo>
                <a:lnTo>
                  <a:pt x="223394" y="40444"/>
                </a:lnTo>
                <a:cubicBezTo>
                  <a:pt x="226340" y="32082"/>
                  <a:pt x="231700" y="27902"/>
                  <a:pt x="239472" y="27902"/>
                </a:cubicBezTo>
                <a:cubicBezTo>
                  <a:pt x="241571" y="27902"/>
                  <a:pt x="243173" y="28141"/>
                  <a:pt x="244278" y="28620"/>
                </a:cubicBezTo>
                <a:lnTo>
                  <a:pt x="244278" y="45140"/>
                </a:lnTo>
                <a:close/>
                <a:moveTo>
                  <a:pt x="306474" y="64533"/>
                </a:moveTo>
                <a:lnTo>
                  <a:pt x="266251" y="64533"/>
                </a:lnTo>
                <a:cubicBezTo>
                  <a:pt x="266878" y="74000"/>
                  <a:pt x="272587" y="78733"/>
                  <a:pt x="283379" y="78733"/>
                </a:cubicBezTo>
                <a:cubicBezTo>
                  <a:pt x="290120" y="78733"/>
                  <a:pt x="296069" y="77075"/>
                  <a:pt x="301225" y="73760"/>
                </a:cubicBezTo>
                <a:lnTo>
                  <a:pt x="301225" y="86855"/>
                </a:lnTo>
                <a:cubicBezTo>
                  <a:pt x="295663" y="89986"/>
                  <a:pt x="288370" y="91551"/>
                  <a:pt x="279346" y="91551"/>
                </a:cubicBezTo>
                <a:cubicBezTo>
                  <a:pt x="269622" y="91551"/>
                  <a:pt x="262062" y="88807"/>
                  <a:pt x="256665" y="83319"/>
                </a:cubicBezTo>
                <a:cubicBezTo>
                  <a:pt x="251269" y="77830"/>
                  <a:pt x="248571" y="70187"/>
                  <a:pt x="248571" y="60389"/>
                </a:cubicBezTo>
                <a:cubicBezTo>
                  <a:pt x="248571" y="50628"/>
                  <a:pt x="251444" y="42700"/>
                  <a:pt x="257190" y="36604"/>
                </a:cubicBezTo>
                <a:cubicBezTo>
                  <a:pt x="262936" y="30508"/>
                  <a:pt x="270156" y="27460"/>
                  <a:pt x="278849" y="27460"/>
                </a:cubicBezTo>
                <a:cubicBezTo>
                  <a:pt x="287505" y="27460"/>
                  <a:pt x="294273" y="30084"/>
                  <a:pt x="299153" y="35333"/>
                </a:cubicBezTo>
                <a:cubicBezTo>
                  <a:pt x="304034" y="40582"/>
                  <a:pt x="306474" y="47792"/>
                  <a:pt x="306474" y="56964"/>
                </a:cubicBezTo>
                <a:lnTo>
                  <a:pt x="306474" y="64533"/>
                </a:lnTo>
                <a:moveTo>
                  <a:pt x="289844" y="53373"/>
                </a:moveTo>
                <a:cubicBezTo>
                  <a:pt x="289844" y="44238"/>
                  <a:pt x="286142" y="39670"/>
                  <a:pt x="278738" y="39670"/>
                </a:cubicBezTo>
                <a:cubicBezTo>
                  <a:pt x="275681" y="39670"/>
                  <a:pt x="272974" y="40923"/>
                  <a:pt x="270616" y="43427"/>
                </a:cubicBezTo>
                <a:cubicBezTo>
                  <a:pt x="268259" y="45932"/>
                  <a:pt x="266786" y="49247"/>
                  <a:pt x="266196" y="53373"/>
                </a:cubicBezTo>
                <a:lnTo>
                  <a:pt x="289844" y="53373"/>
                </a:lnTo>
                <a:close/>
                <a:moveTo>
                  <a:pt x="316290" y="73650"/>
                </a:moveTo>
                <a:cubicBezTo>
                  <a:pt x="322405" y="77370"/>
                  <a:pt x="328390" y="79230"/>
                  <a:pt x="334247" y="79230"/>
                </a:cubicBezTo>
                <a:cubicBezTo>
                  <a:pt x="341614" y="79230"/>
                  <a:pt x="345297" y="77259"/>
                  <a:pt x="345297" y="73318"/>
                </a:cubicBezTo>
                <a:cubicBezTo>
                  <a:pt x="345297" y="70519"/>
                  <a:pt x="342258" y="68180"/>
                  <a:pt x="336181" y="66301"/>
                </a:cubicBezTo>
                <a:cubicBezTo>
                  <a:pt x="328593" y="63944"/>
                  <a:pt x="323381" y="61319"/>
                  <a:pt x="320545" y="58428"/>
                </a:cubicBezTo>
                <a:cubicBezTo>
                  <a:pt x="317708" y="55537"/>
                  <a:pt x="316290" y="51623"/>
                  <a:pt x="316290" y="46687"/>
                </a:cubicBezTo>
                <a:cubicBezTo>
                  <a:pt x="316290" y="40683"/>
                  <a:pt x="318721" y="35978"/>
                  <a:pt x="323583" y="32570"/>
                </a:cubicBezTo>
                <a:cubicBezTo>
                  <a:pt x="328445" y="29163"/>
                  <a:pt x="334818" y="27460"/>
                  <a:pt x="342700" y="27460"/>
                </a:cubicBezTo>
                <a:cubicBezTo>
                  <a:pt x="348299" y="27460"/>
                  <a:pt x="353695" y="28289"/>
                  <a:pt x="358889" y="29946"/>
                </a:cubicBezTo>
                <a:lnTo>
                  <a:pt x="358889" y="43980"/>
                </a:lnTo>
                <a:cubicBezTo>
                  <a:pt x="354137" y="41180"/>
                  <a:pt x="348907" y="39781"/>
                  <a:pt x="343197" y="39781"/>
                </a:cubicBezTo>
                <a:cubicBezTo>
                  <a:pt x="340361" y="39781"/>
                  <a:pt x="338078" y="40287"/>
                  <a:pt x="336346" y="41300"/>
                </a:cubicBezTo>
                <a:cubicBezTo>
                  <a:pt x="334615" y="42313"/>
                  <a:pt x="333750" y="43648"/>
                  <a:pt x="333750" y="45306"/>
                </a:cubicBezTo>
                <a:cubicBezTo>
                  <a:pt x="333750" y="48105"/>
                  <a:pt x="336328" y="50371"/>
                  <a:pt x="341485" y="52102"/>
                </a:cubicBezTo>
                <a:cubicBezTo>
                  <a:pt x="347010" y="53943"/>
                  <a:pt x="351163" y="55619"/>
                  <a:pt x="353944" y="57130"/>
                </a:cubicBezTo>
                <a:cubicBezTo>
                  <a:pt x="356725" y="58640"/>
                  <a:pt x="358843" y="60629"/>
                  <a:pt x="360298" y="63097"/>
                </a:cubicBezTo>
                <a:cubicBezTo>
                  <a:pt x="361753" y="65565"/>
                  <a:pt x="362480" y="68419"/>
                  <a:pt x="362480" y="71661"/>
                </a:cubicBezTo>
                <a:cubicBezTo>
                  <a:pt x="362480" y="77959"/>
                  <a:pt x="359957" y="82849"/>
                  <a:pt x="354911" y="86330"/>
                </a:cubicBezTo>
                <a:cubicBezTo>
                  <a:pt x="349864" y="89811"/>
                  <a:pt x="343124" y="91551"/>
                  <a:pt x="334689" y="91551"/>
                </a:cubicBezTo>
                <a:cubicBezTo>
                  <a:pt x="328059" y="91551"/>
                  <a:pt x="321926" y="90501"/>
                  <a:pt x="316290" y="88402"/>
                </a:cubicBezTo>
                <a:lnTo>
                  <a:pt x="316290" y="73650"/>
                </a:lnTo>
                <a:close/>
                <a:moveTo>
                  <a:pt x="371894" y="73650"/>
                </a:moveTo>
                <a:cubicBezTo>
                  <a:pt x="378008" y="77370"/>
                  <a:pt x="383994" y="79230"/>
                  <a:pt x="389851" y="79230"/>
                </a:cubicBezTo>
                <a:cubicBezTo>
                  <a:pt x="397217" y="79230"/>
                  <a:pt x="400901" y="77259"/>
                  <a:pt x="400901" y="73318"/>
                </a:cubicBezTo>
                <a:cubicBezTo>
                  <a:pt x="400901" y="70519"/>
                  <a:pt x="397862" y="68180"/>
                  <a:pt x="391784" y="66301"/>
                </a:cubicBezTo>
                <a:cubicBezTo>
                  <a:pt x="384197" y="63944"/>
                  <a:pt x="378985" y="61319"/>
                  <a:pt x="376148" y="58428"/>
                </a:cubicBezTo>
                <a:cubicBezTo>
                  <a:pt x="373312" y="55537"/>
                  <a:pt x="371894" y="51623"/>
                  <a:pt x="371894" y="46687"/>
                </a:cubicBezTo>
                <a:cubicBezTo>
                  <a:pt x="371894" y="40683"/>
                  <a:pt x="374325" y="35978"/>
                  <a:pt x="379187" y="32570"/>
                </a:cubicBezTo>
                <a:cubicBezTo>
                  <a:pt x="384049" y="29163"/>
                  <a:pt x="390422" y="27460"/>
                  <a:pt x="398304" y="27460"/>
                </a:cubicBezTo>
                <a:cubicBezTo>
                  <a:pt x="403903" y="27460"/>
                  <a:pt x="409299" y="28289"/>
                  <a:pt x="414493" y="29946"/>
                </a:cubicBezTo>
                <a:lnTo>
                  <a:pt x="414493" y="43980"/>
                </a:lnTo>
                <a:cubicBezTo>
                  <a:pt x="409741" y="41180"/>
                  <a:pt x="404511" y="39781"/>
                  <a:pt x="398801" y="39781"/>
                </a:cubicBezTo>
                <a:cubicBezTo>
                  <a:pt x="395965" y="39781"/>
                  <a:pt x="393681" y="40287"/>
                  <a:pt x="391950" y="41300"/>
                </a:cubicBezTo>
                <a:cubicBezTo>
                  <a:pt x="390219" y="42313"/>
                  <a:pt x="389353" y="43648"/>
                  <a:pt x="389353" y="45306"/>
                </a:cubicBezTo>
                <a:cubicBezTo>
                  <a:pt x="389353" y="48105"/>
                  <a:pt x="391932" y="50371"/>
                  <a:pt x="397088" y="52102"/>
                </a:cubicBezTo>
                <a:cubicBezTo>
                  <a:pt x="402614" y="53943"/>
                  <a:pt x="406767" y="55619"/>
                  <a:pt x="409548" y="57130"/>
                </a:cubicBezTo>
                <a:cubicBezTo>
                  <a:pt x="412329" y="58640"/>
                  <a:pt x="414447" y="60629"/>
                  <a:pt x="415901" y="63097"/>
                </a:cubicBezTo>
                <a:cubicBezTo>
                  <a:pt x="417356" y="65565"/>
                  <a:pt x="418084" y="68419"/>
                  <a:pt x="418084" y="71661"/>
                </a:cubicBezTo>
                <a:cubicBezTo>
                  <a:pt x="418084" y="77959"/>
                  <a:pt x="415561" y="82849"/>
                  <a:pt x="410514" y="86330"/>
                </a:cubicBezTo>
                <a:cubicBezTo>
                  <a:pt x="405468" y="89811"/>
                  <a:pt x="398728" y="91551"/>
                  <a:pt x="390293" y="91551"/>
                </a:cubicBezTo>
                <a:cubicBezTo>
                  <a:pt x="383662" y="91551"/>
                  <a:pt x="377530" y="90501"/>
                  <a:pt x="371894" y="88402"/>
                </a:cubicBezTo>
                <a:lnTo>
                  <a:pt x="371894" y="73650"/>
                </a:lnTo>
                <a:close/>
                <a:moveTo>
                  <a:pt x="427498" y="9227"/>
                </a:moveTo>
                <a:cubicBezTo>
                  <a:pt x="427498" y="6501"/>
                  <a:pt x="428465" y="4282"/>
                  <a:pt x="430399" y="2569"/>
                </a:cubicBezTo>
                <a:cubicBezTo>
                  <a:pt x="432332" y="856"/>
                  <a:pt x="434809" y="0"/>
                  <a:pt x="437830" y="0"/>
                </a:cubicBezTo>
                <a:cubicBezTo>
                  <a:pt x="440924" y="0"/>
                  <a:pt x="443429" y="875"/>
                  <a:pt x="445344" y="2624"/>
                </a:cubicBezTo>
                <a:cubicBezTo>
                  <a:pt x="447259" y="4374"/>
                  <a:pt x="448217" y="6575"/>
                  <a:pt x="448217" y="9227"/>
                </a:cubicBezTo>
                <a:cubicBezTo>
                  <a:pt x="448217" y="11916"/>
                  <a:pt x="447241" y="14153"/>
                  <a:pt x="445289" y="15940"/>
                </a:cubicBezTo>
                <a:cubicBezTo>
                  <a:pt x="443336" y="17726"/>
                  <a:pt x="440850" y="18620"/>
                  <a:pt x="437830" y="18620"/>
                </a:cubicBezTo>
                <a:cubicBezTo>
                  <a:pt x="434846" y="18620"/>
                  <a:pt x="432378" y="17717"/>
                  <a:pt x="430426" y="15912"/>
                </a:cubicBezTo>
                <a:cubicBezTo>
                  <a:pt x="428474" y="14107"/>
                  <a:pt x="427498" y="11879"/>
                  <a:pt x="427498" y="9227"/>
                </a:cubicBezTo>
                <a:moveTo>
                  <a:pt x="428824" y="90059"/>
                </a:moveTo>
                <a:lnTo>
                  <a:pt x="428824" y="28952"/>
                </a:lnTo>
                <a:lnTo>
                  <a:pt x="446615" y="28952"/>
                </a:lnTo>
                <a:lnTo>
                  <a:pt x="446615" y="90059"/>
                </a:lnTo>
                <a:lnTo>
                  <a:pt x="428824" y="90059"/>
                </a:lnTo>
                <a:close/>
                <a:moveTo>
                  <a:pt x="458766" y="59782"/>
                </a:moveTo>
                <a:cubicBezTo>
                  <a:pt x="458766" y="49726"/>
                  <a:pt x="461777" y="41825"/>
                  <a:pt x="467800" y="36079"/>
                </a:cubicBezTo>
                <a:cubicBezTo>
                  <a:pt x="473822" y="30333"/>
                  <a:pt x="481916" y="27460"/>
                  <a:pt x="492082" y="27460"/>
                </a:cubicBezTo>
                <a:cubicBezTo>
                  <a:pt x="501917" y="27460"/>
                  <a:pt x="509726" y="30287"/>
                  <a:pt x="515509" y="35941"/>
                </a:cubicBezTo>
                <a:cubicBezTo>
                  <a:pt x="521292" y="41595"/>
                  <a:pt x="524183" y="49192"/>
                  <a:pt x="524183" y="58732"/>
                </a:cubicBezTo>
                <a:cubicBezTo>
                  <a:pt x="524183" y="68751"/>
                  <a:pt x="521218" y="76725"/>
                  <a:pt x="515288" y="82656"/>
                </a:cubicBezTo>
                <a:cubicBezTo>
                  <a:pt x="509358" y="88586"/>
                  <a:pt x="501328" y="91551"/>
                  <a:pt x="491198" y="91551"/>
                </a:cubicBezTo>
                <a:cubicBezTo>
                  <a:pt x="481253" y="91551"/>
                  <a:pt x="473361" y="88706"/>
                  <a:pt x="467523" y="83015"/>
                </a:cubicBezTo>
                <a:cubicBezTo>
                  <a:pt x="461685" y="77324"/>
                  <a:pt x="458766" y="69579"/>
                  <a:pt x="458766" y="59782"/>
                </a:cubicBezTo>
                <a:moveTo>
                  <a:pt x="476833" y="59561"/>
                </a:moveTo>
                <a:cubicBezTo>
                  <a:pt x="476833" y="71753"/>
                  <a:pt x="481806" y="77849"/>
                  <a:pt x="491751" y="77849"/>
                </a:cubicBezTo>
                <a:cubicBezTo>
                  <a:pt x="501291" y="77849"/>
                  <a:pt x="506061" y="71587"/>
                  <a:pt x="506061" y="59063"/>
                </a:cubicBezTo>
                <a:cubicBezTo>
                  <a:pt x="506061" y="47129"/>
                  <a:pt x="501254" y="41162"/>
                  <a:pt x="491640" y="41162"/>
                </a:cubicBezTo>
                <a:cubicBezTo>
                  <a:pt x="486962" y="41162"/>
                  <a:pt x="483325" y="42764"/>
                  <a:pt x="480728" y="45969"/>
                </a:cubicBezTo>
                <a:cubicBezTo>
                  <a:pt x="478131" y="49173"/>
                  <a:pt x="476833" y="53704"/>
                  <a:pt x="476833" y="59561"/>
                </a:cubicBezTo>
                <a:close/>
                <a:moveTo>
                  <a:pt x="595209" y="90059"/>
                </a:moveTo>
                <a:lnTo>
                  <a:pt x="577473" y="90059"/>
                </a:lnTo>
                <a:lnTo>
                  <a:pt x="577473" y="55969"/>
                </a:lnTo>
                <a:cubicBezTo>
                  <a:pt x="577473" y="46098"/>
                  <a:pt x="573919" y="41162"/>
                  <a:pt x="566810" y="41162"/>
                </a:cubicBezTo>
                <a:cubicBezTo>
                  <a:pt x="563421" y="41162"/>
                  <a:pt x="560603" y="42479"/>
                  <a:pt x="558356" y="45112"/>
                </a:cubicBezTo>
                <a:cubicBezTo>
                  <a:pt x="556109" y="47746"/>
                  <a:pt x="554986" y="51107"/>
                  <a:pt x="554986" y="55196"/>
                </a:cubicBezTo>
                <a:lnTo>
                  <a:pt x="554986" y="90059"/>
                </a:lnTo>
                <a:lnTo>
                  <a:pt x="537140" y="90059"/>
                </a:lnTo>
                <a:lnTo>
                  <a:pt x="537140" y="28952"/>
                </a:lnTo>
                <a:lnTo>
                  <a:pt x="554986" y="28952"/>
                </a:lnTo>
                <a:lnTo>
                  <a:pt x="554986" y="38676"/>
                </a:lnTo>
                <a:lnTo>
                  <a:pt x="555207" y="38676"/>
                </a:lnTo>
                <a:cubicBezTo>
                  <a:pt x="559664" y="31198"/>
                  <a:pt x="566220" y="27460"/>
                  <a:pt x="574876" y="27460"/>
                </a:cubicBezTo>
                <a:cubicBezTo>
                  <a:pt x="588431" y="27460"/>
                  <a:pt x="595209" y="35858"/>
                  <a:pt x="595209" y="52654"/>
                </a:cubicBezTo>
                <a:lnTo>
                  <a:pt x="595209" y="900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281590a56499e"/>
          <a:stretch xmlns:a="http://schemas.openxmlformats.org/drawingml/2006/main"/>
        </p:blipFill>
        <p:spPr>
          <a:xfrm xmlns:a="http://schemas.openxmlformats.org/drawingml/2006/main">
            <a:off x="5536475" y="4004621"/>
            <a:ext cx="215460" cy="215460"/>
          </a:xfrm>
          <a:prstGeom xmlns:a="http://schemas.openxmlformats.org/drawingml/2006/main" prst="rect">
            <a:avLst/>
          </a:prstGeom>
        </p:spPr>
      </p:pic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48C43-FE26-4528-A934-91CDD8EC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932" y="4388262"/>
            <a:ext cx="1605162" cy="332984"/>
          </a:xfrm>
          <a:custGeom xmlns:a="http://schemas.openxmlformats.org/drawingml/2006/main">
            <a:pathLst>
              <a:path w="1605162" h="332984">
                <a:moveTo>
                  <a:pt x="0" y="0"/>
                </a:moveTo>
                <a:lnTo>
                  <a:pt x="1605162" y="0"/>
                </a:lnTo>
                <a:lnTo>
                  <a:pt x="1605162" y="332984"/>
                </a:lnTo>
                <a:lnTo>
                  <a:pt x="0" y="332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[i**3-3*i**2+2*i">
            <a:extLst xmlns:a="http://schemas.openxmlformats.org/drawingml/2006/main">
              <a:ext uri="{FF2B5EF4-FFF2-40B4-BE49-F238E27FC236}">
                <a16:creationId xmlns:a16="http://schemas.microsoft.com/office/drawing/2014/main" id="{59728E51-570D-4DEB-BCD8-316A1CC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170" y="4432769"/>
            <a:ext cx="1014299" cy="108900"/>
          </a:xfrm>
          <a:custGeom xmlns:a="http://schemas.openxmlformats.org/drawingml/2006/main">
            <a:pathLst>
              <a:path w="1014299" h="108900">
                <a:moveTo>
                  <a:pt x="22598" y="108900"/>
                </a:moveTo>
                <a:lnTo>
                  <a:pt x="0" y="108900"/>
                </a:lnTo>
                <a:lnTo>
                  <a:pt x="0" y="3868"/>
                </a:lnTo>
                <a:lnTo>
                  <a:pt x="22598" y="3868"/>
                </a:lnTo>
                <a:lnTo>
                  <a:pt x="22598" y="11547"/>
                </a:lnTo>
                <a:lnTo>
                  <a:pt x="9503" y="11547"/>
                </a:lnTo>
                <a:lnTo>
                  <a:pt x="9503" y="101275"/>
                </a:lnTo>
                <a:lnTo>
                  <a:pt x="22598" y="101275"/>
                </a:lnTo>
                <a:lnTo>
                  <a:pt x="22598" y="108900"/>
                </a:lnTo>
                <a:close/>
                <a:moveTo>
                  <a:pt x="33680" y="6796"/>
                </a:moveTo>
                <a:cubicBezTo>
                  <a:pt x="33680" y="4881"/>
                  <a:pt x="34334" y="3269"/>
                  <a:pt x="35641" y="1961"/>
                </a:cubicBezTo>
                <a:cubicBezTo>
                  <a:pt x="36949" y="654"/>
                  <a:pt x="38561" y="0"/>
                  <a:pt x="40476" y="0"/>
                </a:cubicBezTo>
                <a:cubicBezTo>
                  <a:pt x="42428" y="0"/>
                  <a:pt x="44076" y="645"/>
                  <a:pt x="45421" y="1934"/>
                </a:cubicBezTo>
                <a:cubicBezTo>
                  <a:pt x="46765" y="3223"/>
                  <a:pt x="47438" y="4844"/>
                  <a:pt x="47438" y="6796"/>
                </a:cubicBezTo>
                <a:cubicBezTo>
                  <a:pt x="47438" y="8711"/>
                  <a:pt x="46765" y="10304"/>
                  <a:pt x="45421" y="11575"/>
                </a:cubicBezTo>
                <a:cubicBezTo>
                  <a:pt x="44076" y="12846"/>
                  <a:pt x="42428" y="13481"/>
                  <a:pt x="40476" y="13481"/>
                </a:cubicBezTo>
                <a:cubicBezTo>
                  <a:pt x="38524" y="13481"/>
                  <a:pt x="36903" y="12846"/>
                  <a:pt x="35614" y="11575"/>
                </a:cubicBezTo>
                <a:cubicBezTo>
                  <a:pt x="34325" y="10304"/>
                  <a:pt x="33680" y="8711"/>
                  <a:pt x="33680" y="6796"/>
                </a:cubicBezTo>
                <a:moveTo>
                  <a:pt x="34951" y="89451"/>
                </a:moveTo>
                <a:lnTo>
                  <a:pt x="34951" y="28344"/>
                </a:lnTo>
                <a:lnTo>
                  <a:pt x="45780" y="28344"/>
                </a:lnTo>
                <a:lnTo>
                  <a:pt x="45780" y="89451"/>
                </a:lnTo>
                <a:lnTo>
                  <a:pt x="34951" y="89451"/>
                </a:lnTo>
                <a:close/>
                <a:moveTo>
                  <a:pt x="102720" y="23924"/>
                </a:moveTo>
                <a:lnTo>
                  <a:pt x="86365" y="27128"/>
                </a:lnTo>
                <a:lnTo>
                  <a:pt x="97802" y="41438"/>
                </a:lnTo>
                <a:lnTo>
                  <a:pt x="90730" y="46300"/>
                </a:lnTo>
                <a:lnTo>
                  <a:pt x="81558" y="30499"/>
                </a:lnTo>
                <a:lnTo>
                  <a:pt x="72276" y="46300"/>
                </a:lnTo>
                <a:lnTo>
                  <a:pt x="65204" y="41438"/>
                </a:lnTo>
                <a:lnTo>
                  <a:pt x="76586" y="27128"/>
                </a:lnTo>
                <a:lnTo>
                  <a:pt x="60121" y="23924"/>
                </a:lnTo>
                <a:lnTo>
                  <a:pt x="62994" y="15968"/>
                </a:lnTo>
                <a:lnTo>
                  <a:pt x="78575" y="21935"/>
                </a:lnTo>
                <a:lnTo>
                  <a:pt x="77083" y="3868"/>
                </a:lnTo>
                <a:lnTo>
                  <a:pt x="85979" y="3868"/>
                </a:lnTo>
                <a:lnTo>
                  <a:pt x="84432" y="21935"/>
                </a:lnTo>
                <a:lnTo>
                  <a:pt x="100012" y="15968"/>
                </a:lnTo>
                <a:lnTo>
                  <a:pt x="102720" y="23924"/>
                </a:lnTo>
                <a:close/>
                <a:moveTo>
                  <a:pt x="154250" y="23924"/>
                </a:moveTo>
                <a:lnTo>
                  <a:pt x="137896" y="27128"/>
                </a:lnTo>
                <a:lnTo>
                  <a:pt x="149333" y="41438"/>
                </a:lnTo>
                <a:lnTo>
                  <a:pt x="142261" y="46300"/>
                </a:lnTo>
                <a:lnTo>
                  <a:pt x="133089" y="30499"/>
                </a:lnTo>
                <a:lnTo>
                  <a:pt x="123807" y="46300"/>
                </a:lnTo>
                <a:lnTo>
                  <a:pt x="116735" y="41438"/>
                </a:lnTo>
                <a:lnTo>
                  <a:pt x="128116" y="27128"/>
                </a:lnTo>
                <a:lnTo>
                  <a:pt x="111652" y="23924"/>
                </a:lnTo>
                <a:lnTo>
                  <a:pt x="114525" y="15968"/>
                </a:lnTo>
                <a:lnTo>
                  <a:pt x="130105" y="21935"/>
                </a:lnTo>
                <a:lnTo>
                  <a:pt x="128614" y="3868"/>
                </a:lnTo>
                <a:lnTo>
                  <a:pt x="137509" y="3868"/>
                </a:lnTo>
                <a:lnTo>
                  <a:pt x="135962" y="21935"/>
                </a:lnTo>
                <a:lnTo>
                  <a:pt x="151543" y="15968"/>
                </a:lnTo>
                <a:lnTo>
                  <a:pt x="154250" y="23924"/>
                </a:lnTo>
                <a:close/>
                <a:moveTo>
                  <a:pt x="166598" y="75141"/>
                </a:moveTo>
                <a:cubicBezTo>
                  <a:pt x="172455" y="79672"/>
                  <a:pt x="179066" y="81937"/>
                  <a:pt x="186433" y="81937"/>
                </a:cubicBezTo>
                <a:cubicBezTo>
                  <a:pt x="192327" y="81937"/>
                  <a:pt x="196995" y="80492"/>
                  <a:pt x="200439" y="77600"/>
                </a:cubicBezTo>
                <a:cubicBezTo>
                  <a:pt x="203883" y="74709"/>
                  <a:pt x="205605" y="70832"/>
                  <a:pt x="205605" y="65970"/>
                </a:cubicBezTo>
                <a:cubicBezTo>
                  <a:pt x="205605" y="55141"/>
                  <a:pt x="197852" y="49726"/>
                  <a:pt x="182345" y="49726"/>
                </a:cubicBezTo>
                <a:lnTo>
                  <a:pt x="175217" y="49726"/>
                </a:lnTo>
                <a:lnTo>
                  <a:pt x="175217" y="40775"/>
                </a:lnTo>
                <a:lnTo>
                  <a:pt x="182013" y="40775"/>
                </a:lnTo>
                <a:cubicBezTo>
                  <a:pt x="195752" y="40775"/>
                  <a:pt x="202622" y="35692"/>
                  <a:pt x="202622" y="25526"/>
                </a:cubicBezTo>
                <a:cubicBezTo>
                  <a:pt x="202622" y="16133"/>
                  <a:pt x="197373" y="11437"/>
                  <a:pt x="186875" y="11437"/>
                </a:cubicBezTo>
                <a:cubicBezTo>
                  <a:pt x="180871" y="11437"/>
                  <a:pt x="175217" y="13463"/>
                  <a:pt x="169913" y="17515"/>
                </a:cubicBezTo>
                <a:lnTo>
                  <a:pt x="169913" y="7293"/>
                </a:lnTo>
                <a:cubicBezTo>
                  <a:pt x="175512" y="4052"/>
                  <a:pt x="182050" y="2431"/>
                  <a:pt x="189527" y="2431"/>
                </a:cubicBezTo>
                <a:cubicBezTo>
                  <a:pt x="196820" y="2431"/>
                  <a:pt x="202677" y="4337"/>
                  <a:pt x="207097" y="8150"/>
                </a:cubicBezTo>
                <a:cubicBezTo>
                  <a:pt x="211517" y="11962"/>
                  <a:pt x="213727" y="16907"/>
                  <a:pt x="213727" y="22984"/>
                </a:cubicBezTo>
                <a:cubicBezTo>
                  <a:pt x="213727" y="34182"/>
                  <a:pt x="208018" y="41383"/>
                  <a:pt x="196599" y="44588"/>
                </a:cubicBezTo>
                <a:lnTo>
                  <a:pt x="196599" y="44809"/>
                </a:lnTo>
                <a:cubicBezTo>
                  <a:pt x="202788" y="45472"/>
                  <a:pt x="207677" y="47654"/>
                  <a:pt x="211269" y="51356"/>
                </a:cubicBezTo>
                <a:cubicBezTo>
                  <a:pt x="214860" y="55058"/>
                  <a:pt x="216656" y="59671"/>
                  <a:pt x="216656" y="65196"/>
                </a:cubicBezTo>
                <a:cubicBezTo>
                  <a:pt x="216656" y="72895"/>
                  <a:pt x="213884" y="79101"/>
                  <a:pt x="208340" y="83816"/>
                </a:cubicBezTo>
                <a:cubicBezTo>
                  <a:pt x="202797" y="88531"/>
                  <a:pt x="195421" y="90888"/>
                  <a:pt x="186212" y="90888"/>
                </a:cubicBezTo>
                <a:cubicBezTo>
                  <a:pt x="178109" y="90888"/>
                  <a:pt x="171571" y="89378"/>
                  <a:pt x="166598" y="86357"/>
                </a:cubicBezTo>
                <a:lnTo>
                  <a:pt x="166598" y="75141"/>
                </a:lnTo>
                <a:close/>
                <a:moveTo>
                  <a:pt x="316044" y="59726"/>
                </a:moveTo>
                <a:lnTo>
                  <a:pt x="283501" y="59726"/>
                </a:lnTo>
                <a:lnTo>
                  <a:pt x="283501" y="51383"/>
                </a:lnTo>
                <a:lnTo>
                  <a:pt x="316044" y="51383"/>
                </a:lnTo>
                <a:lnTo>
                  <a:pt x="316044" y="59726"/>
                </a:lnTo>
                <a:close/>
                <a:moveTo>
                  <a:pt x="380783" y="75141"/>
                </a:moveTo>
                <a:cubicBezTo>
                  <a:pt x="386639" y="79672"/>
                  <a:pt x="393251" y="81937"/>
                  <a:pt x="400618" y="81937"/>
                </a:cubicBezTo>
                <a:cubicBezTo>
                  <a:pt x="406511" y="81937"/>
                  <a:pt x="411180" y="80492"/>
                  <a:pt x="414624" y="77600"/>
                </a:cubicBezTo>
                <a:cubicBezTo>
                  <a:pt x="418068" y="74709"/>
                  <a:pt x="419790" y="70832"/>
                  <a:pt x="419790" y="65970"/>
                </a:cubicBezTo>
                <a:cubicBezTo>
                  <a:pt x="419790" y="55141"/>
                  <a:pt x="412036" y="49726"/>
                  <a:pt x="396529" y="49726"/>
                </a:cubicBezTo>
                <a:lnTo>
                  <a:pt x="389402" y="49726"/>
                </a:lnTo>
                <a:lnTo>
                  <a:pt x="389402" y="40775"/>
                </a:lnTo>
                <a:lnTo>
                  <a:pt x="396198" y="40775"/>
                </a:lnTo>
                <a:cubicBezTo>
                  <a:pt x="409937" y="40775"/>
                  <a:pt x="416806" y="35692"/>
                  <a:pt x="416806" y="25526"/>
                </a:cubicBezTo>
                <a:cubicBezTo>
                  <a:pt x="416806" y="16133"/>
                  <a:pt x="411557" y="11437"/>
                  <a:pt x="401060" y="11437"/>
                </a:cubicBezTo>
                <a:cubicBezTo>
                  <a:pt x="395056" y="11437"/>
                  <a:pt x="389402" y="13463"/>
                  <a:pt x="384098" y="17515"/>
                </a:cubicBezTo>
                <a:lnTo>
                  <a:pt x="384098" y="7293"/>
                </a:lnTo>
                <a:cubicBezTo>
                  <a:pt x="389696" y="4052"/>
                  <a:pt x="396234" y="2431"/>
                  <a:pt x="403712" y="2431"/>
                </a:cubicBezTo>
                <a:cubicBezTo>
                  <a:pt x="411005" y="2431"/>
                  <a:pt x="416861" y="4337"/>
                  <a:pt x="421282" y="8150"/>
                </a:cubicBezTo>
                <a:cubicBezTo>
                  <a:pt x="425702" y="11962"/>
                  <a:pt x="427912" y="16907"/>
                  <a:pt x="427912" y="22984"/>
                </a:cubicBezTo>
                <a:cubicBezTo>
                  <a:pt x="427912" y="34182"/>
                  <a:pt x="422202" y="41383"/>
                  <a:pt x="410784" y="44588"/>
                </a:cubicBezTo>
                <a:lnTo>
                  <a:pt x="410784" y="44809"/>
                </a:lnTo>
                <a:cubicBezTo>
                  <a:pt x="416972" y="45472"/>
                  <a:pt x="421862" y="47654"/>
                  <a:pt x="425453" y="51356"/>
                </a:cubicBezTo>
                <a:cubicBezTo>
                  <a:pt x="429044" y="55058"/>
                  <a:pt x="430840" y="59671"/>
                  <a:pt x="430840" y="65196"/>
                </a:cubicBezTo>
                <a:cubicBezTo>
                  <a:pt x="430840" y="72895"/>
                  <a:pt x="428068" y="79101"/>
                  <a:pt x="422525" y="83816"/>
                </a:cubicBezTo>
                <a:cubicBezTo>
                  <a:pt x="416981" y="88531"/>
                  <a:pt x="409605" y="90888"/>
                  <a:pt x="400397" y="90888"/>
                </a:cubicBezTo>
                <a:cubicBezTo>
                  <a:pt x="392293" y="90888"/>
                  <a:pt x="385755" y="89378"/>
                  <a:pt x="380783" y="86357"/>
                </a:cubicBezTo>
                <a:lnTo>
                  <a:pt x="380783" y="75141"/>
                </a:lnTo>
                <a:close/>
                <a:moveTo>
                  <a:pt x="486636" y="23924"/>
                </a:moveTo>
                <a:lnTo>
                  <a:pt x="470282" y="27128"/>
                </a:lnTo>
                <a:lnTo>
                  <a:pt x="481719" y="41438"/>
                </a:lnTo>
                <a:lnTo>
                  <a:pt x="474646" y="46300"/>
                </a:lnTo>
                <a:lnTo>
                  <a:pt x="465475" y="30499"/>
                </a:lnTo>
                <a:lnTo>
                  <a:pt x="456193" y="46300"/>
                </a:lnTo>
                <a:lnTo>
                  <a:pt x="449120" y="41438"/>
                </a:lnTo>
                <a:lnTo>
                  <a:pt x="460502" y="27128"/>
                </a:lnTo>
                <a:lnTo>
                  <a:pt x="444037" y="23924"/>
                </a:lnTo>
                <a:lnTo>
                  <a:pt x="446910" y="15968"/>
                </a:lnTo>
                <a:lnTo>
                  <a:pt x="462491" y="21935"/>
                </a:lnTo>
                <a:lnTo>
                  <a:pt x="460999" y="3868"/>
                </a:lnTo>
                <a:lnTo>
                  <a:pt x="469895" y="3868"/>
                </a:lnTo>
                <a:lnTo>
                  <a:pt x="468348" y="21935"/>
                </a:lnTo>
                <a:lnTo>
                  <a:pt x="483929" y="15968"/>
                </a:lnTo>
                <a:lnTo>
                  <a:pt x="486636" y="23924"/>
                </a:lnTo>
                <a:close/>
                <a:moveTo>
                  <a:pt x="499430" y="6796"/>
                </a:moveTo>
                <a:cubicBezTo>
                  <a:pt x="499430" y="4881"/>
                  <a:pt x="500084" y="3269"/>
                  <a:pt x="501392" y="1961"/>
                </a:cubicBezTo>
                <a:cubicBezTo>
                  <a:pt x="502700" y="654"/>
                  <a:pt x="504311" y="0"/>
                  <a:pt x="506226" y="0"/>
                </a:cubicBezTo>
                <a:cubicBezTo>
                  <a:pt x="508179" y="0"/>
                  <a:pt x="509827" y="645"/>
                  <a:pt x="511171" y="1934"/>
                </a:cubicBezTo>
                <a:cubicBezTo>
                  <a:pt x="512516" y="3223"/>
                  <a:pt x="513188" y="4844"/>
                  <a:pt x="513188" y="6796"/>
                </a:cubicBezTo>
                <a:cubicBezTo>
                  <a:pt x="513188" y="8711"/>
                  <a:pt x="512516" y="10304"/>
                  <a:pt x="511171" y="11575"/>
                </a:cubicBezTo>
                <a:cubicBezTo>
                  <a:pt x="509827" y="12846"/>
                  <a:pt x="508179" y="13481"/>
                  <a:pt x="506226" y="13481"/>
                </a:cubicBezTo>
                <a:cubicBezTo>
                  <a:pt x="504274" y="13481"/>
                  <a:pt x="502653" y="12846"/>
                  <a:pt x="501364" y="11575"/>
                </a:cubicBezTo>
                <a:cubicBezTo>
                  <a:pt x="500075" y="10304"/>
                  <a:pt x="499430" y="8711"/>
                  <a:pt x="499430" y="6796"/>
                </a:cubicBezTo>
                <a:moveTo>
                  <a:pt x="500701" y="89451"/>
                </a:moveTo>
                <a:lnTo>
                  <a:pt x="500701" y="28344"/>
                </a:lnTo>
                <a:lnTo>
                  <a:pt x="511530" y="28344"/>
                </a:lnTo>
                <a:lnTo>
                  <a:pt x="511530" y="89451"/>
                </a:lnTo>
                <a:lnTo>
                  <a:pt x="500701" y="89451"/>
                </a:lnTo>
                <a:close/>
                <a:moveTo>
                  <a:pt x="568470" y="23924"/>
                </a:moveTo>
                <a:lnTo>
                  <a:pt x="552116" y="27128"/>
                </a:lnTo>
                <a:lnTo>
                  <a:pt x="563552" y="41438"/>
                </a:lnTo>
                <a:lnTo>
                  <a:pt x="556480" y="46300"/>
                </a:lnTo>
                <a:lnTo>
                  <a:pt x="547309" y="30499"/>
                </a:lnTo>
                <a:lnTo>
                  <a:pt x="538027" y="46300"/>
                </a:lnTo>
                <a:lnTo>
                  <a:pt x="530954" y="41438"/>
                </a:lnTo>
                <a:lnTo>
                  <a:pt x="542336" y="27128"/>
                </a:lnTo>
                <a:lnTo>
                  <a:pt x="525871" y="23924"/>
                </a:lnTo>
                <a:lnTo>
                  <a:pt x="528744" y="15968"/>
                </a:lnTo>
                <a:lnTo>
                  <a:pt x="544325" y="21935"/>
                </a:lnTo>
                <a:lnTo>
                  <a:pt x="542833" y="3868"/>
                </a:lnTo>
                <a:lnTo>
                  <a:pt x="551729" y="3868"/>
                </a:lnTo>
                <a:lnTo>
                  <a:pt x="550182" y="21935"/>
                </a:lnTo>
                <a:lnTo>
                  <a:pt x="565763" y="15968"/>
                </a:lnTo>
                <a:lnTo>
                  <a:pt x="568470" y="23924"/>
                </a:lnTo>
                <a:close/>
                <a:moveTo>
                  <a:pt x="620001" y="23924"/>
                </a:moveTo>
                <a:lnTo>
                  <a:pt x="603646" y="27128"/>
                </a:lnTo>
                <a:lnTo>
                  <a:pt x="615083" y="41438"/>
                </a:lnTo>
                <a:lnTo>
                  <a:pt x="608011" y="46300"/>
                </a:lnTo>
                <a:lnTo>
                  <a:pt x="598839" y="30499"/>
                </a:lnTo>
                <a:lnTo>
                  <a:pt x="589557" y="46300"/>
                </a:lnTo>
                <a:lnTo>
                  <a:pt x="582485" y="41438"/>
                </a:lnTo>
                <a:lnTo>
                  <a:pt x="593867" y="27128"/>
                </a:lnTo>
                <a:lnTo>
                  <a:pt x="577402" y="23924"/>
                </a:lnTo>
                <a:lnTo>
                  <a:pt x="580275" y="15968"/>
                </a:lnTo>
                <a:lnTo>
                  <a:pt x="595856" y="21935"/>
                </a:lnTo>
                <a:lnTo>
                  <a:pt x="594364" y="3868"/>
                </a:lnTo>
                <a:lnTo>
                  <a:pt x="603259" y="3868"/>
                </a:lnTo>
                <a:lnTo>
                  <a:pt x="601712" y="21935"/>
                </a:lnTo>
                <a:lnTo>
                  <a:pt x="617293" y="15968"/>
                </a:lnTo>
                <a:lnTo>
                  <a:pt x="620001" y="23924"/>
                </a:lnTo>
                <a:close/>
                <a:moveTo>
                  <a:pt x="671577" y="26299"/>
                </a:moveTo>
                <a:cubicBezTo>
                  <a:pt x="671577" y="21695"/>
                  <a:pt x="670122" y="18076"/>
                  <a:pt x="667212" y="15443"/>
                </a:cubicBezTo>
                <a:cubicBezTo>
                  <a:pt x="664302" y="12809"/>
                  <a:pt x="660342" y="11492"/>
                  <a:pt x="655333" y="11492"/>
                </a:cubicBezTo>
                <a:cubicBezTo>
                  <a:pt x="651797" y="11492"/>
                  <a:pt x="648224" y="12395"/>
                  <a:pt x="644614" y="14200"/>
                </a:cubicBezTo>
                <a:cubicBezTo>
                  <a:pt x="641005" y="16004"/>
                  <a:pt x="637634" y="18583"/>
                  <a:pt x="634503" y="21935"/>
                </a:cubicBezTo>
                <a:lnTo>
                  <a:pt x="634503" y="11437"/>
                </a:lnTo>
                <a:cubicBezTo>
                  <a:pt x="637303" y="8527"/>
                  <a:pt x="640480" y="6299"/>
                  <a:pt x="644034" y="4752"/>
                </a:cubicBezTo>
                <a:cubicBezTo>
                  <a:pt x="647589" y="3205"/>
                  <a:pt x="651760" y="2431"/>
                  <a:pt x="656549" y="2431"/>
                </a:cubicBezTo>
                <a:cubicBezTo>
                  <a:pt x="664284" y="2431"/>
                  <a:pt x="670509" y="4503"/>
                  <a:pt x="675223" y="8647"/>
                </a:cubicBezTo>
                <a:cubicBezTo>
                  <a:pt x="679938" y="12791"/>
                  <a:pt x="682296" y="18399"/>
                  <a:pt x="682296" y="25471"/>
                </a:cubicBezTo>
                <a:cubicBezTo>
                  <a:pt x="682296" y="31769"/>
                  <a:pt x="680850" y="37221"/>
                  <a:pt x="677958" y="41825"/>
                </a:cubicBezTo>
                <a:cubicBezTo>
                  <a:pt x="675067" y="46429"/>
                  <a:pt x="670122" y="51144"/>
                  <a:pt x="663123" y="55969"/>
                </a:cubicBezTo>
                <a:cubicBezTo>
                  <a:pt x="655978" y="60905"/>
                  <a:pt x="651198" y="64441"/>
                  <a:pt x="648786" y="66578"/>
                </a:cubicBezTo>
                <a:cubicBezTo>
                  <a:pt x="646373" y="68714"/>
                  <a:pt x="644688" y="70758"/>
                  <a:pt x="643730" y="72710"/>
                </a:cubicBezTo>
                <a:cubicBezTo>
                  <a:pt x="642773" y="74663"/>
                  <a:pt x="642294" y="77038"/>
                  <a:pt x="642294" y="79838"/>
                </a:cubicBezTo>
                <a:lnTo>
                  <a:pt x="684837" y="79838"/>
                </a:lnTo>
                <a:lnTo>
                  <a:pt x="684837" y="89451"/>
                </a:lnTo>
                <a:lnTo>
                  <a:pt x="631023" y="89451"/>
                </a:lnTo>
                <a:lnTo>
                  <a:pt x="631023" y="85197"/>
                </a:lnTo>
                <a:cubicBezTo>
                  <a:pt x="631023" y="80261"/>
                  <a:pt x="631695" y="76071"/>
                  <a:pt x="633039" y="72627"/>
                </a:cubicBezTo>
                <a:cubicBezTo>
                  <a:pt x="634384" y="69184"/>
                  <a:pt x="636603" y="65832"/>
                  <a:pt x="639697" y="62572"/>
                </a:cubicBezTo>
                <a:cubicBezTo>
                  <a:pt x="642791" y="59312"/>
                  <a:pt x="647616" y="55398"/>
                  <a:pt x="654173" y="50831"/>
                </a:cubicBezTo>
                <a:cubicBezTo>
                  <a:pt x="660877" y="46116"/>
                  <a:pt x="665453" y="41982"/>
                  <a:pt x="667903" y="38427"/>
                </a:cubicBezTo>
                <a:cubicBezTo>
                  <a:pt x="670352" y="34873"/>
                  <a:pt x="671577" y="30830"/>
                  <a:pt x="671577" y="26299"/>
                </a:cubicBezTo>
                <a:close/>
                <a:moveTo>
                  <a:pt x="810857" y="58124"/>
                </a:moveTo>
                <a:lnTo>
                  <a:pt x="786823" y="58124"/>
                </a:lnTo>
                <a:lnTo>
                  <a:pt x="786823" y="82048"/>
                </a:lnTo>
                <a:lnTo>
                  <a:pt x="778480" y="82048"/>
                </a:lnTo>
                <a:lnTo>
                  <a:pt x="778480" y="58124"/>
                </a:lnTo>
                <a:lnTo>
                  <a:pt x="754556" y="58124"/>
                </a:lnTo>
                <a:lnTo>
                  <a:pt x="754556" y="49671"/>
                </a:lnTo>
                <a:lnTo>
                  <a:pt x="778480" y="49671"/>
                </a:lnTo>
                <a:lnTo>
                  <a:pt x="778480" y="25747"/>
                </a:lnTo>
                <a:lnTo>
                  <a:pt x="786823" y="25747"/>
                </a:lnTo>
                <a:lnTo>
                  <a:pt x="786823" y="49671"/>
                </a:lnTo>
                <a:lnTo>
                  <a:pt x="810857" y="49671"/>
                </a:lnTo>
                <a:lnTo>
                  <a:pt x="810857" y="58124"/>
                </a:lnTo>
                <a:close/>
                <a:moveTo>
                  <a:pt x="921122" y="26299"/>
                </a:moveTo>
                <a:cubicBezTo>
                  <a:pt x="921122" y="21695"/>
                  <a:pt x="919667" y="18076"/>
                  <a:pt x="916757" y="15443"/>
                </a:cubicBezTo>
                <a:cubicBezTo>
                  <a:pt x="913848" y="12809"/>
                  <a:pt x="909888" y="11492"/>
                  <a:pt x="904878" y="11492"/>
                </a:cubicBezTo>
                <a:cubicBezTo>
                  <a:pt x="901342" y="11492"/>
                  <a:pt x="897770" y="12395"/>
                  <a:pt x="894160" y="14200"/>
                </a:cubicBezTo>
                <a:cubicBezTo>
                  <a:pt x="890550" y="16004"/>
                  <a:pt x="887180" y="18583"/>
                  <a:pt x="884049" y="21935"/>
                </a:cubicBezTo>
                <a:lnTo>
                  <a:pt x="884049" y="11437"/>
                </a:lnTo>
                <a:cubicBezTo>
                  <a:pt x="886848" y="8527"/>
                  <a:pt x="890025" y="6299"/>
                  <a:pt x="893580" y="4752"/>
                </a:cubicBezTo>
                <a:cubicBezTo>
                  <a:pt x="897134" y="3205"/>
                  <a:pt x="901306" y="2431"/>
                  <a:pt x="906094" y="2431"/>
                </a:cubicBezTo>
                <a:cubicBezTo>
                  <a:pt x="913829" y="2431"/>
                  <a:pt x="920054" y="4503"/>
                  <a:pt x="924769" y="8647"/>
                </a:cubicBezTo>
                <a:cubicBezTo>
                  <a:pt x="929484" y="12791"/>
                  <a:pt x="931841" y="18399"/>
                  <a:pt x="931841" y="25471"/>
                </a:cubicBezTo>
                <a:cubicBezTo>
                  <a:pt x="931841" y="31769"/>
                  <a:pt x="930395" y="37221"/>
                  <a:pt x="927504" y="41825"/>
                </a:cubicBezTo>
                <a:cubicBezTo>
                  <a:pt x="924612" y="46429"/>
                  <a:pt x="919667" y="51144"/>
                  <a:pt x="912669" y="55969"/>
                </a:cubicBezTo>
                <a:cubicBezTo>
                  <a:pt x="905523" y="60905"/>
                  <a:pt x="900744" y="64441"/>
                  <a:pt x="898331" y="66578"/>
                </a:cubicBezTo>
                <a:cubicBezTo>
                  <a:pt x="895919" y="68714"/>
                  <a:pt x="894233" y="70758"/>
                  <a:pt x="893276" y="72710"/>
                </a:cubicBezTo>
                <a:cubicBezTo>
                  <a:pt x="892318" y="74663"/>
                  <a:pt x="891839" y="77038"/>
                  <a:pt x="891839" y="79838"/>
                </a:cubicBezTo>
                <a:lnTo>
                  <a:pt x="934383" y="79838"/>
                </a:lnTo>
                <a:lnTo>
                  <a:pt x="934383" y="89451"/>
                </a:lnTo>
                <a:lnTo>
                  <a:pt x="880568" y="89451"/>
                </a:lnTo>
                <a:lnTo>
                  <a:pt x="880568" y="85197"/>
                </a:lnTo>
                <a:cubicBezTo>
                  <a:pt x="880568" y="80261"/>
                  <a:pt x="881240" y="76071"/>
                  <a:pt x="882585" y="72627"/>
                </a:cubicBezTo>
                <a:cubicBezTo>
                  <a:pt x="883929" y="69184"/>
                  <a:pt x="886148" y="65832"/>
                  <a:pt x="889242" y="62572"/>
                </a:cubicBezTo>
                <a:cubicBezTo>
                  <a:pt x="892337" y="59312"/>
                  <a:pt x="897162" y="55398"/>
                  <a:pt x="903718" y="50831"/>
                </a:cubicBezTo>
                <a:cubicBezTo>
                  <a:pt x="910422" y="46116"/>
                  <a:pt x="914999" y="41982"/>
                  <a:pt x="917448" y="38427"/>
                </a:cubicBezTo>
                <a:cubicBezTo>
                  <a:pt x="919898" y="34873"/>
                  <a:pt x="921122" y="30830"/>
                  <a:pt x="921122" y="26299"/>
                </a:cubicBezTo>
                <a:close/>
                <a:moveTo>
                  <a:pt x="987747" y="23924"/>
                </a:moveTo>
                <a:lnTo>
                  <a:pt x="971392" y="27128"/>
                </a:lnTo>
                <a:lnTo>
                  <a:pt x="982829" y="41438"/>
                </a:lnTo>
                <a:lnTo>
                  <a:pt x="975757" y="46300"/>
                </a:lnTo>
                <a:lnTo>
                  <a:pt x="966586" y="30499"/>
                </a:lnTo>
                <a:lnTo>
                  <a:pt x="957303" y="46300"/>
                </a:lnTo>
                <a:lnTo>
                  <a:pt x="950231" y="41438"/>
                </a:lnTo>
                <a:lnTo>
                  <a:pt x="961613" y="27128"/>
                </a:lnTo>
                <a:lnTo>
                  <a:pt x="945148" y="23924"/>
                </a:lnTo>
                <a:lnTo>
                  <a:pt x="948021" y="15968"/>
                </a:lnTo>
                <a:lnTo>
                  <a:pt x="963602" y="21935"/>
                </a:lnTo>
                <a:lnTo>
                  <a:pt x="962110" y="3868"/>
                </a:lnTo>
                <a:lnTo>
                  <a:pt x="971006" y="3868"/>
                </a:lnTo>
                <a:lnTo>
                  <a:pt x="969459" y="21935"/>
                </a:lnTo>
                <a:lnTo>
                  <a:pt x="985040" y="15968"/>
                </a:lnTo>
                <a:lnTo>
                  <a:pt x="987747" y="23924"/>
                </a:lnTo>
                <a:close/>
                <a:moveTo>
                  <a:pt x="1000541" y="6796"/>
                </a:moveTo>
                <a:cubicBezTo>
                  <a:pt x="1000541" y="4881"/>
                  <a:pt x="1001195" y="3269"/>
                  <a:pt x="1002503" y="1961"/>
                </a:cubicBezTo>
                <a:cubicBezTo>
                  <a:pt x="1003810" y="654"/>
                  <a:pt x="1005422" y="0"/>
                  <a:pt x="1007337" y="0"/>
                </a:cubicBezTo>
                <a:cubicBezTo>
                  <a:pt x="1009289" y="0"/>
                  <a:pt x="1010938" y="645"/>
                  <a:pt x="1012282" y="1934"/>
                </a:cubicBezTo>
                <a:cubicBezTo>
                  <a:pt x="1013626" y="3223"/>
                  <a:pt x="1014299" y="4844"/>
                  <a:pt x="1014299" y="6796"/>
                </a:cubicBezTo>
                <a:cubicBezTo>
                  <a:pt x="1014299" y="8711"/>
                  <a:pt x="1013626" y="10304"/>
                  <a:pt x="1012282" y="11575"/>
                </a:cubicBezTo>
                <a:cubicBezTo>
                  <a:pt x="1010938" y="12846"/>
                  <a:pt x="1009289" y="13481"/>
                  <a:pt x="1007337" y="13481"/>
                </a:cubicBezTo>
                <a:cubicBezTo>
                  <a:pt x="1005385" y="13481"/>
                  <a:pt x="1003764" y="12846"/>
                  <a:pt x="1002475" y="11575"/>
                </a:cubicBezTo>
                <a:cubicBezTo>
                  <a:pt x="1001186" y="10304"/>
                  <a:pt x="1000541" y="8711"/>
                  <a:pt x="1000541" y="6796"/>
                </a:cubicBezTo>
                <a:moveTo>
                  <a:pt x="1001812" y="89451"/>
                </a:moveTo>
                <a:lnTo>
                  <a:pt x="1001812" y="28344"/>
                </a:lnTo>
                <a:lnTo>
                  <a:pt x="1012641" y="28344"/>
                </a:lnTo>
                <a:lnTo>
                  <a:pt x="1012641" y="89451"/>
                </a:lnTo>
                <a:lnTo>
                  <a:pt x="1001812" y="89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for">
            <a:extLst xmlns:a="http://schemas.openxmlformats.org/drawingml/2006/main">
              <a:ext uri="{FF2B5EF4-FFF2-40B4-BE49-F238E27FC236}">
                <a16:creationId xmlns:a16="http://schemas.microsoft.com/office/drawing/2014/main" id="{D1831B0C-7F8B-4D0C-A9B9-B4D0E96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945" y="4430338"/>
            <a:ext cx="164549" cy="93374"/>
          </a:xfrm>
          <a:custGeom xmlns:a="http://schemas.openxmlformats.org/drawingml/2006/main">
            <a:pathLst>
              <a:path w="164549" h="93374">
                <a:moveTo>
                  <a:pt x="44146" y="15194"/>
                </a:moveTo>
                <a:cubicBezTo>
                  <a:pt x="41715" y="14236"/>
                  <a:pt x="39412" y="13758"/>
                  <a:pt x="37239" y="13758"/>
                </a:cubicBezTo>
                <a:cubicBezTo>
                  <a:pt x="31125" y="13758"/>
                  <a:pt x="28068" y="17146"/>
                  <a:pt x="28068" y="23924"/>
                </a:cubicBezTo>
                <a:lnTo>
                  <a:pt x="28068" y="30775"/>
                </a:lnTo>
                <a:lnTo>
                  <a:pt x="41991" y="30775"/>
                </a:lnTo>
                <a:lnTo>
                  <a:pt x="41991" y="44090"/>
                </a:lnTo>
                <a:lnTo>
                  <a:pt x="28068" y="44090"/>
                </a:lnTo>
                <a:lnTo>
                  <a:pt x="28068" y="91882"/>
                </a:lnTo>
                <a:lnTo>
                  <a:pt x="10221" y="91882"/>
                </a:lnTo>
                <a:lnTo>
                  <a:pt x="10221" y="44090"/>
                </a:lnTo>
                <a:lnTo>
                  <a:pt x="0" y="44090"/>
                </a:lnTo>
                <a:lnTo>
                  <a:pt x="0" y="30775"/>
                </a:lnTo>
                <a:lnTo>
                  <a:pt x="10221" y="30775"/>
                </a:lnTo>
                <a:lnTo>
                  <a:pt x="10221" y="22929"/>
                </a:lnTo>
                <a:cubicBezTo>
                  <a:pt x="10221" y="15968"/>
                  <a:pt x="12487" y="10406"/>
                  <a:pt x="17017" y="6243"/>
                </a:cubicBezTo>
                <a:cubicBezTo>
                  <a:pt x="21548" y="2081"/>
                  <a:pt x="27497" y="0"/>
                  <a:pt x="34863" y="0"/>
                </a:cubicBezTo>
                <a:cubicBezTo>
                  <a:pt x="38620" y="0"/>
                  <a:pt x="41715" y="387"/>
                  <a:pt x="44146" y="1160"/>
                </a:cubicBezTo>
                <a:lnTo>
                  <a:pt x="44146" y="15194"/>
                </a:lnTo>
                <a:close/>
                <a:moveTo>
                  <a:pt x="47178" y="61605"/>
                </a:moveTo>
                <a:cubicBezTo>
                  <a:pt x="47178" y="51549"/>
                  <a:pt x="50190" y="43648"/>
                  <a:pt x="56212" y="37902"/>
                </a:cubicBezTo>
                <a:cubicBezTo>
                  <a:pt x="62234" y="32156"/>
                  <a:pt x="70329" y="29283"/>
                  <a:pt x="80495" y="29283"/>
                </a:cubicBezTo>
                <a:cubicBezTo>
                  <a:pt x="90330" y="29283"/>
                  <a:pt x="98138" y="32110"/>
                  <a:pt x="103921" y="37764"/>
                </a:cubicBezTo>
                <a:cubicBezTo>
                  <a:pt x="109704" y="43418"/>
                  <a:pt x="112596" y="51015"/>
                  <a:pt x="112596" y="60555"/>
                </a:cubicBezTo>
                <a:cubicBezTo>
                  <a:pt x="112596" y="70574"/>
                  <a:pt x="109631" y="78549"/>
                  <a:pt x="103700" y="84479"/>
                </a:cubicBezTo>
                <a:cubicBezTo>
                  <a:pt x="97770" y="90409"/>
                  <a:pt x="89740" y="93374"/>
                  <a:pt x="79611" y="93374"/>
                </a:cubicBezTo>
                <a:cubicBezTo>
                  <a:pt x="69666" y="93374"/>
                  <a:pt x="61774" y="90529"/>
                  <a:pt x="55936" y="84838"/>
                </a:cubicBezTo>
                <a:cubicBezTo>
                  <a:pt x="50098" y="79147"/>
                  <a:pt x="47178" y="71403"/>
                  <a:pt x="47178" y="61605"/>
                </a:cubicBezTo>
                <a:moveTo>
                  <a:pt x="65246" y="61384"/>
                </a:moveTo>
                <a:cubicBezTo>
                  <a:pt x="65246" y="73576"/>
                  <a:pt x="70218" y="79672"/>
                  <a:pt x="80163" y="79672"/>
                </a:cubicBezTo>
                <a:cubicBezTo>
                  <a:pt x="89703" y="79672"/>
                  <a:pt x="94473" y="73410"/>
                  <a:pt x="94473" y="60887"/>
                </a:cubicBezTo>
                <a:cubicBezTo>
                  <a:pt x="94473" y="48952"/>
                  <a:pt x="89667" y="42985"/>
                  <a:pt x="80053" y="42985"/>
                </a:cubicBezTo>
                <a:cubicBezTo>
                  <a:pt x="75375" y="42985"/>
                  <a:pt x="71738" y="44588"/>
                  <a:pt x="69141" y="47792"/>
                </a:cubicBezTo>
                <a:cubicBezTo>
                  <a:pt x="66544" y="50997"/>
                  <a:pt x="65246" y="55527"/>
                  <a:pt x="65246" y="61384"/>
                </a:cubicBezTo>
                <a:close/>
                <a:moveTo>
                  <a:pt x="164549" y="46963"/>
                </a:moveTo>
                <a:cubicBezTo>
                  <a:pt x="162376" y="45711"/>
                  <a:pt x="159742" y="45085"/>
                  <a:pt x="156648" y="45085"/>
                </a:cubicBezTo>
                <a:cubicBezTo>
                  <a:pt x="152597" y="45085"/>
                  <a:pt x="149383" y="46632"/>
                  <a:pt x="147007" y="49726"/>
                </a:cubicBezTo>
                <a:cubicBezTo>
                  <a:pt x="144631" y="52820"/>
                  <a:pt x="143443" y="57074"/>
                  <a:pt x="143443" y="62489"/>
                </a:cubicBezTo>
                <a:lnTo>
                  <a:pt x="143443" y="91882"/>
                </a:lnTo>
                <a:lnTo>
                  <a:pt x="125597" y="91882"/>
                </a:lnTo>
                <a:lnTo>
                  <a:pt x="125597" y="30775"/>
                </a:lnTo>
                <a:lnTo>
                  <a:pt x="143443" y="30775"/>
                </a:lnTo>
                <a:lnTo>
                  <a:pt x="143443" y="42267"/>
                </a:lnTo>
                <a:lnTo>
                  <a:pt x="143664" y="42267"/>
                </a:lnTo>
                <a:cubicBezTo>
                  <a:pt x="146611" y="33906"/>
                  <a:pt x="151970" y="29725"/>
                  <a:pt x="159742" y="29725"/>
                </a:cubicBezTo>
                <a:cubicBezTo>
                  <a:pt x="161842" y="29725"/>
                  <a:pt x="163444" y="29964"/>
                  <a:pt x="164549" y="30443"/>
                </a:cubicBezTo>
                <a:lnTo>
                  <a:pt x="164549" y="46963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i">
            <a:extLst xmlns:a="http://schemas.openxmlformats.org/drawingml/2006/main">
              <a:ext uri="{FF2B5EF4-FFF2-40B4-BE49-F238E27FC236}">
                <a16:creationId xmlns:a16="http://schemas.microsoft.com/office/drawing/2014/main" id="{71926536-7B23-4108-A433-E7CCB337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41" y="4432769"/>
            <a:ext cx="13758" cy="89451"/>
          </a:xfrm>
          <a:custGeom xmlns:a="http://schemas.openxmlformats.org/drawingml/2006/main">
            <a:pathLst>
              <a:path w="13758" h="89451">
                <a:moveTo>
                  <a:pt x="0" y="6796"/>
                </a:moveTo>
                <a:cubicBezTo>
                  <a:pt x="0" y="4881"/>
                  <a:pt x="654" y="3269"/>
                  <a:pt x="1961" y="1961"/>
                </a:cubicBezTo>
                <a:cubicBezTo>
                  <a:pt x="3269" y="654"/>
                  <a:pt x="4881" y="0"/>
                  <a:pt x="6796" y="0"/>
                </a:cubicBezTo>
                <a:cubicBezTo>
                  <a:pt x="8748" y="0"/>
                  <a:pt x="10396" y="645"/>
                  <a:pt x="11741" y="1934"/>
                </a:cubicBezTo>
                <a:cubicBezTo>
                  <a:pt x="13085" y="3223"/>
                  <a:pt x="13758" y="4844"/>
                  <a:pt x="13758" y="6796"/>
                </a:cubicBezTo>
                <a:cubicBezTo>
                  <a:pt x="13758" y="8711"/>
                  <a:pt x="13085" y="10304"/>
                  <a:pt x="11741" y="11575"/>
                </a:cubicBezTo>
                <a:cubicBezTo>
                  <a:pt x="10396" y="12846"/>
                  <a:pt x="8748" y="13481"/>
                  <a:pt x="6796" y="13481"/>
                </a:cubicBezTo>
                <a:cubicBezTo>
                  <a:pt x="4844" y="13481"/>
                  <a:pt x="3223" y="12846"/>
                  <a:pt x="1934" y="11575"/>
                </a:cubicBezTo>
                <a:cubicBezTo>
                  <a:pt x="645" y="10304"/>
                  <a:pt x="0" y="8711"/>
                  <a:pt x="0" y="6796"/>
                </a:cubicBezTo>
                <a:moveTo>
                  <a:pt x="1271" y="89451"/>
                </a:moveTo>
                <a:lnTo>
                  <a:pt x="1271" y="28344"/>
                </a:lnTo>
                <a:lnTo>
                  <a:pt x="12100" y="28344"/>
                </a:lnTo>
                <a:lnTo>
                  <a:pt x="12100" y="89451"/>
                </a:lnTo>
                <a:lnTo>
                  <a:pt x="1271" y="89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in">
            <a:extLst xmlns:a="http://schemas.openxmlformats.org/drawingml/2006/main">
              <a:ext uri="{FF2B5EF4-FFF2-40B4-BE49-F238E27FC236}">
                <a16:creationId xmlns:a16="http://schemas.microsoft.com/office/drawing/2014/main" id="{ADB7CB63-30D9-46E6-98A2-850DC4D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32" y="4432161"/>
            <a:ext cx="93006" cy="90059"/>
          </a:xfrm>
          <a:custGeom xmlns:a="http://schemas.openxmlformats.org/drawingml/2006/main">
            <a:pathLst>
              <a:path w="93006" h="90059">
                <a:moveTo>
                  <a:pt x="0" y="9227"/>
                </a:moveTo>
                <a:cubicBezTo>
                  <a:pt x="0" y="6501"/>
                  <a:pt x="967" y="4282"/>
                  <a:pt x="2901" y="2569"/>
                </a:cubicBezTo>
                <a:cubicBezTo>
                  <a:pt x="4834" y="856"/>
                  <a:pt x="7312" y="0"/>
                  <a:pt x="10332" y="0"/>
                </a:cubicBezTo>
                <a:cubicBezTo>
                  <a:pt x="13426" y="0"/>
                  <a:pt x="15931" y="875"/>
                  <a:pt x="17846" y="2624"/>
                </a:cubicBezTo>
                <a:cubicBezTo>
                  <a:pt x="19761" y="4374"/>
                  <a:pt x="20719" y="6575"/>
                  <a:pt x="20719" y="9227"/>
                </a:cubicBezTo>
                <a:cubicBezTo>
                  <a:pt x="20719" y="11916"/>
                  <a:pt x="19743" y="14153"/>
                  <a:pt x="17791" y="15940"/>
                </a:cubicBezTo>
                <a:cubicBezTo>
                  <a:pt x="15839" y="17726"/>
                  <a:pt x="13352" y="18620"/>
                  <a:pt x="10332" y="18620"/>
                </a:cubicBezTo>
                <a:cubicBezTo>
                  <a:pt x="7348" y="18620"/>
                  <a:pt x="4881" y="17717"/>
                  <a:pt x="2928" y="15912"/>
                </a:cubicBezTo>
                <a:cubicBezTo>
                  <a:pt x="976" y="14107"/>
                  <a:pt x="0" y="11879"/>
                  <a:pt x="0" y="9227"/>
                </a:cubicBezTo>
                <a:moveTo>
                  <a:pt x="1326" y="90059"/>
                </a:moveTo>
                <a:lnTo>
                  <a:pt x="1326" y="28952"/>
                </a:lnTo>
                <a:lnTo>
                  <a:pt x="19117" y="28952"/>
                </a:lnTo>
                <a:lnTo>
                  <a:pt x="19117" y="90059"/>
                </a:lnTo>
                <a:lnTo>
                  <a:pt x="1326" y="90059"/>
                </a:lnTo>
                <a:close/>
                <a:moveTo>
                  <a:pt x="93006" y="90059"/>
                </a:moveTo>
                <a:lnTo>
                  <a:pt x="75271" y="90059"/>
                </a:lnTo>
                <a:lnTo>
                  <a:pt x="75271" y="55969"/>
                </a:lnTo>
                <a:cubicBezTo>
                  <a:pt x="75271" y="46098"/>
                  <a:pt x="71716" y="41162"/>
                  <a:pt x="64607" y="41162"/>
                </a:cubicBezTo>
                <a:cubicBezTo>
                  <a:pt x="61218" y="41162"/>
                  <a:pt x="58401" y="42479"/>
                  <a:pt x="56154" y="45112"/>
                </a:cubicBezTo>
                <a:cubicBezTo>
                  <a:pt x="53907" y="47746"/>
                  <a:pt x="52783" y="51107"/>
                  <a:pt x="52783" y="55196"/>
                </a:cubicBezTo>
                <a:lnTo>
                  <a:pt x="52783" y="90059"/>
                </a:lnTo>
                <a:lnTo>
                  <a:pt x="34937" y="90059"/>
                </a:lnTo>
                <a:lnTo>
                  <a:pt x="34937" y="28952"/>
                </a:lnTo>
                <a:lnTo>
                  <a:pt x="52783" y="28952"/>
                </a:lnTo>
                <a:lnTo>
                  <a:pt x="52783" y="38676"/>
                </a:lnTo>
                <a:lnTo>
                  <a:pt x="53004" y="38676"/>
                </a:lnTo>
                <a:cubicBezTo>
                  <a:pt x="57461" y="31198"/>
                  <a:pt x="64018" y="27460"/>
                  <a:pt x="72674" y="27460"/>
                </a:cubicBezTo>
                <a:cubicBezTo>
                  <a:pt x="86229" y="27460"/>
                  <a:pt x="93006" y="35858"/>
                  <a:pt x="93006" y="52654"/>
                </a:cubicBezTo>
                <a:lnTo>
                  <a:pt x="93006" y="90059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range">
            <a:extLst xmlns:a="http://schemas.openxmlformats.org/drawingml/2006/main">
              <a:ext uri="{FF2B5EF4-FFF2-40B4-BE49-F238E27FC236}">
                <a16:creationId xmlns:a16="http://schemas.microsoft.com/office/drawing/2014/main" id="{065BB5FA-033B-424F-9D3C-FAB37D3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247" y="4597346"/>
            <a:ext cx="315914" cy="91275"/>
          </a:xfrm>
          <a:custGeom xmlns:a="http://schemas.openxmlformats.org/drawingml/2006/main">
            <a:pathLst>
              <a:path w="315914" h="91275">
                <a:moveTo>
                  <a:pt x="38952" y="17680"/>
                </a:moveTo>
                <a:cubicBezTo>
                  <a:pt x="36779" y="16428"/>
                  <a:pt x="34145" y="15802"/>
                  <a:pt x="31051" y="15802"/>
                </a:cubicBezTo>
                <a:cubicBezTo>
                  <a:pt x="26999" y="15802"/>
                  <a:pt x="23786" y="17349"/>
                  <a:pt x="21410" y="20443"/>
                </a:cubicBezTo>
                <a:cubicBezTo>
                  <a:pt x="19034" y="23537"/>
                  <a:pt x="17846" y="27791"/>
                  <a:pt x="17846" y="33206"/>
                </a:cubicBezTo>
                <a:lnTo>
                  <a:pt x="17846" y="62599"/>
                </a:lnTo>
                <a:lnTo>
                  <a:pt x="0" y="62599"/>
                </a:lnTo>
                <a:lnTo>
                  <a:pt x="0" y="1492"/>
                </a:lnTo>
                <a:lnTo>
                  <a:pt x="17846" y="1492"/>
                </a:lnTo>
                <a:lnTo>
                  <a:pt x="17846" y="12984"/>
                </a:lnTo>
                <a:lnTo>
                  <a:pt x="18067" y="12984"/>
                </a:lnTo>
                <a:cubicBezTo>
                  <a:pt x="21014" y="4623"/>
                  <a:pt x="26373" y="442"/>
                  <a:pt x="34145" y="442"/>
                </a:cubicBezTo>
                <a:cubicBezTo>
                  <a:pt x="36245" y="442"/>
                  <a:pt x="37847" y="681"/>
                  <a:pt x="38952" y="1160"/>
                </a:cubicBezTo>
                <a:lnTo>
                  <a:pt x="38952" y="17680"/>
                </a:lnTo>
                <a:close/>
                <a:moveTo>
                  <a:pt x="48971" y="5194"/>
                </a:moveTo>
                <a:cubicBezTo>
                  <a:pt x="51734" y="3647"/>
                  <a:pt x="55427" y="2394"/>
                  <a:pt x="60049" y="1437"/>
                </a:cubicBezTo>
                <a:cubicBezTo>
                  <a:pt x="64672" y="479"/>
                  <a:pt x="68622" y="0"/>
                  <a:pt x="71901" y="0"/>
                </a:cubicBezTo>
                <a:cubicBezTo>
                  <a:pt x="88992" y="0"/>
                  <a:pt x="97537" y="8564"/>
                  <a:pt x="97537" y="25692"/>
                </a:cubicBezTo>
                <a:lnTo>
                  <a:pt x="97537" y="62599"/>
                </a:lnTo>
                <a:lnTo>
                  <a:pt x="80575" y="62599"/>
                </a:lnTo>
                <a:lnTo>
                  <a:pt x="80575" y="53704"/>
                </a:lnTo>
                <a:lnTo>
                  <a:pt x="80354" y="53704"/>
                </a:lnTo>
                <a:cubicBezTo>
                  <a:pt x="76192" y="60629"/>
                  <a:pt x="70096" y="64091"/>
                  <a:pt x="62066" y="64091"/>
                </a:cubicBezTo>
                <a:cubicBezTo>
                  <a:pt x="56283" y="64091"/>
                  <a:pt x="51651" y="62443"/>
                  <a:pt x="48170" y="59146"/>
                </a:cubicBezTo>
                <a:cubicBezTo>
                  <a:pt x="44689" y="55850"/>
                  <a:pt x="42949" y="51365"/>
                  <a:pt x="42949" y="45693"/>
                </a:cubicBezTo>
                <a:cubicBezTo>
                  <a:pt x="42949" y="33979"/>
                  <a:pt x="49929" y="27165"/>
                  <a:pt x="63889" y="25250"/>
                </a:cubicBezTo>
                <a:lnTo>
                  <a:pt x="80686" y="22984"/>
                </a:lnTo>
                <a:cubicBezTo>
                  <a:pt x="80686" y="15875"/>
                  <a:pt x="76984" y="12321"/>
                  <a:pt x="69580" y="12321"/>
                </a:cubicBezTo>
                <a:cubicBezTo>
                  <a:pt x="62287" y="12321"/>
                  <a:pt x="55417" y="14531"/>
                  <a:pt x="48971" y="18951"/>
                </a:cubicBezTo>
                <a:lnTo>
                  <a:pt x="48971" y="5194"/>
                </a:lnTo>
                <a:moveTo>
                  <a:pt x="69138" y="34919"/>
                </a:moveTo>
                <a:cubicBezTo>
                  <a:pt x="62692" y="35766"/>
                  <a:pt x="59469" y="38676"/>
                  <a:pt x="59469" y="43648"/>
                </a:cubicBezTo>
                <a:cubicBezTo>
                  <a:pt x="59469" y="45932"/>
                  <a:pt x="60252" y="47774"/>
                  <a:pt x="61817" y="49173"/>
                </a:cubicBezTo>
                <a:cubicBezTo>
                  <a:pt x="63383" y="50573"/>
                  <a:pt x="65491" y="51273"/>
                  <a:pt x="68144" y="51273"/>
                </a:cubicBezTo>
                <a:cubicBezTo>
                  <a:pt x="71790" y="51273"/>
                  <a:pt x="74792" y="49984"/>
                  <a:pt x="77149" y="47405"/>
                </a:cubicBezTo>
                <a:cubicBezTo>
                  <a:pt x="79507" y="44827"/>
                  <a:pt x="80686" y="41622"/>
                  <a:pt x="80686" y="37792"/>
                </a:cubicBezTo>
                <a:lnTo>
                  <a:pt x="80686" y="33427"/>
                </a:lnTo>
                <a:lnTo>
                  <a:pt x="69138" y="34919"/>
                </a:lnTo>
                <a:close/>
                <a:moveTo>
                  <a:pt x="171246" y="62599"/>
                </a:moveTo>
                <a:lnTo>
                  <a:pt x="153510" y="62599"/>
                </a:lnTo>
                <a:lnTo>
                  <a:pt x="153510" y="28510"/>
                </a:lnTo>
                <a:cubicBezTo>
                  <a:pt x="153510" y="18638"/>
                  <a:pt x="149956" y="13702"/>
                  <a:pt x="142847" y="13702"/>
                </a:cubicBezTo>
                <a:cubicBezTo>
                  <a:pt x="139458" y="13702"/>
                  <a:pt x="136640" y="15019"/>
                  <a:pt x="134393" y="17653"/>
                </a:cubicBezTo>
                <a:cubicBezTo>
                  <a:pt x="132147" y="20286"/>
                  <a:pt x="131023" y="23647"/>
                  <a:pt x="131023" y="27736"/>
                </a:cubicBezTo>
                <a:lnTo>
                  <a:pt x="131023" y="62599"/>
                </a:lnTo>
                <a:lnTo>
                  <a:pt x="113177" y="62599"/>
                </a:lnTo>
                <a:lnTo>
                  <a:pt x="113177" y="1492"/>
                </a:lnTo>
                <a:lnTo>
                  <a:pt x="131023" y="1492"/>
                </a:lnTo>
                <a:lnTo>
                  <a:pt x="131023" y="11216"/>
                </a:lnTo>
                <a:lnTo>
                  <a:pt x="131244" y="11216"/>
                </a:lnTo>
                <a:cubicBezTo>
                  <a:pt x="135701" y="3739"/>
                  <a:pt x="142257" y="0"/>
                  <a:pt x="150913" y="0"/>
                </a:cubicBezTo>
                <a:cubicBezTo>
                  <a:pt x="164468" y="0"/>
                  <a:pt x="171246" y="8398"/>
                  <a:pt x="171246" y="25194"/>
                </a:cubicBezTo>
                <a:lnTo>
                  <a:pt x="171246" y="62599"/>
                </a:lnTo>
                <a:close/>
                <a:moveTo>
                  <a:pt x="245971" y="55859"/>
                </a:moveTo>
                <a:cubicBezTo>
                  <a:pt x="245971" y="67204"/>
                  <a:pt x="242739" y="75943"/>
                  <a:pt x="236274" y="82075"/>
                </a:cubicBezTo>
                <a:cubicBezTo>
                  <a:pt x="229810" y="88208"/>
                  <a:pt x="220500" y="91275"/>
                  <a:pt x="208345" y="91275"/>
                </a:cubicBezTo>
                <a:cubicBezTo>
                  <a:pt x="200094" y="91275"/>
                  <a:pt x="193538" y="90096"/>
                  <a:pt x="188676" y="87739"/>
                </a:cubicBezTo>
                <a:lnTo>
                  <a:pt x="188676" y="72489"/>
                </a:lnTo>
                <a:cubicBezTo>
                  <a:pt x="195011" y="76173"/>
                  <a:pt x="201402" y="78014"/>
                  <a:pt x="207848" y="78014"/>
                </a:cubicBezTo>
                <a:cubicBezTo>
                  <a:pt x="214220" y="78014"/>
                  <a:pt x="219202" y="76311"/>
                  <a:pt x="222793" y="72904"/>
                </a:cubicBezTo>
                <a:cubicBezTo>
                  <a:pt x="226385" y="69497"/>
                  <a:pt x="228180" y="64773"/>
                  <a:pt x="228180" y="58732"/>
                </a:cubicBezTo>
                <a:lnTo>
                  <a:pt x="228180" y="53649"/>
                </a:lnTo>
                <a:lnTo>
                  <a:pt x="227904" y="53649"/>
                </a:lnTo>
                <a:cubicBezTo>
                  <a:pt x="223594" y="60610"/>
                  <a:pt x="217185" y="64091"/>
                  <a:pt x="208677" y="64091"/>
                </a:cubicBezTo>
                <a:cubicBezTo>
                  <a:pt x="200978" y="64091"/>
                  <a:pt x="194818" y="61347"/>
                  <a:pt x="190195" y="55859"/>
                </a:cubicBezTo>
                <a:cubicBezTo>
                  <a:pt x="185572" y="50371"/>
                  <a:pt x="183261" y="43022"/>
                  <a:pt x="183261" y="33814"/>
                </a:cubicBezTo>
                <a:cubicBezTo>
                  <a:pt x="183261" y="23537"/>
                  <a:pt x="185812" y="15332"/>
                  <a:pt x="190913" y="9199"/>
                </a:cubicBezTo>
                <a:cubicBezTo>
                  <a:pt x="196015" y="3066"/>
                  <a:pt x="202709" y="0"/>
                  <a:pt x="210997" y="0"/>
                </a:cubicBezTo>
                <a:cubicBezTo>
                  <a:pt x="218511" y="0"/>
                  <a:pt x="224147" y="2928"/>
                  <a:pt x="227904" y="8785"/>
                </a:cubicBezTo>
                <a:lnTo>
                  <a:pt x="228180" y="8785"/>
                </a:lnTo>
                <a:lnTo>
                  <a:pt x="228180" y="1492"/>
                </a:lnTo>
                <a:lnTo>
                  <a:pt x="245971" y="1492"/>
                </a:lnTo>
                <a:lnTo>
                  <a:pt x="245971" y="55859"/>
                </a:lnTo>
                <a:moveTo>
                  <a:pt x="228346" y="28123"/>
                </a:moveTo>
                <a:cubicBezTo>
                  <a:pt x="228346" y="24071"/>
                  <a:pt x="227121" y="20655"/>
                  <a:pt x="224672" y="17874"/>
                </a:cubicBezTo>
                <a:cubicBezTo>
                  <a:pt x="222222" y="15093"/>
                  <a:pt x="219137" y="13702"/>
                  <a:pt x="215417" y="13702"/>
                </a:cubicBezTo>
                <a:cubicBezTo>
                  <a:pt x="211071" y="13702"/>
                  <a:pt x="207636" y="15406"/>
                  <a:pt x="205113" y="18813"/>
                </a:cubicBezTo>
                <a:cubicBezTo>
                  <a:pt x="202590" y="22220"/>
                  <a:pt x="201328" y="26999"/>
                  <a:pt x="201328" y="33151"/>
                </a:cubicBezTo>
                <a:cubicBezTo>
                  <a:pt x="201328" y="38492"/>
                  <a:pt x="202544" y="42700"/>
                  <a:pt x="204975" y="45775"/>
                </a:cubicBezTo>
                <a:cubicBezTo>
                  <a:pt x="207406" y="48851"/>
                  <a:pt x="210629" y="50389"/>
                  <a:pt x="214644" y="50389"/>
                </a:cubicBezTo>
                <a:cubicBezTo>
                  <a:pt x="218695" y="50389"/>
                  <a:pt x="221992" y="48824"/>
                  <a:pt x="224534" y="45693"/>
                </a:cubicBezTo>
                <a:cubicBezTo>
                  <a:pt x="227075" y="42562"/>
                  <a:pt x="228346" y="38492"/>
                  <a:pt x="228346" y="33482"/>
                </a:cubicBezTo>
                <a:lnTo>
                  <a:pt x="228346" y="28123"/>
                </a:lnTo>
                <a:close/>
                <a:moveTo>
                  <a:pt x="315914" y="37073"/>
                </a:moveTo>
                <a:lnTo>
                  <a:pt x="275692" y="37073"/>
                </a:lnTo>
                <a:cubicBezTo>
                  <a:pt x="276318" y="46540"/>
                  <a:pt x="282027" y="51273"/>
                  <a:pt x="292819" y="51273"/>
                </a:cubicBezTo>
                <a:cubicBezTo>
                  <a:pt x="299560" y="51273"/>
                  <a:pt x="305509" y="49615"/>
                  <a:pt x="310666" y="46300"/>
                </a:cubicBezTo>
                <a:lnTo>
                  <a:pt x="310666" y="59395"/>
                </a:lnTo>
                <a:cubicBezTo>
                  <a:pt x="305104" y="62526"/>
                  <a:pt x="297810" y="64091"/>
                  <a:pt x="288786" y="64091"/>
                </a:cubicBezTo>
                <a:cubicBezTo>
                  <a:pt x="279062" y="64091"/>
                  <a:pt x="271502" y="61347"/>
                  <a:pt x="266106" y="55859"/>
                </a:cubicBezTo>
                <a:cubicBezTo>
                  <a:pt x="260709" y="50371"/>
                  <a:pt x="258011" y="42727"/>
                  <a:pt x="258011" y="32930"/>
                </a:cubicBezTo>
                <a:cubicBezTo>
                  <a:pt x="258011" y="23169"/>
                  <a:pt x="260884" y="15240"/>
                  <a:pt x="266630" y="9144"/>
                </a:cubicBezTo>
                <a:cubicBezTo>
                  <a:pt x="272377" y="3048"/>
                  <a:pt x="279596" y="0"/>
                  <a:pt x="288289" y="0"/>
                </a:cubicBezTo>
                <a:cubicBezTo>
                  <a:pt x="296945" y="0"/>
                  <a:pt x="303713" y="2624"/>
                  <a:pt x="308594" y="7873"/>
                </a:cubicBezTo>
                <a:cubicBezTo>
                  <a:pt x="313474" y="13122"/>
                  <a:pt x="315914" y="20332"/>
                  <a:pt x="315914" y="29504"/>
                </a:cubicBezTo>
                <a:lnTo>
                  <a:pt x="315914" y="37073"/>
                </a:lnTo>
                <a:moveTo>
                  <a:pt x="299284" y="25913"/>
                </a:moveTo>
                <a:cubicBezTo>
                  <a:pt x="299284" y="16778"/>
                  <a:pt x="295582" y="12210"/>
                  <a:pt x="288178" y="12210"/>
                </a:cubicBezTo>
                <a:cubicBezTo>
                  <a:pt x="285121" y="12210"/>
                  <a:pt x="282414" y="13463"/>
                  <a:pt x="280056" y="15968"/>
                </a:cubicBezTo>
                <a:cubicBezTo>
                  <a:pt x="277699" y="18472"/>
                  <a:pt x="276226" y="21787"/>
                  <a:pt x="275636" y="25913"/>
                </a:cubicBezTo>
                <a:lnTo>
                  <a:pt x="299284" y="25913"/>
                </a:lnTo>
                <a:close/>
              </a:path>
            </a:pathLst>
          </a:custGeom>
          <a:solidFill xmlns:a="http://schemas.openxmlformats.org/drawingml/2006/main">
            <a:srgbClr val="FB7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(...">
            <a:extLst xmlns:a="http://schemas.openxmlformats.org/drawingml/2006/main">
              <a:ext uri="{FF2B5EF4-FFF2-40B4-BE49-F238E27FC236}">
                <a16:creationId xmlns:a16="http://schemas.microsoft.com/office/drawing/2014/main" id="{C4EF423C-D079-4EB5-96BE-CB619C9C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917" y="4574361"/>
            <a:ext cx="104376" cy="105032"/>
          </a:xfrm>
          <a:custGeom xmlns:a="http://schemas.openxmlformats.org/drawingml/2006/main">
            <a:pathLst>
              <a:path w="104376" h="105032">
                <a:moveTo>
                  <a:pt x="18620" y="105032"/>
                </a:moveTo>
                <a:cubicBezTo>
                  <a:pt x="6207" y="90888"/>
                  <a:pt x="0" y="73521"/>
                  <a:pt x="0" y="52930"/>
                </a:cubicBezTo>
                <a:cubicBezTo>
                  <a:pt x="0" y="32340"/>
                  <a:pt x="6207" y="14697"/>
                  <a:pt x="18620" y="0"/>
                </a:cubicBezTo>
                <a:lnTo>
                  <a:pt x="28178" y="0"/>
                </a:lnTo>
                <a:cubicBezTo>
                  <a:pt x="15728" y="15286"/>
                  <a:pt x="9503" y="32893"/>
                  <a:pt x="9503" y="52820"/>
                </a:cubicBezTo>
                <a:cubicBezTo>
                  <a:pt x="9503" y="72710"/>
                  <a:pt x="15691" y="90114"/>
                  <a:pt x="28068" y="105032"/>
                </a:cubicBezTo>
                <a:lnTo>
                  <a:pt x="18620" y="105032"/>
                </a:lnTo>
                <a:close/>
                <a:moveTo>
                  <a:pt x="35503" y="79893"/>
                </a:moveTo>
                <a:cubicBezTo>
                  <a:pt x="35503" y="77904"/>
                  <a:pt x="36184" y="76228"/>
                  <a:pt x="37547" y="74865"/>
                </a:cubicBezTo>
                <a:cubicBezTo>
                  <a:pt x="38910" y="73502"/>
                  <a:pt x="40605" y="72821"/>
                  <a:pt x="42630" y="72821"/>
                </a:cubicBezTo>
                <a:cubicBezTo>
                  <a:pt x="44693" y="72821"/>
                  <a:pt x="46406" y="73512"/>
                  <a:pt x="47769" y="74893"/>
                </a:cubicBezTo>
                <a:cubicBezTo>
                  <a:pt x="49132" y="76274"/>
                  <a:pt x="49813" y="77941"/>
                  <a:pt x="49813" y="79893"/>
                </a:cubicBezTo>
                <a:cubicBezTo>
                  <a:pt x="49813" y="81808"/>
                  <a:pt x="49132" y="83457"/>
                  <a:pt x="47769" y="84838"/>
                </a:cubicBezTo>
                <a:cubicBezTo>
                  <a:pt x="46406" y="86219"/>
                  <a:pt x="44675" y="86910"/>
                  <a:pt x="42575" y="86910"/>
                </a:cubicBezTo>
                <a:cubicBezTo>
                  <a:pt x="40549" y="86910"/>
                  <a:pt x="38864" y="86219"/>
                  <a:pt x="37520" y="84838"/>
                </a:cubicBezTo>
                <a:cubicBezTo>
                  <a:pt x="36175" y="83457"/>
                  <a:pt x="35503" y="81808"/>
                  <a:pt x="35503" y="79893"/>
                </a:cubicBezTo>
                <a:close/>
                <a:moveTo>
                  <a:pt x="62784" y="79893"/>
                </a:moveTo>
                <a:cubicBezTo>
                  <a:pt x="62784" y="77904"/>
                  <a:pt x="63466" y="76228"/>
                  <a:pt x="64829" y="74865"/>
                </a:cubicBezTo>
                <a:cubicBezTo>
                  <a:pt x="66192" y="73502"/>
                  <a:pt x="67886" y="72821"/>
                  <a:pt x="69912" y="72821"/>
                </a:cubicBezTo>
                <a:cubicBezTo>
                  <a:pt x="71974" y="72821"/>
                  <a:pt x="73687" y="73512"/>
                  <a:pt x="75050" y="74893"/>
                </a:cubicBezTo>
                <a:cubicBezTo>
                  <a:pt x="76413" y="76274"/>
                  <a:pt x="77094" y="77941"/>
                  <a:pt x="77094" y="79893"/>
                </a:cubicBezTo>
                <a:cubicBezTo>
                  <a:pt x="77094" y="81808"/>
                  <a:pt x="76413" y="83457"/>
                  <a:pt x="75050" y="84838"/>
                </a:cubicBezTo>
                <a:cubicBezTo>
                  <a:pt x="73687" y="86219"/>
                  <a:pt x="71956" y="86910"/>
                  <a:pt x="69857" y="86910"/>
                </a:cubicBezTo>
                <a:cubicBezTo>
                  <a:pt x="67831" y="86910"/>
                  <a:pt x="66146" y="86219"/>
                  <a:pt x="64801" y="84838"/>
                </a:cubicBezTo>
                <a:cubicBezTo>
                  <a:pt x="63457" y="83457"/>
                  <a:pt x="62784" y="81808"/>
                  <a:pt x="62784" y="79893"/>
                </a:cubicBezTo>
                <a:close/>
                <a:moveTo>
                  <a:pt x="90066" y="79893"/>
                </a:moveTo>
                <a:cubicBezTo>
                  <a:pt x="90066" y="77904"/>
                  <a:pt x="90748" y="76228"/>
                  <a:pt x="92110" y="74865"/>
                </a:cubicBezTo>
                <a:cubicBezTo>
                  <a:pt x="93473" y="73502"/>
                  <a:pt x="95168" y="72821"/>
                  <a:pt x="97193" y="72821"/>
                </a:cubicBezTo>
                <a:cubicBezTo>
                  <a:pt x="99256" y="72821"/>
                  <a:pt x="100969" y="73512"/>
                  <a:pt x="102332" y="74893"/>
                </a:cubicBezTo>
                <a:cubicBezTo>
                  <a:pt x="103695" y="76274"/>
                  <a:pt x="104376" y="77941"/>
                  <a:pt x="104376" y="79893"/>
                </a:cubicBezTo>
                <a:cubicBezTo>
                  <a:pt x="104376" y="81808"/>
                  <a:pt x="103695" y="83457"/>
                  <a:pt x="102332" y="84838"/>
                </a:cubicBezTo>
                <a:cubicBezTo>
                  <a:pt x="100969" y="86219"/>
                  <a:pt x="99238" y="86910"/>
                  <a:pt x="97138" y="86910"/>
                </a:cubicBezTo>
                <a:cubicBezTo>
                  <a:pt x="95112" y="86910"/>
                  <a:pt x="93427" y="86219"/>
                  <a:pt x="92083" y="84838"/>
                </a:cubicBezTo>
                <a:cubicBezTo>
                  <a:pt x="90738" y="83457"/>
                  <a:pt x="90066" y="81808"/>
                  <a:pt x="90066" y="79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63B26-DFE0-4AA5-9994-41C5B7D3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819" y="2950188"/>
            <a:ext cx="101015" cy="352226"/>
          </a:xfrm>
          <a:custGeom xmlns:a="http://schemas.openxmlformats.org/drawingml/2006/main">
            <a:pathLst>
              <a:path w="101015" h="352226">
                <a:moveTo>
                  <a:pt x="56184" y="0"/>
                </a:moveTo>
                <a:lnTo>
                  <a:pt x="35981" y="356"/>
                </a:lnTo>
                <a:lnTo>
                  <a:pt x="40406" y="251390"/>
                </a:lnTo>
                <a:lnTo>
                  <a:pt x="0" y="252102"/>
                </a:lnTo>
                <a:lnTo>
                  <a:pt x="52289" y="352226"/>
                </a:lnTo>
                <a:lnTo>
                  <a:pt x="101015" y="250321"/>
                </a:lnTo>
                <a:lnTo>
                  <a:pt x="60609" y="251033"/>
                </a:lnTo>
                <a:lnTo>
                  <a:pt x="56184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AEA3F-82EE-42C9-93FA-726B308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11" y="1234433"/>
            <a:ext cx="1566795" cy="2562362"/>
          </a:xfrm>
          <a:custGeom xmlns:a="http://schemas.openxmlformats.org/drawingml/2006/main">
            <a:pathLst>
              <a:path w="1566795" h="2562362">
                <a:moveTo>
                  <a:pt x="1465765" y="2521950"/>
                </a:moveTo>
                <a:lnTo>
                  <a:pt x="1465765" y="2562362"/>
                </a:lnTo>
                <a:lnTo>
                  <a:pt x="1566795" y="2511847"/>
                </a:lnTo>
                <a:lnTo>
                  <a:pt x="1465765" y="2461331"/>
                </a:lnTo>
                <a:lnTo>
                  <a:pt x="1465765" y="2501744"/>
                </a:lnTo>
                <a:lnTo>
                  <a:pt x="20206" y="2501744"/>
                </a:lnTo>
                <a:lnTo>
                  <a:pt x="20206" y="0"/>
                </a:lnTo>
                <a:lnTo>
                  <a:pt x="0" y="0"/>
                </a:lnTo>
                <a:lnTo>
                  <a:pt x="0" y="2521950"/>
                </a:lnTo>
                <a:lnTo>
                  <a:pt x="1465765" y="252195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8FEBE-64B3-46AC-962F-536C619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549" y="3749044"/>
            <a:ext cx="665523" cy="101030"/>
          </a:xfrm>
          <a:custGeom xmlns:a="http://schemas.openxmlformats.org/drawingml/2006/main">
            <a:pathLst>
              <a:path w="665523" h="101030">
                <a:moveTo>
                  <a:pt x="0" y="40411"/>
                </a:moveTo>
                <a:lnTo>
                  <a:pt x="0" y="60617"/>
                </a:lnTo>
                <a:lnTo>
                  <a:pt x="564492" y="60618"/>
                </a:lnTo>
                <a:lnTo>
                  <a:pt x="564492" y="101030"/>
                </a:lnTo>
                <a:lnTo>
                  <a:pt x="665523" y="50515"/>
                </a:lnTo>
                <a:lnTo>
                  <a:pt x="564492" y="0"/>
                </a:lnTo>
                <a:lnTo>
                  <a:pt x="564492" y="40412"/>
                </a:lnTo>
                <a:lnTo>
                  <a:pt x="0" y="40411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a36ee2e2b4be7"/>
          <a:stretch xmlns:a="http://schemas.openxmlformats.org/drawingml/2006/main"/>
        </p:blipFill>
        <p:spPr>
          <a:xfrm xmlns:a="http://schemas.openxmlformats.org/drawingml/2006/main">
            <a:off x="7336575" y="3342832"/>
            <a:ext cx="1491695" cy="969893"/>
          </a:xfrm>
          <a:prstGeom xmlns:a="http://schemas.openxmlformats.org/drawingml/2006/main" prst="rect">
            <a:avLst/>
          </a:prstGeom>
        </p:spPr>
      </p:pic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37B9A-0A33-450F-B980-2A9572F1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369" y="3366568"/>
            <a:ext cx="1408206" cy="887779"/>
          </a:xfrm>
          <a:custGeom xmlns:a="http://schemas.openxmlformats.org/drawingml/2006/main">
            <a:pathLst>
              <a:path w="1408206" h="887779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8" y="0"/>
                </a:lnTo>
                <a:cubicBezTo>
                  <a:pt x="1379707" y="0"/>
                  <a:pt x="1408206" y="28499"/>
                  <a:pt x="1408206" y="63654"/>
                </a:cubicBezTo>
                <a:lnTo>
                  <a:pt x="1408206" y="824125"/>
                </a:lnTo>
                <a:cubicBezTo>
                  <a:pt x="1408206" y="859280"/>
                  <a:pt x="1379707" y="887779"/>
                  <a:pt x="1344548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2C530-66FF-4417-93C8-70687059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369" y="3366568"/>
            <a:ext cx="1408203" cy="887779"/>
          </a:xfrm>
          <a:custGeom xmlns:a="http://schemas.openxmlformats.org/drawingml/2006/main">
            <a:pathLst>
              <a:path w="1408203" h="887779" fill="none">
                <a:moveTo>
                  <a:pt x="0" y="63654"/>
                </a:moveTo>
                <a:cubicBezTo>
                  <a:pt x="0" y="28499"/>
                  <a:pt x="28499" y="0"/>
                  <a:pt x="63654" y="0"/>
                </a:cubicBezTo>
                <a:lnTo>
                  <a:pt x="1344549" y="0"/>
                </a:lnTo>
                <a:cubicBezTo>
                  <a:pt x="1379704" y="0"/>
                  <a:pt x="1408203" y="28499"/>
                  <a:pt x="1408203" y="63654"/>
                </a:cubicBezTo>
                <a:lnTo>
                  <a:pt x="1408203" y="824125"/>
                </a:lnTo>
                <a:cubicBezTo>
                  <a:pt x="1408203" y="859280"/>
                  <a:pt x="1379704" y="887779"/>
                  <a:pt x="1344549" y="887779"/>
                </a:cubicBezTo>
                <a:lnTo>
                  <a:pt x="63654" y="887779"/>
                </a:lnTo>
                <a:cubicBezTo>
                  <a:pt x="28499" y="887779"/>
                  <a:pt x="0" y="859280"/>
                  <a:pt x="0" y="824125"/>
                </a:cubicBezTo>
                <a:lnTo>
                  <a:pt x="0" y="63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65" cap="flat">
            <a:solidFill>
              <a:srgbClr val="BFBFBF"/>
            </a:solidFill>
            <a:miter/>
          </a:ln>
        </p:spPr>
      </p:sp>
      <p:sp>
        <p:nvSpPr>
          <p:cNvPr id="149" name="Text TestCaseValidation">
            <a:extLst xmlns:a="http://schemas.openxmlformats.org/drawingml/2006/main">
              <a:ext uri="{FF2B5EF4-FFF2-40B4-BE49-F238E27FC236}">
                <a16:creationId xmlns:a16="http://schemas.microsoft.com/office/drawing/2014/main" id="{AF5DB2DD-1078-4798-B9BC-267F606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986" y="3441203"/>
            <a:ext cx="1284533" cy="105072"/>
          </a:xfrm>
          <a:custGeom xmlns:a="http://schemas.openxmlformats.org/drawingml/2006/main">
            <a:pathLst>
              <a:path w="1284533" h="105072">
                <a:moveTo>
                  <a:pt x="76657" y="22606"/>
                </a:moveTo>
                <a:lnTo>
                  <a:pt x="48747" y="22606"/>
                </a:lnTo>
                <a:lnTo>
                  <a:pt x="48747" y="103367"/>
                </a:lnTo>
                <a:lnTo>
                  <a:pt x="27847" y="103367"/>
                </a:lnTo>
                <a:lnTo>
                  <a:pt x="27847" y="22606"/>
                </a:lnTo>
                <a:lnTo>
                  <a:pt x="0" y="22606"/>
                </a:lnTo>
                <a:lnTo>
                  <a:pt x="0" y="5557"/>
                </a:lnTo>
                <a:lnTo>
                  <a:pt x="76657" y="5557"/>
                </a:lnTo>
                <a:lnTo>
                  <a:pt x="76657" y="22606"/>
                </a:lnTo>
                <a:close/>
                <a:moveTo>
                  <a:pt x="137204" y="74194"/>
                </a:moveTo>
                <a:lnTo>
                  <a:pt x="91235" y="74194"/>
                </a:lnTo>
                <a:cubicBezTo>
                  <a:pt x="91951" y="85013"/>
                  <a:pt x="98475" y="90422"/>
                  <a:pt x="110810" y="90422"/>
                </a:cubicBezTo>
                <a:cubicBezTo>
                  <a:pt x="118513" y="90422"/>
                  <a:pt x="125312" y="88528"/>
                  <a:pt x="131205" y="84739"/>
                </a:cubicBezTo>
                <a:lnTo>
                  <a:pt x="131205" y="99704"/>
                </a:lnTo>
                <a:cubicBezTo>
                  <a:pt x="124849" y="103283"/>
                  <a:pt x="116514" y="105072"/>
                  <a:pt x="106200" y="105072"/>
                </a:cubicBezTo>
                <a:cubicBezTo>
                  <a:pt x="95087" y="105072"/>
                  <a:pt x="86447" y="101936"/>
                  <a:pt x="80279" y="95663"/>
                </a:cubicBezTo>
                <a:cubicBezTo>
                  <a:pt x="74112" y="89391"/>
                  <a:pt x="71029" y="80656"/>
                  <a:pt x="71029" y="69458"/>
                </a:cubicBezTo>
                <a:cubicBezTo>
                  <a:pt x="71029" y="58303"/>
                  <a:pt x="74312" y="49242"/>
                  <a:pt x="80879" y="42275"/>
                </a:cubicBezTo>
                <a:cubicBezTo>
                  <a:pt x="87446" y="35308"/>
                  <a:pt x="95697" y="31825"/>
                  <a:pt x="105632" y="31825"/>
                </a:cubicBezTo>
                <a:cubicBezTo>
                  <a:pt x="115524" y="31825"/>
                  <a:pt x="123259" y="34824"/>
                  <a:pt x="128837" y="40823"/>
                </a:cubicBezTo>
                <a:cubicBezTo>
                  <a:pt x="134415" y="46821"/>
                  <a:pt x="137204" y="55062"/>
                  <a:pt x="137204" y="65544"/>
                </a:cubicBezTo>
                <a:lnTo>
                  <a:pt x="137204" y="74194"/>
                </a:lnTo>
                <a:moveTo>
                  <a:pt x="118197" y="61439"/>
                </a:moveTo>
                <a:cubicBezTo>
                  <a:pt x="118197" y="50999"/>
                  <a:pt x="113967" y="45779"/>
                  <a:pt x="105505" y="45779"/>
                </a:cubicBezTo>
                <a:cubicBezTo>
                  <a:pt x="102012" y="45779"/>
                  <a:pt x="98917" y="47211"/>
                  <a:pt x="96223" y="50073"/>
                </a:cubicBezTo>
                <a:cubicBezTo>
                  <a:pt x="93529" y="52936"/>
                  <a:pt x="91845" y="56724"/>
                  <a:pt x="91172" y="61439"/>
                </a:cubicBezTo>
                <a:lnTo>
                  <a:pt x="118197" y="61439"/>
                </a:lnTo>
                <a:close/>
                <a:moveTo>
                  <a:pt x="149185" y="84613"/>
                </a:moveTo>
                <a:cubicBezTo>
                  <a:pt x="156173" y="88865"/>
                  <a:pt x="163013" y="90991"/>
                  <a:pt x="169706" y="90991"/>
                </a:cubicBezTo>
                <a:cubicBezTo>
                  <a:pt x="178126" y="90991"/>
                  <a:pt x="182335" y="88738"/>
                  <a:pt x="182335" y="84234"/>
                </a:cubicBezTo>
                <a:cubicBezTo>
                  <a:pt x="182335" y="81035"/>
                  <a:pt x="178862" y="78362"/>
                  <a:pt x="171917" y="76215"/>
                </a:cubicBezTo>
                <a:cubicBezTo>
                  <a:pt x="163245" y="73521"/>
                  <a:pt x="157288" y="70521"/>
                  <a:pt x="154047" y="67217"/>
                </a:cubicBezTo>
                <a:cubicBezTo>
                  <a:pt x="150805" y="63912"/>
                  <a:pt x="149185" y="59440"/>
                  <a:pt x="149185" y="53799"/>
                </a:cubicBezTo>
                <a:cubicBezTo>
                  <a:pt x="149185" y="46937"/>
                  <a:pt x="151963" y="41559"/>
                  <a:pt x="157520" y="37665"/>
                </a:cubicBezTo>
                <a:cubicBezTo>
                  <a:pt x="163076" y="33772"/>
                  <a:pt x="170359" y="31825"/>
                  <a:pt x="179368" y="31825"/>
                </a:cubicBezTo>
                <a:cubicBezTo>
                  <a:pt x="185766" y="31825"/>
                  <a:pt x="191933" y="32772"/>
                  <a:pt x="197869" y="34666"/>
                </a:cubicBezTo>
                <a:lnTo>
                  <a:pt x="197869" y="50705"/>
                </a:lnTo>
                <a:cubicBezTo>
                  <a:pt x="192438" y="47505"/>
                  <a:pt x="186461" y="45906"/>
                  <a:pt x="179936" y="45906"/>
                </a:cubicBezTo>
                <a:cubicBezTo>
                  <a:pt x="176694" y="45906"/>
                  <a:pt x="174084" y="46485"/>
                  <a:pt x="172106" y="47642"/>
                </a:cubicBezTo>
                <a:cubicBezTo>
                  <a:pt x="170127" y="48800"/>
                  <a:pt x="169138" y="50326"/>
                  <a:pt x="169138" y="52220"/>
                </a:cubicBezTo>
                <a:cubicBezTo>
                  <a:pt x="169138" y="55419"/>
                  <a:pt x="172085" y="58008"/>
                  <a:pt x="177978" y="59987"/>
                </a:cubicBezTo>
                <a:cubicBezTo>
                  <a:pt x="184293" y="62092"/>
                  <a:pt x="189039" y="64007"/>
                  <a:pt x="192217" y="65733"/>
                </a:cubicBezTo>
                <a:cubicBezTo>
                  <a:pt x="195396" y="67459"/>
                  <a:pt x="197816" y="69732"/>
                  <a:pt x="199479" y="72552"/>
                </a:cubicBezTo>
                <a:cubicBezTo>
                  <a:pt x="201142" y="75373"/>
                  <a:pt x="201973" y="78635"/>
                  <a:pt x="201973" y="82340"/>
                </a:cubicBezTo>
                <a:cubicBezTo>
                  <a:pt x="201973" y="89538"/>
                  <a:pt x="199089" y="95126"/>
                  <a:pt x="193322" y="99105"/>
                </a:cubicBezTo>
                <a:cubicBezTo>
                  <a:pt x="187555" y="103083"/>
                  <a:pt x="179852" y="105072"/>
                  <a:pt x="170212" y="105072"/>
                </a:cubicBezTo>
                <a:cubicBezTo>
                  <a:pt x="162634" y="105072"/>
                  <a:pt x="155625" y="103872"/>
                  <a:pt x="149185" y="101472"/>
                </a:cubicBezTo>
                <a:lnTo>
                  <a:pt x="149185" y="84613"/>
                </a:lnTo>
                <a:close/>
                <a:moveTo>
                  <a:pt x="255785" y="102546"/>
                </a:moveTo>
                <a:cubicBezTo>
                  <a:pt x="252712" y="104230"/>
                  <a:pt x="248061" y="105072"/>
                  <a:pt x="241831" y="105072"/>
                </a:cubicBezTo>
                <a:cubicBezTo>
                  <a:pt x="227013" y="105072"/>
                  <a:pt x="219604" y="97284"/>
                  <a:pt x="219604" y="81708"/>
                </a:cubicBezTo>
                <a:lnTo>
                  <a:pt x="219604" y="48747"/>
                </a:lnTo>
                <a:lnTo>
                  <a:pt x="208112" y="48747"/>
                </a:lnTo>
                <a:lnTo>
                  <a:pt x="208112" y="33529"/>
                </a:lnTo>
                <a:lnTo>
                  <a:pt x="219604" y="33529"/>
                </a:lnTo>
                <a:lnTo>
                  <a:pt x="219604" y="18185"/>
                </a:lnTo>
                <a:lnTo>
                  <a:pt x="239873" y="12376"/>
                </a:lnTo>
                <a:lnTo>
                  <a:pt x="239873" y="33529"/>
                </a:lnTo>
                <a:lnTo>
                  <a:pt x="255785" y="33529"/>
                </a:lnTo>
                <a:lnTo>
                  <a:pt x="255785" y="48747"/>
                </a:lnTo>
                <a:lnTo>
                  <a:pt x="239873" y="48747"/>
                </a:lnTo>
                <a:lnTo>
                  <a:pt x="239873" y="78172"/>
                </a:lnTo>
                <a:cubicBezTo>
                  <a:pt x="239873" y="85623"/>
                  <a:pt x="242820" y="89349"/>
                  <a:pt x="248713" y="89349"/>
                </a:cubicBezTo>
                <a:cubicBezTo>
                  <a:pt x="250986" y="89349"/>
                  <a:pt x="253344" y="88675"/>
                  <a:pt x="255785" y="87328"/>
                </a:cubicBezTo>
                <a:lnTo>
                  <a:pt x="255785" y="102546"/>
                </a:lnTo>
                <a:close/>
                <a:moveTo>
                  <a:pt x="378497" y="99831"/>
                </a:moveTo>
                <a:cubicBezTo>
                  <a:pt x="371383" y="103325"/>
                  <a:pt x="362101" y="105072"/>
                  <a:pt x="350651" y="105072"/>
                </a:cubicBezTo>
                <a:cubicBezTo>
                  <a:pt x="335917" y="105072"/>
                  <a:pt x="324225" y="100662"/>
                  <a:pt x="315574" y="91843"/>
                </a:cubicBezTo>
                <a:cubicBezTo>
                  <a:pt x="306924" y="83024"/>
                  <a:pt x="302598" y="71269"/>
                  <a:pt x="302598" y="56577"/>
                </a:cubicBezTo>
                <a:cubicBezTo>
                  <a:pt x="302598" y="41128"/>
                  <a:pt x="307429" y="28488"/>
                  <a:pt x="317090" y="18659"/>
                </a:cubicBezTo>
                <a:cubicBezTo>
                  <a:pt x="326751" y="8830"/>
                  <a:pt x="339222" y="3915"/>
                  <a:pt x="354503" y="3915"/>
                </a:cubicBezTo>
                <a:cubicBezTo>
                  <a:pt x="364059" y="3915"/>
                  <a:pt x="372057" y="5157"/>
                  <a:pt x="378497" y="7640"/>
                </a:cubicBezTo>
                <a:lnTo>
                  <a:pt x="378497" y="27783"/>
                </a:lnTo>
                <a:cubicBezTo>
                  <a:pt x="371888" y="23911"/>
                  <a:pt x="364395" y="21974"/>
                  <a:pt x="356018" y="21974"/>
                </a:cubicBezTo>
                <a:cubicBezTo>
                  <a:pt x="346462" y="21974"/>
                  <a:pt x="338822" y="25026"/>
                  <a:pt x="333097" y="31130"/>
                </a:cubicBezTo>
                <a:cubicBezTo>
                  <a:pt x="327372" y="37234"/>
                  <a:pt x="324509" y="45211"/>
                  <a:pt x="324509" y="55062"/>
                </a:cubicBezTo>
                <a:cubicBezTo>
                  <a:pt x="324509" y="64659"/>
                  <a:pt x="327225" y="72384"/>
                  <a:pt x="332655" y="78235"/>
                </a:cubicBezTo>
                <a:cubicBezTo>
                  <a:pt x="338085" y="84087"/>
                  <a:pt x="345431" y="87012"/>
                  <a:pt x="354692" y="87012"/>
                </a:cubicBezTo>
                <a:cubicBezTo>
                  <a:pt x="363406" y="87012"/>
                  <a:pt x="371341" y="84908"/>
                  <a:pt x="378497" y="80698"/>
                </a:cubicBezTo>
                <a:lnTo>
                  <a:pt x="378497" y="99831"/>
                </a:lnTo>
                <a:close/>
                <a:moveTo>
                  <a:pt x="395349" y="37760"/>
                </a:moveTo>
                <a:cubicBezTo>
                  <a:pt x="398506" y="35992"/>
                  <a:pt x="402726" y="34561"/>
                  <a:pt x="408009" y="33466"/>
                </a:cubicBezTo>
                <a:cubicBezTo>
                  <a:pt x="413292" y="32372"/>
                  <a:pt x="417807" y="31825"/>
                  <a:pt x="421554" y="31825"/>
                </a:cubicBezTo>
                <a:cubicBezTo>
                  <a:pt x="441086" y="31825"/>
                  <a:pt x="450852" y="41612"/>
                  <a:pt x="450852" y="61187"/>
                </a:cubicBezTo>
                <a:lnTo>
                  <a:pt x="450852" y="103367"/>
                </a:lnTo>
                <a:lnTo>
                  <a:pt x="431467" y="103367"/>
                </a:lnTo>
                <a:lnTo>
                  <a:pt x="431467" y="93201"/>
                </a:lnTo>
                <a:lnTo>
                  <a:pt x="431215" y="93201"/>
                </a:lnTo>
                <a:cubicBezTo>
                  <a:pt x="426458" y="101115"/>
                  <a:pt x="419491" y="105072"/>
                  <a:pt x="410314" y="105072"/>
                </a:cubicBezTo>
                <a:cubicBezTo>
                  <a:pt x="403705" y="105072"/>
                  <a:pt x="398411" y="103188"/>
                  <a:pt x="394433" y="99420"/>
                </a:cubicBezTo>
                <a:cubicBezTo>
                  <a:pt x="390455" y="95653"/>
                  <a:pt x="388466" y="90528"/>
                  <a:pt x="388466" y="84045"/>
                </a:cubicBezTo>
                <a:cubicBezTo>
                  <a:pt x="388466" y="70658"/>
                  <a:pt x="396443" y="62870"/>
                  <a:pt x="412398" y="60681"/>
                </a:cubicBezTo>
                <a:lnTo>
                  <a:pt x="431593" y="58093"/>
                </a:lnTo>
                <a:cubicBezTo>
                  <a:pt x="431593" y="49968"/>
                  <a:pt x="427363" y="45906"/>
                  <a:pt x="418901" y="45906"/>
                </a:cubicBezTo>
                <a:cubicBezTo>
                  <a:pt x="410566" y="45906"/>
                  <a:pt x="402716" y="48431"/>
                  <a:pt x="395349" y="53483"/>
                </a:cubicBezTo>
                <a:lnTo>
                  <a:pt x="395349" y="37760"/>
                </a:lnTo>
                <a:moveTo>
                  <a:pt x="418396" y="71732"/>
                </a:moveTo>
                <a:cubicBezTo>
                  <a:pt x="411030" y="72700"/>
                  <a:pt x="407346" y="76025"/>
                  <a:pt x="407346" y="81708"/>
                </a:cubicBezTo>
                <a:cubicBezTo>
                  <a:pt x="407346" y="84318"/>
                  <a:pt x="408241" y="86423"/>
                  <a:pt x="410030" y="88023"/>
                </a:cubicBezTo>
                <a:cubicBezTo>
                  <a:pt x="411819" y="89622"/>
                  <a:pt x="414229" y="90422"/>
                  <a:pt x="417260" y="90422"/>
                </a:cubicBezTo>
                <a:cubicBezTo>
                  <a:pt x="421427" y="90422"/>
                  <a:pt x="424858" y="88949"/>
                  <a:pt x="427552" y="86002"/>
                </a:cubicBezTo>
                <a:cubicBezTo>
                  <a:pt x="430246" y="83055"/>
                  <a:pt x="431593" y="79393"/>
                  <a:pt x="431593" y="75015"/>
                </a:cubicBezTo>
                <a:lnTo>
                  <a:pt x="431593" y="70027"/>
                </a:lnTo>
                <a:lnTo>
                  <a:pt x="418396" y="71732"/>
                </a:lnTo>
                <a:close/>
                <a:moveTo>
                  <a:pt x="466598" y="84613"/>
                </a:moveTo>
                <a:cubicBezTo>
                  <a:pt x="473586" y="88865"/>
                  <a:pt x="480427" y="90991"/>
                  <a:pt x="487120" y="90991"/>
                </a:cubicBezTo>
                <a:cubicBezTo>
                  <a:pt x="495539" y="90991"/>
                  <a:pt x="499749" y="88738"/>
                  <a:pt x="499749" y="84234"/>
                </a:cubicBezTo>
                <a:cubicBezTo>
                  <a:pt x="499749" y="81035"/>
                  <a:pt x="496276" y="78362"/>
                  <a:pt x="489330" y="76215"/>
                </a:cubicBezTo>
                <a:cubicBezTo>
                  <a:pt x="480658" y="73521"/>
                  <a:pt x="474702" y="70521"/>
                  <a:pt x="471460" y="67217"/>
                </a:cubicBezTo>
                <a:cubicBezTo>
                  <a:pt x="468219" y="63912"/>
                  <a:pt x="466598" y="59440"/>
                  <a:pt x="466598" y="53799"/>
                </a:cubicBezTo>
                <a:cubicBezTo>
                  <a:pt x="466598" y="46937"/>
                  <a:pt x="469377" y="41559"/>
                  <a:pt x="474933" y="37665"/>
                </a:cubicBezTo>
                <a:cubicBezTo>
                  <a:pt x="480490" y="33772"/>
                  <a:pt x="487773" y="31825"/>
                  <a:pt x="496781" y="31825"/>
                </a:cubicBezTo>
                <a:cubicBezTo>
                  <a:pt x="503180" y="31825"/>
                  <a:pt x="509347" y="32772"/>
                  <a:pt x="515282" y="34666"/>
                </a:cubicBezTo>
                <a:lnTo>
                  <a:pt x="515282" y="50705"/>
                </a:lnTo>
                <a:cubicBezTo>
                  <a:pt x="509852" y="47505"/>
                  <a:pt x="503874" y="45906"/>
                  <a:pt x="497349" y="45906"/>
                </a:cubicBezTo>
                <a:cubicBezTo>
                  <a:pt x="494108" y="45906"/>
                  <a:pt x="491498" y="46485"/>
                  <a:pt x="489520" y="47642"/>
                </a:cubicBezTo>
                <a:cubicBezTo>
                  <a:pt x="487541" y="48800"/>
                  <a:pt x="486552" y="50326"/>
                  <a:pt x="486552" y="52220"/>
                </a:cubicBezTo>
                <a:cubicBezTo>
                  <a:pt x="486552" y="55419"/>
                  <a:pt x="489499" y="58008"/>
                  <a:pt x="495392" y="59987"/>
                </a:cubicBezTo>
                <a:cubicBezTo>
                  <a:pt x="501706" y="62092"/>
                  <a:pt x="506453" y="64007"/>
                  <a:pt x="509631" y="65733"/>
                </a:cubicBezTo>
                <a:cubicBezTo>
                  <a:pt x="512809" y="67459"/>
                  <a:pt x="515230" y="69732"/>
                  <a:pt x="516893" y="72552"/>
                </a:cubicBezTo>
                <a:cubicBezTo>
                  <a:pt x="518555" y="75373"/>
                  <a:pt x="519387" y="78635"/>
                  <a:pt x="519387" y="82340"/>
                </a:cubicBezTo>
                <a:cubicBezTo>
                  <a:pt x="519387" y="89538"/>
                  <a:pt x="516503" y="95126"/>
                  <a:pt x="510736" y="99105"/>
                </a:cubicBezTo>
                <a:cubicBezTo>
                  <a:pt x="504969" y="103083"/>
                  <a:pt x="497265" y="105072"/>
                  <a:pt x="487625" y="105072"/>
                </a:cubicBezTo>
                <a:cubicBezTo>
                  <a:pt x="480048" y="105072"/>
                  <a:pt x="473039" y="103872"/>
                  <a:pt x="466598" y="101472"/>
                </a:cubicBezTo>
                <a:lnTo>
                  <a:pt x="466598" y="84613"/>
                </a:lnTo>
                <a:close/>
                <a:moveTo>
                  <a:pt x="594100" y="74194"/>
                </a:moveTo>
                <a:lnTo>
                  <a:pt x="548131" y="74194"/>
                </a:lnTo>
                <a:cubicBezTo>
                  <a:pt x="548847" y="85013"/>
                  <a:pt x="555372" y="90422"/>
                  <a:pt x="567706" y="90422"/>
                </a:cubicBezTo>
                <a:cubicBezTo>
                  <a:pt x="575409" y="90422"/>
                  <a:pt x="582208" y="88528"/>
                  <a:pt x="588101" y="84739"/>
                </a:cubicBezTo>
                <a:lnTo>
                  <a:pt x="588101" y="99704"/>
                </a:lnTo>
                <a:cubicBezTo>
                  <a:pt x="581745" y="103283"/>
                  <a:pt x="573410" y="105072"/>
                  <a:pt x="563096" y="105072"/>
                </a:cubicBezTo>
                <a:cubicBezTo>
                  <a:pt x="551983" y="105072"/>
                  <a:pt x="543343" y="101936"/>
                  <a:pt x="537176" y="95663"/>
                </a:cubicBezTo>
                <a:cubicBezTo>
                  <a:pt x="531009" y="89391"/>
                  <a:pt x="527925" y="80656"/>
                  <a:pt x="527925" y="69458"/>
                </a:cubicBezTo>
                <a:cubicBezTo>
                  <a:pt x="527925" y="58303"/>
                  <a:pt x="531209" y="49242"/>
                  <a:pt x="537776" y="42275"/>
                </a:cubicBezTo>
                <a:cubicBezTo>
                  <a:pt x="544343" y="35308"/>
                  <a:pt x="552593" y="31825"/>
                  <a:pt x="562528" y="31825"/>
                </a:cubicBezTo>
                <a:cubicBezTo>
                  <a:pt x="572421" y="31825"/>
                  <a:pt x="580156" y="34824"/>
                  <a:pt x="585733" y="40823"/>
                </a:cubicBezTo>
                <a:cubicBezTo>
                  <a:pt x="591311" y="46821"/>
                  <a:pt x="594100" y="55062"/>
                  <a:pt x="594100" y="65544"/>
                </a:cubicBezTo>
                <a:lnTo>
                  <a:pt x="594100" y="74194"/>
                </a:lnTo>
                <a:moveTo>
                  <a:pt x="575094" y="61439"/>
                </a:moveTo>
                <a:cubicBezTo>
                  <a:pt x="575094" y="50999"/>
                  <a:pt x="570863" y="45779"/>
                  <a:pt x="562402" y="45779"/>
                </a:cubicBezTo>
                <a:cubicBezTo>
                  <a:pt x="558908" y="45779"/>
                  <a:pt x="555814" y="47211"/>
                  <a:pt x="553120" y="50073"/>
                </a:cubicBezTo>
                <a:cubicBezTo>
                  <a:pt x="550425" y="52936"/>
                  <a:pt x="548742" y="56724"/>
                  <a:pt x="548068" y="61439"/>
                </a:cubicBezTo>
                <a:lnTo>
                  <a:pt x="575094" y="61439"/>
                </a:lnTo>
                <a:close/>
                <a:moveTo>
                  <a:pt x="728824" y="5557"/>
                </a:moveTo>
                <a:lnTo>
                  <a:pt x="694853" y="103367"/>
                </a:lnTo>
                <a:lnTo>
                  <a:pt x="671300" y="103367"/>
                </a:lnTo>
                <a:lnTo>
                  <a:pt x="637771" y="5557"/>
                </a:lnTo>
                <a:lnTo>
                  <a:pt x="660250" y="5557"/>
                </a:lnTo>
                <a:lnTo>
                  <a:pt x="681403" y="74699"/>
                </a:lnTo>
                <a:cubicBezTo>
                  <a:pt x="682456" y="78109"/>
                  <a:pt x="683108" y="81330"/>
                  <a:pt x="683361" y="84360"/>
                </a:cubicBezTo>
                <a:lnTo>
                  <a:pt x="683740" y="84360"/>
                </a:lnTo>
                <a:cubicBezTo>
                  <a:pt x="684076" y="81245"/>
                  <a:pt x="684792" y="77941"/>
                  <a:pt x="685886" y="74447"/>
                </a:cubicBezTo>
                <a:lnTo>
                  <a:pt x="707040" y="5557"/>
                </a:lnTo>
                <a:lnTo>
                  <a:pt x="728824" y="5557"/>
                </a:lnTo>
                <a:close/>
                <a:moveTo>
                  <a:pt x="730608" y="37760"/>
                </a:moveTo>
                <a:cubicBezTo>
                  <a:pt x="733765" y="35992"/>
                  <a:pt x="737985" y="34561"/>
                  <a:pt x="743268" y="33466"/>
                </a:cubicBezTo>
                <a:cubicBezTo>
                  <a:pt x="748551" y="32372"/>
                  <a:pt x="753066" y="31825"/>
                  <a:pt x="756813" y="31825"/>
                </a:cubicBezTo>
                <a:cubicBezTo>
                  <a:pt x="776345" y="31825"/>
                  <a:pt x="786111" y="41612"/>
                  <a:pt x="786111" y="61187"/>
                </a:cubicBezTo>
                <a:lnTo>
                  <a:pt x="786111" y="103367"/>
                </a:lnTo>
                <a:lnTo>
                  <a:pt x="766726" y="103367"/>
                </a:lnTo>
                <a:lnTo>
                  <a:pt x="766726" y="93201"/>
                </a:lnTo>
                <a:lnTo>
                  <a:pt x="766474" y="93201"/>
                </a:lnTo>
                <a:cubicBezTo>
                  <a:pt x="761717" y="101115"/>
                  <a:pt x="754750" y="105072"/>
                  <a:pt x="745573" y="105072"/>
                </a:cubicBezTo>
                <a:cubicBezTo>
                  <a:pt x="738964" y="105072"/>
                  <a:pt x="733670" y="103188"/>
                  <a:pt x="729692" y="99420"/>
                </a:cubicBezTo>
                <a:cubicBezTo>
                  <a:pt x="725714" y="95653"/>
                  <a:pt x="723725" y="90528"/>
                  <a:pt x="723725" y="84045"/>
                </a:cubicBezTo>
                <a:cubicBezTo>
                  <a:pt x="723725" y="70658"/>
                  <a:pt x="731702" y="62870"/>
                  <a:pt x="747657" y="60681"/>
                </a:cubicBezTo>
                <a:lnTo>
                  <a:pt x="766852" y="58093"/>
                </a:lnTo>
                <a:cubicBezTo>
                  <a:pt x="766852" y="49968"/>
                  <a:pt x="762622" y="45906"/>
                  <a:pt x="754161" y="45906"/>
                </a:cubicBezTo>
                <a:cubicBezTo>
                  <a:pt x="745826" y="45906"/>
                  <a:pt x="737975" y="48431"/>
                  <a:pt x="730608" y="53483"/>
                </a:cubicBezTo>
                <a:lnTo>
                  <a:pt x="730608" y="37760"/>
                </a:lnTo>
                <a:moveTo>
                  <a:pt x="753655" y="71732"/>
                </a:moveTo>
                <a:cubicBezTo>
                  <a:pt x="746289" y="72700"/>
                  <a:pt x="742605" y="76025"/>
                  <a:pt x="742605" y="81708"/>
                </a:cubicBezTo>
                <a:cubicBezTo>
                  <a:pt x="742605" y="84318"/>
                  <a:pt x="743500" y="86423"/>
                  <a:pt x="745289" y="88023"/>
                </a:cubicBezTo>
                <a:cubicBezTo>
                  <a:pt x="747078" y="89622"/>
                  <a:pt x="749488" y="90422"/>
                  <a:pt x="752519" y="90422"/>
                </a:cubicBezTo>
                <a:cubicBezTo>
                  <a:pt x="756686" y="90422"/>
                  <a:pt x="760117" y="88949"/>
                  <a:pt x="762811" y="86002"/>
                </a:cubicBezTo>
                <a:cubicBezTo>
                  <a:pt x="765505" y="83055"/>
                  <a:pt x="766852" y="79393"/>
                  <a:pt x="766852" y="75015"/>
                </a:cubicBezTo>
                <a:lnTo>
                  <a:pt x="766852" y="70027"/>
                </a:lnTo>
                <a:lnTo>
                  <a:pt x="753655" y="71732"/>
                </a:lnTo>
                <a:close/>
                <a:moveTo>
                  <a:pt x="803373" y="103367"/>
                </a:moveTo>
                <a:lnTo>
                  <a:pt x="803373" y="0"/>
                </a:lnTo>
                <a:lnTo>
                  <a:pt x="823705" y="0"/>
                </a:lnTo>
                <a:lnTo>
                  <a:pt x="823705" y="103367"/>
                </a:lnTo>
                <a:lnTo>
                  <a:pt x="803373" y="103367"/>
                </a:lnTo>
                <a:close/>
                <a:moveTo>
                  <a:pt x="840304" y="10987"/>
                </a:moveTo>
                <a:cubicBezTo>
                  <a:pt x="840304" y="7872"/>
                  <a:pt x="841409" y="5336"/>
                  <a:pt x="843619" y="3378"/>
                </a:cubicBezTo>
                <a:cubicBezTo>
                  <a:pt x="845829" y="1421"/>
                  <a:pt x="848660" y="442"/>
                  <a:pt x="852112" y="442"/>
                </a:cubicBezTo>
                <a:cubicBezTo>
                  <a:pt x="855648" y="442"/>
                  <a:pt x="858510" y="1442"/>
                  <a:pt x="860699" y="3441"/>
                </a:cubicBezTo>
                <a:cubicBezTo>
                  <a:pt x="862888" y="5441"/>
                  <a:pt x="863983" y="7956"/>
                  <a:pt x="863983" y="10987"/>
                </a:cubicBezTo>
                <a:cubicBezTo>
                  <a:pt x="863983" y="14060"/>
                  <a:pt x="862867" y="16617"/>
                  <a:pt x="860636" y="18659"/>
                </a:cubicBezTo>
                <a:cubicBezTo>
                  <a:pt x="858405" y="20701"/>
                  <a:pt x="855564" y="21722"/>
                  <a:pt x="852112" y="21722"/>
                </a:cubicBezTo>
                <a:cubicBezTo>
                  <a:pt x="848702" y="21722"/>
                  <a:pt x="845882" y="20690"/>
                  <a:pt x="843651" y="18627"/>
                </a:cubicBezTo>
                <a:cubicBezTo>
                  <a:pt x="841419" y="16565"/>
                  <a:pt x="840304" y="14018"/>
                  <a:pt x="840304" y="10987"/>
                </a:cubicBezTo>
                <a:moveTo>
                  <a:pt x="841819" y="103367"/>
                </a:moveTo>
                <a:lnTo>
                  <a:pt x="841819" y="33529"/>
                </a:lnTo>
                <a:lnTo>
                  <a:pt x="862152" y="33529"/>
                </a:lnTo>
                <a:lnTo>
                  <a:pt x="862152" y="103367"/>
                </a:lnTo>
                <a:lnTo>
                  <a:pt x="841819" y="103367"/>
                </a:lnTo>
                <a:close/>
                <a:moveTo>
                  <a:pt x="947956" y="103367"/>
                </a:moveTo>
                <a:lnTo>
                  <a:pt x="927624" y="103367"/>
                </a:lnTo>
                <a:lnTo>
                  <a:pt x="927624" y="93516"/>
                </a:lnTo>
                <a:lnTo>
                  <a:pt x="927308" y="93516"/>
                </a:lnTo>
                <a:cubicBezTo>
                  <a:pt x="922383" y="101220"/>
                  <a:pt x="915100" y="105072"/>
                  <a:pt x="905460" y="105072"/>
                </a:cubicBezTo>
                <a:cubicBezTo>
                  <a:pt x="896578" y="105072"/>
                  <a:pt x="889516" y="101936"/>
                  <a:pt x="884276" y="95663"/>
                </a:cubicBezTo>
                <a:cubicBezTo>
                  <a:pt x="879035" y="89391"/>
                  <a:pt x="876414" y="80845"/>
                  <a:pt x="876414" y="70027"/>
                </a:cubicBezTo>
                <a:cubicBezTo>
                  <a:pt x="876414" y="58577"/>
                  <a:pt x="879350" y="49347"/>
                  <a:pt x="885223" y="42338"/>
                </a:cubicBezTo>
                <a:cubicBezTo>
                  <a:pt x="891095" y="35329"/>
                  <a:pt x="898767" y="31825"/>
                  <a:pt x="908239" y="31825"/>
                </a:cubicBezTo>
                <a:cubicBezTo>
                  <a:pt x="917331" y="31825"/>
                  <a:pt x="923688" y="35108"/>
                  <a:pt x="927308" y="41675"/>
                </a:cubicBezTo>
                <a:lnTo>
                  <a:pt x="927624" y="41675"/>
                </a:lnTo>
                <a:lnTo>
                  <a:pt x="927624" y="0"/>
                </a:lnTo>
                <a:lnTo>
                  <a:pt x="947956" y="0"/>
                </a:lnTo>
                <a:lnTo>
                  <a:pt x="947956" y="103367"/>
                </a:lnTo>
                <a:moveTo>
                  <a:pt x="927940" y="63839"/>
                </a:moveTo>
                <a:cubicBezTo>
                  <a:pt x="927940" y="59124"/>
                  <a:pt x="926519" y="55219"/>
                  <a:pt x="923677" y="52125"/>
                </a:cubicBezTo>
                <a:cubicBezTo>
                  <a:pt x="920836" y="49031"/>
                  <a:pt x="917289" y="47484"/>
                  <a:pt x="913038" y="47484"/>
                </a:cubicBezTo>
                <a:cubicBezTo>
                  <a:pt x="908070" y="47484"/>
                  <a:pt x="904166" y="49452"/>
                  <a:pt x="901324" y="53388"/>
                </a:cubicBezTo>
                <a:cubicBezTo>
                  <a:pt x="898483" y="57324"/>
                  <a:pt x="897062" y="62660"/>
                  <a:pt x="897062" y="69395"/>
                </a:cubicBezTo>
                <a:cubicBezTo>
                  <a:pt x="897062" y="75794"/>
                  <a:pt x="898430" y="80730"/>
                  <a:pt x="901167" y="84203"/>
                </a:cubicBezTo>
                <a:cubicBezTo>
                  <a:pt x="903903" y="87675"/>
                  <a:pt x="907670" y="89412"/>
                  <a:pt x="912469" y="89412"/>
                </a:cubicBezTo>
                <a:cubicBezTo>
                  <a:pt x="916974" y="89412"/>
                  <a:pt x="920678" y="87581"/>
                  <a:pt x="923583" y="83918"/>
                </a:cubicBezTo>
                <a:cubicBezTo>
                  <a:pt x="926487" y="80256"/>
                  <a:pt x="927940" y="75499"/>
                  <a:pt x="927940" y="69648"/>
                </a:cubicBezTo>
                <a:lnTo>
                  <a:pt x="927940" y="63839"/>
                </a:lnTo>
                <a:close/>
                <a:moveTo>
                  <a:pt x="968193" y="37760"/>
                </a:moveTo>
                <a:cubicBezTo>
                  <a:pt x="971350" y="35992"/>
                  <a:pt x="975570" y="34561"/>
                  <a:pt x="980853" y="33466"/>
                </a:cubicBezTo>
                <a:cubicBezTo>
                  <a:pt x="986136" y="32372"/>
                  <a:pt x="990651" y="31825"/>
                  <a:pt x="994398" y="31825"/>
                </a:cubicBezTo>
                <a:cubicBezTo>
                  <a:pt x="1013930" y="31825"/>
                  <a:pt x="1023697" y="41612"/>
                  <a:pt x="1023697" y="61187"/>
                </a:cubicBezTo>
                <a:lnTo>
                  <a:pt x="1023697" y="103367"/>
                </a:lnTo>
                <a:lnTo>
                  <a:pt x="1004311" y="103367"/>
                </a:lnTo>
                <a:lnTo>
                  <a:pt x="1004311" y="93201"/>
                </a:lnTo>
                <a:lnTo>
                  <a:pt x="1004059" y="93201"/>
                </a:lnTo>
                <a:cubicBezTo>
                  <a:pt x="999302" y="101115"/>
                  <a:pt x="992335" y="105072"/>
                  <a:pt x="983158" y="105072"/>
                </a:cubicBezTo>
                <a:cubicBezTo>
                  <a:pt x="976549" y="105072"/>
                  <a:pt x="971255" y="103188"/>
                  <a:pt x="967277" y="99420"/>
                </a:cubicBezTo>
                <a:cubicBezTo>
                  <a:pt x="963299" y="95653"/>
                  <a:pt x="961310" y="90528"/>
                  <a:pt x="961310" y="84045"/>
                </a:cubicBezTo>
                <a:cubicBezTo>
                  <a:pt x="961310" y="70658"/>
                  <a:pt x="969287" y="62870"/>
                  <a:pt x="985242" y="60681"/>
                </a:cubicBezTo>
                <a:lnTo>
                  <a:pt x="1004438" y="58093"/>
                </a:lnTo>
                <a:cubicBezTo>
                  <a:pt x="1004438" y="49968"/>
                  <a:pt x="1000207" y="45906"/>
                  <a:pt x="991746" y="45906"/>
                </a:cubicBezTo>
                <a:cubicBezTo>
                  <a:pt x="983411" y="45906"/>
                  <a:pt x="975560" y="48431"/>
                  <a:pt x="968193" y="53483"/>
                </a:cubicBezTo>
                <a:lnTo>
                  <a:pt x="968193" y="37760"/>
                </a:lnTo>
                <a:moveTo>
                  <a:pt x="991241" y="71732"/>
                </a:moveTo>
                <a:cubicBezTo>
                  <a:pt x="983874" y="72700"/>
                  <a:pt x="980190" y="76025"/>
                  <a:pt x="980190" y="81708"/>
                </a:cubicBezTo>
                <a:cubicBezTo>
                  <a:pt x="980190" y="84318"/>
                  <a:pt x="981085" y="86423"/>
                  <a:pt x="982874" y="88023"/>
                </a:cubicBezTo>
                <a:cubicBezTo>
                  <a:pt x="984663" y="89622"/>
                  <a:pt x="987073" y="90422"/>
                  <a:pt x="990104" y="90422"/>
                </a:cubicBezTo>
                <a:cubicBezTo>
                  <a:pt x="994271" y="90422"/>
                  <a:pt x="997702" y="88949"/>
                  <a:pt x="1000396" y="86002"/>
                </a:cubicBezTo>
                <a:cubicBezTo>
                  <a:pt x="1003091" y="83055"/>
                  <a:pt x="1004438" y="79393"/>
                  <a:pt x="1004438" y="75015"/>
                </a:cubicBezTo>
                <a:lnTo>
                  <a:pt x="1004438" y="70027"/>
                </a:lnTo>
                <a:lnTo>
                  <a:pt x="991241" y="71732"/>
                </a:lnTo>
                <a:close/>
                <a:moveTo>
                  <a:pt x="1082380" y="102546"/>
                </a:moveTo>
                <a:cubicBezTo>
                  <a:pt x="1079307" y="104230"/>
                  <a:pt x="1074656" y="105072"/>
                  <a:pt x="1068425" y="105072"/>
                </a:cubicBezTo>
                <a:cubicBezTo>
                  <a:pt x="1053608" y="105072"/>
                  <a:pt x="1046199" y="97284"/>
                  <a:pt x="1046199" y="81708"/>
                </a:cubicBezTo>
                <a:lnTo>
                  <a:pt x="1046199" y="48747"/>
                </a:lnTo>
                <a:lnTo>
                  <a:pt x="1034706" y="48747"/>
                </a:lnTo>
                <a:lnTo>
                  <a:pt x="1034706" y="33529"/>
                </a:lnTo>
                <a:lnTo>
                  <a:pt x="1046199" y="33529"/>
                </a:lnTo>
                <a:lnTo>
                  <a:pt x="1046199" y="18185"/>
                </a:lnTo>
                <a:lnTo>
                  <a:pt x="1066468" y="12376"/>
                </a:lnTo>
                <a:lnTo>
                  <a:pt x="1066468" y="33529"/>
                </a:lnTo>
                <a:lnTo>
                  <a:pt x="1082380" y="33529"/>
                </a:lnTo>
                <a:lnTo>
                  <a:pt x="1082380" y="48747"/>
                </a:lnTo>
                <a:lnTo>
                  <a:pt x="1066468" y="48747"/>
                </a:lnTo>
                <a:lnTo>
                  <a:pt x="1066468" y="78172"/>
                </a:lnTo>
                <a:cubicBezTo>
                  <a:pt x="1066468" y="85623"/>
                  <a:pt x="1069415" y="89349"/>
                  <a:pt x="1075308" y="89349"/>
                </a:cubicBezTo>
                <a:cubicBezTo>
                  <a:pt x="1077581" y="89349"/>
                  <a:pt x="1079939" y="88675"/>
                  <a:pt x="1082380" y="87328"/>
                </a:cubicBezTo>
                <a:lnTo>
                  <a:pt x="1082380" y="102546"/>
                </a:lnTo>
                <a:close/>
                <a:moveTo>
                  <a:pt x="1093019" y="10987"/>
                </a:moveTo>
                <a:cubicBezTo>
                  <a:pt x="1093019" y="7872"/>
                  <a:pt x="1094124" y="5336"/>
                  <a:pt x="1096335" y="3378"/>
                </a:cubicBezTo>
                <a:cubicBezTo>
                  <a:pt x="1098545" y="1421"/>
                  <a:pt x="1101376" y="442"/>
                  <a:pt x="1104827" y="442"/>
                </a:cubicBezTo>
                <a:cubicBezTo>
                  <a:pt x="1108363" y="442"/>
                  <a:pt x="1111226" y="1442"/>
                  <a:pt x="1113415" y="3441"/>
                </a:cubicBezTo>
                <a:cubicBezTo>
                  <a:pt x="1115604" y="5441"/>
                  <a:pt x="1116698" y="7956"/>
                  <a:pt x="1116698" y="10987"/>
                </a:cubicBezTo>
                <a:cubicBezTo>
                  <a:pt x="1116698" y="14060"/>
                  <a:pt x="1115583" y="16617"/>
                  <a:pt x="1113352" y="18659"/>
                </a:cubicBezTo>
                <a:cubicBezTo>
                  <a:pt x="1111121" y="20701"/>
                  <a:pt x="1108279" y="21722"/>
                  <a:pt x="1104827" y="21722"/>
                </a:cubicBezTo>
                <a:cubicBezTo>
                  <a:pt x="1101418" y="21722"/>
                  <a:pt x="1098597" y="20690"/>
                  <a:pt x="1096366" y="18627"/>
                </a:cubicBezTo>
                <a:cubicBezTo>
                  <a:pt x="1094135" y="16565"/>
                  <a:pt x="1093019" y="14018"/>
                  <a:pt x="1093019" y="10987"/>
                </a:cubicBezTo>
                <a:moveTo>
                  <a:pt x="1094535" y="103367"/>
                </a:moveTo>
                <a:lnTo>
                  <a:pt x="1094535" y="33529"/>
                </a:lnTo>
                <a:lnTo>
                  <a:pt x="1114867" y="33529"/>
                </a:lnTo>
                <a:lnTo>
                  <a:pt x="1114867" y="103367"/>
                </a:lnTo>
                <a:lnTo>
                  <a:pt x="1094535" y="103367"/>
                </a:lnTo>
                <a:close/>
                <a:moveTo>
                  <a:pt x="1129130" y="68764"/>
                </a:moveTo>
                <a:cubicBezTo>
                  <a:pt x="1129130" y="57272"/>
                  <a:pt x="1132571" y="48242"/>
                  <a:pt x="1139454" y="41675"/>
                </a:cubicBezTo>
                <a:cubicBezTo>
                  <a:pt x="1146336" y="35108"/>
                  <a:pt x="1155587" y="31825"/>
                  <a:pt x="1167206" y="31825"/>
                </a:cubicBezTo>
                <a:cubicBezTo>
                  <a:pt x="1178445" y="31825"/>
                  <a:pt x="1187370" y="35055"/>
                  <a:pt x="1193979" y="41517"/>
                </a:cubicBezTo>
                <a:cubicBezTo>
                  <a:pt x="1200588" y="47979"/>
                  <a:pt x="1203892" y="56661"/>
                  <a:pt x="1203892" y="67564"/>
                </a:cubicBezTo>
                <a:cubicBezTo>
                  <a:pt x="1203892" y="79014"/>
                  <a:pt x="1200503" y="88128"/>
                  <a:pt x="1193726" y="94905"/>
                </a:cubicBezTo>
                <a:cubicBezTo>
                  <a:pt x="1186949" y="101683"/>
                  <a:pt x="1177772" y="105072"/>
                  <a:pt x="1166195" y="105072"/>
                </a:cubicBezTo>
                <a:cubicBezTo>
                  <a:pt x="1154829" y="105072"/>
                  <a:pt x="1145810" y="101820"/>
                  <a:pt x="1139138" y="95316"/>
                </a:cubicBezTo>
                <a:cubicBezTo>
                  <a:pt x="1132466" y="88812"/>
                  <a:pt x="1129130" y="79961"/>
                  <a:pt x="1129130" y="68764"/>
                </a:cubicBezTo>
                <a:moveTo>
                  <a:pt x="1149778" y="68511"/>
                </a:moveTo>
                <a:cubicBezTo>
                  <a:pt x="1149778" y="82445"/>
                  <a:pt x="1155461" y="89412"/>
                  <a:pt x="1166827" y="89412"/>
                </a:cubicBezTo>
                <a:cubicBezTo>
                  <a:pt x="1177730" y="89412"/>
                  <a:pt x="1183181" y="82256"/>
                  <a:pt x="1183181" y="67943"/>
                </a:cubicBezTo>
                <a:cubicBezTo>
                  <a:pt x="1183181" y="54304"/>
                  <a:pt x="1177687" y="47484"/>
                  <a:pt x="1166700" y="47484"/>
                </a:cubicBezTo>
                <a:cubicBezTo>
                  <a:pt x="1161354" y="47484"/>
                  <a:pt x="1157197" y="49315"/>
                  <a:pt x="1154229" y="52978"/>
                </a:cubicBezTo>
                <a:cubicBezTo>
                  <a:pt x="1151262" y="56640"/>
                  <a:pt x="1149778" y="61818"/>
                  <a:pt x="1149778" y="68511"/>
                </a:cubicBezTo>
                <a:close/>
                <a:moveTo>
                  <a:pt x="1284533" y="103367"/>
                </a:moveTo>
                <a:lnTo>
                  <a:pt x="1264264" y="103367"/>
                </a:lnTo>
                <a:lnTo>
                  <a:pt x="1264264" y="64407"/>
                </a:lnTo>
                <a:cubicBezTo>
                  <a:pt x="1264264" y="53125"/>
                  <a:pt x="1260201" y="47484"/>
                  <a:pt x="1252077" y="47484"/>
                </a:cubicBezTo>
                <a:cubicBezTo>
                  <a:pt x="1248204" y="47484"/>
                  <a:pt x="1244984" y="48989"/>
                  <a:pt x="1242416" y="51999"/>
                </a:cubicBezTo>
                <a:cubicBezTo>
                  <a:pt x="1239848" y="55009"/>
                  <a:pt x="1238564" y="58850"/>
                  <a:pt x="1238564" y="63523"/>
                </a:cubicBezTo>
                <a:lnTo>
                  <a:pt x="1238564" y="103367"/>
                </a:lnTo>
                <a:lnTo>
                  <a:pt x="1218168" y="103367"/>
                </a:lnTo>
                <a:lnTo>
                  <a:pt x="1218168" y="33529"/>
                </a:lnTo>
                <a:lnTo>
                  <a:pt x="1238564" y="33529"/>
                </a:lnTo>
                <a:lnTo>
                  <a:pt x="1238564" y="44643"/>
                </a:lnTo>
                <a:lnTo>
                  <a:pt x="1238816" y="44643"/>
                </a:lnTo>
                <a:cubicBezTo>
                  <a:pt x="1243910" y="36097"/>
                  <a:pt x="1251403" y="31825"/>
                  <a:pt x="1261296" y="31825"/>
                </a:cubicBezTo>
                <a:cubicBezTo>
                  <a:pt x="1276787" y="31825"/>
                  <a:pt x="1284533" y="41422"/>
                  <a:pt x="1284533" y="60618"/>
                </a:cubicBezTo>
                <a:lnTo>
                  <a:pt x="1284533" y="1033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D0D7ADB8-A288-487B-8C64-3EA5921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88" y="3788867"/>
            <a:ext cx="614777" cy="104630"/>
          </a:xfrm>
          <a:custGeom xmlns:a="http://schemas.openxmlformats.org/drawingml/2006/main">
            <a:pathLst>
              <a:path w="614777" h="104630">
                <a:moveTo>
                  <a:pt x="57903" y="102925"/>
                </a:moveTo>
                <a:lnTo>
                  <a:pt x="0" y="102925"/>
                </a:lnTo>
                <a:lnTo>
                  <a:pt x="0" y="5115"/>
                </a:lnTo>
                <a:lnTo>
                  <a:pt x="55630" y="5115"/>
                </a:lnTo>
                <a:lnTo>
                  <a:pt x="55630" y="22164"/>
                </a:lnTo>
                <a:lnTo>
                  <a:pt x="20838" y="22164"/>
                </a:lnTo>
                <a:lnTo>
                  <a:pt x="20838" y="45211"/>
                </a:lnTo>
                <a:lnTo>
                  <a:pt x="53167" y="45211"/>
                </a:lnTo>
                <a:lnTo>
                  <a:pt x="53167" y="62197"/>
                </a:lnTo>
                <a:lnTo>
                  <a:pt x="20838" y="62197"/>
                </a:lnTo>
                <a:lnTo>
                  <a:pt x="20838" y="85876"/>
                </a:lnTo>
                <a:lnTo>
                  <a:pt x="57903" y="85876"/>
                </a:lnTo>
                <a:lnTo>
                  <a:pt x="57903" y="102925"/>
                </a:lnTo>
                <a:close/>
                <a:moveTo>
                  <a:pt x="137337" y="33087"/>
                </a:moveTo>
                <a:lnTo>
                  <a:pt x="114227" y="67122"/>
                </a:lnTo>
                <a:lnTo>
                  <a:pt x="137148" y="102925"/>
                </a:lnTo>
                <a:lnTo>
                  <a:pt x="113595" y="102925"/>
                </a:lnTo>
                <a:lnTo>
                  <a:pt x="103176" y="83666"/>
                </a:lnTo>
                <a:cubicBezTo>
                  <a:pt x="101745" y="81014"/>
                  <a:pt x="100756" y="78930"/>
                  <a:pt x="100209" y="77415"/>
                </a:cubicBezTo>
                <a:lnTo>
                  <a:pt x="99956" y="77415"/>
                </a:lnTo>
                <a:cubicBezTo>
                  <a:pt x="99198" y="79435"/>
                  <a:pt x="98251" y="81456"/>
                  <a:pt x="97115" y="83476"/>
                </a:cubicBezTo>
                <a:lnTo>
                  <a:pt x="86506" y="102925"/>
                </a:lnTo>
                <a:lnTo>
                  <a:pt x="63080" y="102925"/>
                </a:lnTo>
                <a:lnTo>
                  <a:pt x="86696" y="68196"/>
                </a:lnTo>
                <a:lnTo>
                  <a:pt x="64469" y="33087"/>
                </a:lnTo>
                <a:lnTo>
                  <a:pt x="88085" y="33087"/>
                </a:lnTo>
                <a:lnTo>
                  <a:pt x="98441" y="53167"/>
                </a:lnTo>
                <a:cubicBezTo>
                  <a:pt x="99451" y="55104"/>
                  <a:pt x="100398" y="57251"/>
                  <a:pt x="101282" y="59608"/>
                </a:cubicBezTo>
                <a:lnTo>
                  <a:pt x="101535" y="59608"/>
                </a:lnTo>
                <a:cubicBezTo>
                  <a:pt x="101956" y="58177"/>
                  <a:pt x="102924" y="56009"/>
                  <a:pt x="104439" y="53104"/>
                </a:cubicBezTo>
                <a:lnTo>
                  <a:pt x="115111" y="33087"/>
                </a:lnTo>
                <a:lnTo>
                  <a:pt x="137337" y="33087"/>
                </a:lnTo>
                <a:close/>
                <a:moveTo>
                  <a:pt x="207230" y="73752"/>
                </a:moveTo>
                <a:lnTo>
                  <a:pt x="161261" y="73752"/>
                </a:lnTo>
                <a:cubicBezTo>
                  <a:pt x="161977" y="84571"/>
                  <a:pt x="168501" y="89980"/>
                  <a:pt x="180836" y="89980"/>
                </a:cubicBezTo>
                <a:cubicBezTo>
                  <a:pt x="188539" y="89980"/>
                  <a:pt x="195338" y="88086"/>
                  <a:pt x="201231" y="84297"/>
                </a:cubicBezTo>
                <a:lnTo>
                  <a:pt x="201231" y="99262"/>
                </a:lnTo>
                <a:cubicBezTo>
                  <a:pt x="194875" y="102841"/>
                  <a:pt x="186540" y="104630"/>
                  <a:pt x="176226" y="104630"/>
                </a:cubicBezTo>
                <a:cubicBezTo>
                  <a:pt x="165113" y="104630"/>
                  <a:pt x="156473" y="101494"/>
                  <a:pt x="150305" y="95221"/>
                </a:cubicBezTo>
                <a:cubicBezTo>
                  <a:pt x="144138" y="88949"/>
                  <a:pt x="141055" y="80214"/>
                  <a:pt x="141055" y="69016"/>
                </a:cubicBezTo>
                <a:cubicBezTo>
                  <a:pt x="141055" y="57861"/>
                  <a:pt x="144338" y="48800"/>
                  <a:pt x="150905" y="41833"/>
                </a:cubicBezTo>
                <a:cubicBezTo>
                  <a:pt x="157472" y="34866"/>
                  <a:pt x="165723" y="31383"/>
                  <a:pt x="175658" y="31383"/>
                </a:cubicBezTo>
                <a:cubicBezTo>
                  <a:pt x="185550" y="31383"/>
                  <a:pt x="193286" y="34382"/>
                  <a:pt x="198863" y="40381"/>
                </a:cubicBezTo>
                <a:cubicBezTo>
                  <a:pt x="204441" y="46379"/>
                  <a:pt x="207230" y="54620"/>
                  <a:pt x="207230" y="65102"/>
                </a:cubicBezTo>
                <a:lnTo>
                  <a:pt x="207230" y="73752"/>
                </a:lnTo>
                <a:moveTo>
                  <a:pt x="188223" y="60997"/>
                </a:moveTo>
                <a:cubicBezTo>
                  <a:pt x="188223" y="50557"/>
                  <a:pt x="183993" y="45337"/>
                  <a:pt x="175532" y="45337"/>
                </a:cubicBezTo>
                <a:cubicBezTo>
                  <a:pt x="172038" y="45337"/>
                  <a:pt x="168943" y="46769"/>
                  <a:pt x="166249" y="49631"/>
                </a:cubicBezTo>
                <a:cubicBezTo>
                  <a:pt x="163555" y="52494"/>
                  <a:pt x="161871" y="56282"/>
                  <a:pt x="161198" y="60997"/>
                </a:cubicBezTo>
                <a:lnTo>
                  <a:pt x="188223" y="60997"/>
                </a:lnTo>
                <a:close/>
                <a:moveTo>
                  <a:pt x="273389" y="100336"/>
                </a:moveTo>
                <a:cubicBezTo>
                  <a:pt x="268505" y="103198"/>
                  <a:pt x="261560" y="104630"/>
                  <a:pt x="252551" y="104630"/>
                </a:cubicBezTo>
                <a:cubicBezTo>
                  <a:pt x="241901" y="104630"/>
                  <a:pt x="233292" y="101388"/>
                  <a:pt x="226725" y="94905"/>
                </a:cubicBezTo>
                <a:cubicBezTo>
                  <a:pt x="220158" y="88423"/>
                  <a:pt x="216875" y="80025"/>
                  <a:pt x="216875" y="69711"/>
                </a:cubicBezTo>
                <a:cubicBezTo>
                  <a:pt x="216875" y="57840"/>
                  <a:pt x="220411" y="48484"/>
                  <a:pt x="227483" y="41643"/>
                </a:cubicBezTo>
                <a:cubicBezTo>
                  <a:pt x="234555" y="34803"/>
                  <a:pt x="243984" y="31383"/>
                  <a:pt x="255771" y="31383"/>
                </a:cubicBezTo>
                <a:cubicBezTo>
                  <a:pt x="263727" y="31383"/>
                  <a:pt x="269621" y="32477"/>
                  <a:pt x="273452" y="34666"/>
                </a:cubicBezTo>
                <a:lnTo>
                  <a:pt x="273452" y="52157"/>
                </a:lnTo>
                <a:cubicBezTo>
                  <a:pt x="268779" y="48747"/>
                  <a:pt x="263685" y="47042"/>
                  <a:pt x="258171" y="47042"/>
                </a:cubicBezTo>
                <a:cubicBezTo>
                  <a:pt x="251941" y="47042"/>
                  <a:pt x="246942" y="48937"/>
                  <a:pt x="243174" y="52725"/>
                </a:cubicBezTo>
                <a:cubicBezTo>
                  <a:pt x="239407" y="56514"/>
                  <a:pt x="237523" y="61713"/>
                  <a:pt x="237523" y="68322"/>
                </a:cubicBezTo>
                <a:cubicBezTo>
                  <a:pt x="237523" y="74720"/>
                  <a:pt x="239312" y="79761"/>
                  <a:pt x="242890" y="83445"/>
                </a:cubicBezTo>
                <a:cubicBezTo>
                  <a:pt x="246468" y="87128"/>
                  <a:pt x="251330" y="88970"/>
                  <a:pt x="257476" y="88970"/>
                </a:cubicBezTo>
                <a:cubicBezTo>
                  <a:pt x="262907" y="88970"/>
                  <a:pt x="268211" y="87244"/>
                  <a:pt x="273389" y="83792"/>
                </a:cubicBezTo>
                <a:lnTo>
                  <a:pt x="273389" y="100336"/>
                </a:lnTo>
                <a:close/>
                <a:moveTo>
                  <a:pt x="352971" y="102925"/>
                </a:moveTo>
                <a:lnTo>
                  <a:pt x="332702" y="102925"/>
                </a:lnTo>
                <a:lnTo>
                  <a:pt x="332702" y="92253"/>
                </a:lnTo>
                <a:lnTo>
                  <a:pt x="332386" y="92253"/>
                </a:lnTo>
                <a:cubicBezTo>
                  <a:pt x="327166" y="100504"/>
                  <a:pt x="320031" y="104630"/>
                  <a:pt x="310980" y="104630"/>
                </a:cubicBezTo>
                <a:cubicBezTo>
                  <a:pt x="294731" y="104630"/>
                  <a:pt x="286606" y="94821"/>
                  <a:pt x="286606" y="75205"/>
                </a:cubicBezTo>
                <a:lnTo>
                  <a:pt x="286606" y="33087"/>
                </a:lnTo>
                <a:lnTo>
                  <a:pt x="307002" y="33087"/>
                </a:lnTo>
                <a:lnTo>
                  <a:pt x="307002" y="73310"/>
                </a:lnTo>
                <a:cubicBezTo>
                  <a:pt x="307002" y="83750"/>
                  <a:pt x="311085" y="88970"/>
                  <a:pt x="319252" y="88970"/>
                </a:cubicBezTo>
                <a:cubicBezTo>
                  <a:pt x="323335" y="88970"/>
                  <a:pt x="326598" y="87539"/>
                  <a:pt x="329039" y="84676"/>
                </a:cubicBezTo>
                <a:cubicBezTo>
                  <a:pt x="331481" y="81814"/>
                  <a:pt x="332702" y="77941"/>
                  <a:pt x="332702" y="73058"/>
                </a:cubicBezTo>
                <a:lnTo>
                  <a:pt x="332702" y="33087"/>
                </a:lnTo>
                <a:lnTo>
                  <a:pt x="352971" y="33087"/>
                </a:lnTo>
                <a:lnTo>
                  <a:pt x="352971" y="102925"/>
                </a:lnTo>
                <a:close/>
                <a:moveTo>
                  <a:pt x="412625" y="102104"/>
                </a:moveTo>
                <a:cubicBezTo>
                  <a:pt x="409552" y="103788"/>
                  <a:pt x="404900" y="104630"/>
                  <a:pt x="398670" y="104630"/>
                </a:cubicBezTo>
                <a:cubicBezTo>
                  <a:pt x="383852" y="104630"/>
                  <a:pt x="376443" y="96842"/>
                  <a:pt x="376443" y="81266"/>
                </a:cubicBezTo>
                <a:lnTo>
                  <a:pt x="376443" y="48305"/>
                </a:lnTo>
                <a:lnTo>
                  <a:pt x="364951" y="48305"/>
                </a:lnTo>
                <a:lnTo>
                  <a:pt x="364951" y="33087"/>
                </a:lnTo>
                <a:lnTo>
                  <a:pt x="376443" y="33087"/>
                </a:lnTo>
                <a:lnTo>
                  <a:pt x="376443" y="17743"/>
                </a:lnTo>
                <a:lnTo>
                  <a:pt x="396712" y="11934"/>
                </a:lnTo>
                <a:lnTo>
                  <a:pt x="396712" y="33087"/>
                </a:lnTo>
                <a:lnTo>
                  <a:pt x="412625" y="33087"/>
                </a:lnTo>
                <a:lnTo>
                  <a:pt x="412625" y="48305"/>
                </a:lnTo>
                <a:lnTo>
                  <a:pt x="396712" y="48305"/>
                </a:lnTo>
                <a:lnTo>
                  <a:pt x="396712" y="77730"/>
                </a:lnTo>
                <a:cubicBezTo>
                  <a:pt x="396712" y="85181"/>
                  <a:pt x="399659" y="88907"/>
                  <a:pt x="405552" y="88907"/>
                </a:cubicBezTo>
                <a:cubicBezTo>
                  <a:pt x="407826" y="88907"/>
                  <a:pt x="410183" y="88233"/>
                  <a:pt x="412625" y="86886"/>
                </a:cubicBezTo>
                <a:lnTo>
                  <a:pt x="412625" y="102104"/>
                </a:lnTo>
                <a:close/>
                <a:moveTo>
                  <a:pt x="423263" y="10545"/>
                </a:moveTo>
                <a:cubicBezTo>
                  <a:pt x="423263" y="7430"/>
                  <a:pt x="424368" y="4894"/>
                  <a:pt x="426578" y="2936"/>
                </a:cubicBezTo>
                <a:cubicBezTo>
                  <a:pt x="428788" y="979"/>
                  <a:pt x="431619" y="0"/>
                  <a:pt x="435071" y="0"/>
                </a:cubicBezTo>
                <a:cubicBezTo>
                  <a:pt x="438607" y="0"/>
                  <a:pt x="441470" y="1000"/>
                  <a:pt x="443659" y="2999"/>
                </a:cubicBezTo>
                <a:cubicBezTo>
                  <a:pt x="445848" y="4999"/>
                  <a:pt x="446942" y="7514"/>
                  <a:pt x="446942" y="10545"/>
                </a:cubicBezTo>
                <a:cubicBezTo>
                  <a:pt x="446942" y="13618"/>
                  <a:pt x="445826" y="16175"/>
                  <a:pt x="443595" y="18217"/>
                </a:cubicBezTo>
                <a:cubicBezTo>
                  <a:pt x="441364" y="20259"/>
                  <a:pt x="438523" y="21280"/>
                  <a:pt x="435071" y="21280"/>
                </a:cubicBezTo>
                <a:cubicBezTo>
                  <a:pt x="431661" y="21280"/>
                  <a:pt x="428841" y="20248"/>
                  <a:pt x="426610" y="18185"/>
                </a:cubicBezTo>
                <a:cubicBezTo>
                  <a:pt x="424379" y="16123"/>
                  <a:pt x="423263" y="13576"/>
                  <a:pt x="423263" y="10545"/>
                </a:cubicBezTo>
                <a:moveTo>
                  <a:pt x="424778" y="102925"/>
                </a:moveTo>
                <a:lnTo>
                  <a:pt x="424778" y="33087"/>
                </a:lnTo>
                <a:lnTo>
                  <a:pt x="445111" y="33087"/>
                </a:lnTo>
                <a:lnTo>
                  <a:pt x="445111" y="102925"/>
                </a:lnTo>
                <a:lnTo>
                  <a:pt x="424778" y="102925"/>
                </a:lnTo>
                <a:close/>
                <a:moveTo>
                  <a:pt x="459373" y="68322"/>
                </a:moveTo>
                <a:cubicBezTo>
                  <a:pt x="459373" y="56830"/>
                  <a:pt x="462814" y="47800"/>
                  <a:pt x="469697" y="41233"/>
                </a:cubicBezTo>
                <a:cubicBezTo>
                  <a:pt x="476580" y="34666"/>
                  <a:pt x="485830" y="31383"/>
                  <a:pt x="497449" y="31383"/>
                </a:cubicBezTo>
                <a:cubicBezTo>
                  <a:pt x="508688" y="31383"/>
                  <a:pt x="517613" y="34613"/>
                  <a:pt x="524222" y="41075"/>
                </a:cubicBezTo>
                <a:cubicBezTo>
                  <a:pt x="530831" y="47537"/>
                  <a:pt x="534135" y="56219"/>
                  <a:pt x="534135" y="67122"/>
                </a:cubicBezTo>
                <a:cubicBezTo>
                  <a:pt x="534135" y="78572"/>
                  <a:pt x="530747" y="87686"/>
                  <a:pt x="523969" y="94463"/>
                </a:cubicBezTo>
                <a:cubicBezTo>
                  <a:pt x="517192" y="101241"/>
                  <a:pt x="508015" y="104630"/>
                  <a:pt x="496438" y="104630"/>
                </a:cubicBezTo>
                <a:cubicBezTo>
                  <a:pt x="485073" y="104630"/>
                  <a:pt x="476053" y="101378"/>
                  <a:pt x="469381" y="94874"/>
                </a:cubicBezTo>
                <a:cubicBezTo>
                  <a:pt x="462709" y="88370"/>
                  <a:pt x="459373" y="79519"/>
                  <a:pt x="459373" y="68322"/>
                </a:cubicBezTo>
                <a:moveTo>
                  <a:pt x="480021" y="68069"/>
                </a:moveTo>
                <a:cubicBezTo>
                  <a:pt x="480021" y="82003"/>
                  <a:pt x="485704" y="88970"/>
                  <a:pt x="497070" y="88970"/>
                </a:cubicBezTo>
                <a:cubicBezTo>
                  <a:pt x="507973" y="88970"/>
                  <a:pt x="513424" y="81814"/>
                  <a:pt x="513424" y="67501"/>
                </a:cubicBezTo>
                <a:cubicBezTo>
                  <a:pt x="513424" y="53862"/>
                  <a:pt x="507931" y="47042"/>
                  <a:pt x="496944" y="47042"/>
                </a:cubicBezTo>
                <a:cubicBezTo>
                  <a:pt x="491597" y="47042"/>
                  <a:pt x="487440" y="48873"/>
                  <a:pt x="484473" y="52536"/>
                </a:cubicBezTo>
                <a:cubicBezTo>
                  <a:pt x="481505" y="56198"/>
                  <a:pt x="480021" y="61376"/>
                  <a:pt x="480021" y="68069"/>
                </a:cubicBezTo>
                <a:close/>
                <a:moveTo>
                  <a:pt x="614777" y="102925"/>
                </a:moveTo>
                <a:lnTo>
                  <a:pt x="594508" y="102925"/>
                </a:lnTo>
                <a:lnTo>
                  <a:pt x="594508" y="63965"/>
                </a:lnTo>
                <a:cubicBezTo>
                  <a:pt x="594508" y="52683"/>
                  <a:pt x="590446" y="47042"/>
                  <a:pt x="582321" y="47042"/>
                </a:cubicBezTo>
                <a:cubicBezTo>
                  <a:pt x="578448" y="47042"/>
                  <a:pt x="575228" y="48547"/>
                  <a:pt x="572660" y="51557"/>
                </a:cubicBezTo>
                <a:cubicBezTo>
                  <a:pt x="570092" y="54567"/>
                  <a:pt x="568808" y="58408"/>
                  <a:pt x="568808" y="63081"/>
                </a:cubicBezTo>
                <a:lnTo>
                  <a:pt x="568808" y="102925"/>
                </a:lnTo>
                <a:lnTo>
                  <a:pt x="548413" y="102925"/>
                </a:lnTo>
                <a:lnTo>
                  <a:pt x="548413" y="33087"/>
                </a:lnTo>
                <a:lnTo>
                  <a:pt x="568808" y="33087"/>
                </a:lnTo>
                <a:lnTo>
                  <a:pt x="568808" y="44201"/>
                </a:lnTo>
                <a:lnTo>
                  <a:pt x="569061" y="44201"/>
                </a:lnTo>
                <a:cubicBezTo>
                  <a:pt x="574154" y="35655"/>
                  <a:pt x="581648" y="31383"/>
                  <a:pt x="591540" y="31383"/>
                </a:cubicBezTo>
                <a:cubicBezTo>
                  <a:pt x="607031" y="31383"/>
                  <a:pt x="614777" y="40980"/>
                  <a:pt x="614777" y="60176"/>
                </a:cubicBezTo>
                <a:lnTo>
                  <a:pt x="614777" y="10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4cb4937cf4641"/>
          <a:stretch xmlns:a="http://schemas.openxmlformats.org/drawingml/2006/main"/>
        </p:blipFill>
        <p:spPr>
          <a:xfrm xmlns:a="http://schemas.openxmlformats.org/drawingml/2006/main">
            <a:off x="7469922" y="3603720"/>
            <a:ext cx="562211" cy="562211"/>
          </a:xfrm>
          <a:prstGeom xmlns:a="http://schemas.openxmlformats.org/drawingml/2006/main" prst="rect">
            <a:avLst/>
          </a:prstGeom>
        </p:spPr>
      </p:pic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1295C-87D4-4BE2-BCE9-D20F962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17" y="3813498"/>
            <a:ext cx="1137967" cy="101030"/>
          </a:xfrm>
          <a:custGeom xmlns:a="http://schemas.openxmlformats.org/drawingml/2006/main">
            <a:pathLst>
              <a:path w="1137967" h="101030">
                <a:moveTo>
                  <a:pt x="65" y="37330"/>
                </a:moveTo>
                <a:lnTo>
                  <a:pt x="0" y="57536"/>
                </a:lnTo>
                <a:lnTo>
                  <a:pt x="1036906" y="60618"/>
                </a:lnTo>
                <a:lnTo>
                  <a:pt x="1036783" y="101030"/>
                </a:lnTo>
                <a:lnTo>
                  <a:pt x="1137967" y="50815"/>
                </a:lnTo>
                <a:lnTo>
                  <a:pt x="1037090" y="0"/>
                </a:lnTo>
                <a:lnTo>
                  <a:pt x="1036967" y="40412"/>
                </a:lnTo>
                <a:lnTo>
                  <a:pt x="65" y="3733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3797A-925D-4FDC-A89F-5D2281DC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648" y="2775561"/>
            <a:ext cx="4288928" cy="591007"/>
          </a:xfrm>
          <a:custGeom xmlns:a="http://schemas.openxmlformats.org/drawingml/2006/main">
            <a:pathLst>
              <a:path w="4288928" h="591007">
                <a:moveTo>
                  <a:pt x="0" y="50515"/>
                </a:moveTo>
                <a:lnTo>
                  <a:pt x="101030" y="101030"/>
                </a:lnTo>
                <a:lnTo>
                  <a:pt x="101030" y="60618"/>
                </a:lnTo>
                <a:lnTo>
                  <a:pt x="4268722" y="60618"/>
                </a:lnTo>
                <a:lnTo>
                  <a:pt x="4268722" y="591007"/>
                </a:lnTo>
                <a:lnTo>
                  <a:pt x="4288928" y="591007"/>
                </a:lnTo>
                <a:lnTo>
                  <a:pt x="4288928" y="40412"/>
                </a:lnTo>
                <a:lnTo>
                  <a:pt x="101030" y="40412"/>
                </a:lnTo>
                <a:lnTo>
                  <a:pt x="101030" y="0"/>
                </a:lnTo>
                <a:lnTo>
                  <a:pt x="0" y="50515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D4FB8-C759-47D2-B8C7-A1E0BB5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279" y="2863445"/>
            <a:ext cx="352653" cy="215459"/>
          </a:xfrm>
          <a:custGeom xmlns:a="http://schemas.openxmlformats.org/drawingml/2006/main">
            <a:pathLst>
              <a:path w="352653" h="215459">
                <a:moveTo>
                  <a:pt x="0" y="0"/>
                </a:moveTo>
                <a:lnTo>
                  <a:pt x="352653" y="0"/>
                </a:lnTo>
                <a:lnTo>
                  <a:pt x="352653" y="215459"/>
                </a:lnTo>
                <a:lnTo>
                  <a:pt x="0" y="2154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57CCB-109F-4EEF-8EFB-3A462F0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280" y="2863445"/>
            <a:ext cx="352653" cy="215460"/>
          </a:xfrm>
          <a:custGeom xmlns:a="http://schemas.openxmlformats.org/drawingml/2006/main">
            <a:pathLst>
              <a:path w="352653" h="215460" fill="none">
                <a:moveTo>
                  <a:pt x="0" y="0"/>
                </a:moveTo>
                <a:lnTo>
                  <a:pt x="352653" y="0"/>
                </a:lnTo>
                <a:lnTo>
                  <a:pt x="352653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24" cap="flat">
            <a:solidFill>
              <a:srgbClr val="B4C7E7"/>
            </a:solidFill>
            <a:round/>
          </a:ln>
        </p:spPr>
      </p:sp>
      <p:sp>
        <p:nvSpPr>
          <p:cNvPr id="156" name="Text Pass">
            <a:extLst xmlns:a="http://schemas.openxmlformats.org/drawingml/2006/main">
              <a:ext uri="{FF2B5EF4-FFF2-40B4-BE49-F238E27FC236}">
                <a16:creationId xmlns:a16="http://schemas.microsoft.com/office/drawing/2014/main" id="{FB06624B-CD81-427E-8FCB-28D21925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082" y="2931360"/>
            <a:ext cx="220116" cy="83224"/>
          </a:xfrm>
          <a:custGeom xmlns:a="http://schemas.openxmlformats.org/drawingml/2006/main">
            <a:pathLst>
              <a:path w="220116" h="83224">
                <a:moveTo>
                  <a:pt x="55946" y="24786"/>
                </a:moveTo>
                <a:cubicBezTo>
                  <a:pt x="55946" y="29369"/>
                  <a:pt x="55230" y="33427"/>
                  <a:pt x="53799" y="36959"/>
                </a:cubicBezTo>
                <a:cubicBezTo>
                  <a:pt x="52367" y="40491"/>
                  <a:pt x="50284" y="43466"/>
                  <a:pt x="47547" y="45884"/>
                </a:cubicBezTo>
                <a:cubicBezTo>
                  <a:pt x="44811" y="48301"/>
                  <a:pt x="41454" y="50140"/>
                  <a:pt x="37476" y="51401"/>
                </a:cubicBezTo>
                <a:cubicBezTo>
                  <a:pt x="33498" y="52663"/>
                  <a:pt x="28815" y="53294"/>
                  <a:pt x="23426" y="53294"/>
                </a:cubicBezTo>
                <a:lnTo>
                  <a:pt x="16607" y="53294"/>
                </a:lnTo>
                <a:lnTo>
                  <a:pt x="16607" y="79429"/>
                </a:lnTo>
                <a:cubicBezTo>
                  <a:pt x="16607" y="79852"/>
                  <a:pt x="16470" y="80232"/>
                  <a:pt x="16196" y="80570"/>
                </a:cubicBezTo>
                <a:cubicBezTo>
                  <a:pt x="15923" y="80907"/>
                  <a:pt x="15470" y="81181"/>
                  <a:pt x="14839" y="81393"/>
                </a:cubicBezTo>
                <a:cubicBezTo>
                  <a:pt x="14207" y="81603"/>
                  <a:pt x="13365" y="81772"/>
                  <a:pt x="12313" y="81898"/>
                </a:cubicBezTo>
                <a:cubicBezTo>
                  <a:pt x="11261" y="82024"/>
                  <a:pt x="9914" y="82087"/>
                  <a:pt x="8272" y="82087"/>
                </a:cubicBezTo>
                <a:cubicBezTo>
                  <a:pt x="6672" y="82087"/>
                  <a:pt x="5336" y="82024"/>
                  <a:pt x="4262" y="81898"/>
                </a:cubicBezTo>
                <a:cubicBezTo>
                  <a:pt x="3189" y="81772"/>
                  <a:pt x="2336" y="81603"/>
                  <a:pt x="1705" y="81393"/>
                </a:cubicBezTo>
                <a:cubicBezTo>
                  <a:pt x="1073" y="81182"/>
                  <a:pt x="631" y="80909"/>
                  <a:pt x="379" y="80572"/>
                </a:cubicBezTo>
                <a:cubicBezTo>
                  <a:pt x="126" y="80235"/>
                  <a:pt x="0" y="79856"/>
                  <a:pt x="0" y="79435"/>
                </a:cubicBezTo>
                <a:lnTo>
                  <a:pt x="0" y="5936"/>
                </a:lnTo>
                <a:cubicBezTo>
                  <a:pt x="0" y="3957"/>
                  <a:pt x="516" y="2473"/>
                  <a:pt x="1547" y="1484"/>
                </a:cubicBezTo>
                <a:cubicBezTo>
                  <a:pt x="2578" y="495"/>
                  <a:pt x="3936" y="0"/>
                  <a:pt x="5620" y="0"/>
                </a:cubicBezTo>
                <a:lnTo>
                  <a:pt x="24879" y="0"/>
                </a:lnTo>
                <a:cubicBezTo>
                  <a:pt x="26815" y="0"/>
                  <a:pt x="28657" y="74"/>
                  <a:pt x="30404" y="221"/>
                </a:cubicBezTo>
                <a:cubicBezTo>
                  <a:pt x="32151" y="368"/>
                  <a:pt x="34245" y="684"/>
                  <a:pt x="36687" y="1168"/>
                </a:cubicBezTo>
                <a:cubicBezTo>
                  <a:pt x="39128" y="1651"/>
                  <a:pt x="41601" y="2544"/>
                  <a:pt x="44106" y="3848"/>
                </a:cubicBezTo>
                <a:cubicBezTo>
                  <a:pt x="46611" y="5152"/>
                  <a:pt x="48747" y="6802"/>
                  <a:pt x="50515" y="8799"/>
                </a:cubicBezTo>
                <a:cubicBezTo>
                  <a:pt x="52283" y="10796"/>
                  <a:pt x="53630" y="13129"/>
                  <a:pt x="54556" y="15800"/>
                </a:cubicBezTo>
                <a:cubicBezTo>
                  <a:pt x="55483" y="18469"/>
                  <a:pt x="55946" y="21464"/>
                  <a:pt x="55946" y="24786"/>
                </a:cubicBezTo>
                <a:moveTo>
                  <a:pt x="38581" y="25988"/>
                </a:moveTo>
                <a:cubicBezTo>
                  <a:pt x="38581" y="23145"/>
                  <a:pt x="38076" y="20804"/>
                  <a:pt x="37066" y="18965"/>
                </a:cubicBezTo>
                <a:cubicBezTo>
                  <a:pt x="36055" y="17125"/>
                  <a:pt x="34813" y="15766"/>
                  <a:pt x="33340" y="14888"/>
                </a:cubicBezTo>
                <a:cubicBezTo>
                  <a:pt x="31867" y="14011"/>
                  <a:pt x="30320" y="13457"/>
                  <a:pt x="28699" y="13227"/>
                </a:cubicBezTo>
                <a:cubicBezTo>
                  <a:pt x="27078" y="12996"/>
                  <a:pt x="25405" y="12881"/>
                  <a:pt x="23679" y="12881"/>
                </a:cubicBezTo>
                <a:lnTo>
                  <a:pt x="16607" y="12881"/>
                </a:lnTo>
                <a:lnTo>
                  <a:pt x="16607" y="40412"/>
                </a:lnTo>
                <a:lnTo>
                  <a:pt x="24058" y="40412"/>
                </a:lnTo>
                <a:cubicBezTo>
                  <a:pt x="26710" y="40412"/>
                  <a:pt x="28930" y="40057"/>
                  <a:pt x="30720" y="39347"/>
                </a:cubicBezTo>
                <a:cubicBezTo>
                  <a:pt x="32509" y="38635"/>
                  <a:pt x="33971" y="37642"/>
                  <a:pt x="35108" y="36367"/>
                </a:cubicBezTo>
                <a:cubicBezTo>
                  <a:pt x="36245" y="35092"/>
                  <a:pt x="37108" y="33566"/>
                  <a:pt x="37697" y="31789"/>
                </a:cubicBezTo>
                <a:cubicBezTo>
                  <a:pt x="38286" y="30012"/>
                  <a:pt x="38581" y="28078"/>
                  <a:pt x="38581" y="25988"/>
                </a:cubicBezTo>
                <a:close/>
                <a:moveTo>
                  <a:pt x="113202" y="79749"/>
                </a:moveTo>
                <a:cubicBezTo>
                  <a:pt x="113202" y="80338"/>
                  <a:pt x="112992" y="80802"/>
                  <a:pt x="112571" y="81140"/>
                </a:cubicBezTo>
                <a:cubicBezTo>
                  <a:pt x="112150" y="81477"/>
                  <a:pt x="111487" y="81719"/>
                  <a:pt x="110582" y="81866"/>
                </a:cubicBezTo>
                <a:cubicBezTo>
                  <a:pt x="109677" y="82014"/>
                  <a:pt x="108340" y="82087"/>
                  <a:pt x="106572" y="82087"/>
                </a:cubicBezTo>
                <a:cubicBezTo>
                  <a:pt x="104678" y="82087"/>
                  <a:pt x="103299" y="82014"/>
                  <a:pt x="102436" y="81866"/>
                </a:cubicBezTo>
                <a:cubicBezTo>
                  <a:pt x="101573" y="81719"/>
                  <a:pt x="100963" y="81477"/>
                  <a:pt x="100605" y="81140"/>
                </a:cubicBezTo>
                <a:cubicBezTo>
                  <a:pt x="100247" y="80803"/>
                  <a:pt x="100068" y="80340"/>
                  <a:pt x="100068" y="79751"/>
                </a:cubicBezTo>
                <a:lnTo>
                  <a:pt x="100068" y="75268"/>
                </a:lnTo>
                <a:cubicBezTo>
                  <a:pt x="97753" y="77751"/>
                  <a:pt x="95112" y="79698"/>
                  <a:pt x="92144" y="81109"/>
                </a:cubicBezTo>
                <a:cubicBezTo>
                  <a:pt x="89176" y="82519"/>
                  <a:pt x="85882" y="83224"/>
                  <a:pt x="82262" y="83224"/>
                </a:cubicBezTo>
                <a:cubicBezTo>
                  <a:pt x="79273" y="83224"/>
                  <a:pt x="76526" y="82833"/>
                  <a:pt x="74021" y="82052"/>
                </a:cubicBezTo>
                <a:cubicBezTo>
                  <a:pt x="71517" y="81270"/>
                  <a:pt x="69349" y="80109"/>
                  <a:pt x="67518" y="78567"/>
                </a:cubicBezTo>
                <a:cubicBezTo>
                  <a:pt x="65686" y="77025"/>
                  <a:pt x="64266" y="75114"/>
                  <a:pt x="63255" y="72835"/>
                </a:cubicBezTo>
                <a:cubicBezTo>
                  <a:pt x="62245" y="70554"/>
                  <a:pt x="61740" y="67892"/>
                  <a:pt x="61740" y="64851"/>
                </a:cubicBezTo>
                <a:cubicBezTo>
                  <a:pt x="61740" y="61556"/>
                  <a:pt x="62382" y="58694"/>
                  <a:pt x="63666" y="56265"/>
                </a:cubicBezTo>
                <a:cubicBezTo>
                  <a:pt x="64950" y="53837"/>
                  <a:pt x="66865" y="51831"/>
                  <a:pt x="69412" y="50247"/>
                </a:cubicBezTo>
                <a:cubicBezTo>
                  <a:pt x="71959" y="48663"/>
                  <a:pt x="75126" y="47491"/>
                  <a:pt x="78915" y="46731"/>
                </a:cubicBezTo>
                <a:cubicBezTo>
                  <a:pt x="82704" y="45970"/>
                  <a:pt x="87103" y="45590"/>
                  <a:pt x="92112" y="45590"/>
                </a:cubicBezTo>
                <a:lnTo>
                  <a:pt x="97606" y="45590"/>
                </a:lnTo>
                <a:lnTo>
                  <a:pt x="97606" y="42196"/>
                </a:lnTo>
                <a:cubicBezTo>
                  <a:pt x="97606" y="40436"/>
                  <a:pt x="97427" y="38896"/>
                  <a:pt x="97069" y="37577"/>
                </a:cubicBezTo>
                <a:cubicBezTo>
                  <a:pt x="96711" y="36256"/>
                  <a:pt x="96122" y="35155"/>
                  <a:pt x="95301" y="34275"/>
                </a:cubicBezTo>
                <a:cubicBezTo>
                  <a:pt x="94480" y="33395"/>
                  <a:pt x="93386" y="32746"/>
                  <a:pt x="92017" y="32328"/>
                </a:cubicBezTo>
                <a:cubicBezTo>
                  <a:pt x="90649" y="31908"/>
                  <a:pt x="88955" y="31698"/>
                  <a:pt x="86934" y="31698"/>
                </a:cubicBezTo>
                <a:cubicBezTo>
                  <a:pt x="84282" y="31698"/>
                  <a:pt x="81914" y="31993"/>
                  <a:pt x="79831" y="32582"/>
                </a:cubicBezTo>
                <a:cubicBezTo>
                  <a:pt x="77747" y="33172"/>
                  <a:pt x="75905" y="33824"/>
                  <a:pt x="74306" y="34540"/>
                </a:cubicBezTo>
                <a:cubicBezTo>
                  <a:pt x="72706" y="35255"/>
                  <a:pt x="71369" y="35908"/>
                  <a:pt x="70296" y="36497"/>
                </a:cubicBezTo>
                <a:cubicBezTo>
                  <a:pt x="69222" y="37087"/>
                  <a:pt x="68349" y="37381"/>
                  <a:pt x="67675" y="37381"/>
                </a:cubicBezTo>
                <a:cubicBezTo>
                  <a:pt x="67212" y="37381"/>
                  <a:pt x="66802" y="37233"/>
                  <a:pt x="66444" y="36937"/>
                </a:cubicBezTo>
                <a:cubicBezTo>
                  <a:pt x="66086" y="36641"/>
                  <a:pt x="65792" y="36218"/>
                  <a:pt x="65560" y="35668"/>
                </a:cubicBezTo>
                <a:cubicBezTo>
                  <a:pt x="65329" y="35119"/>
                  <a:pt x="65150" y="34442"/>
                  <a:pt x="65023" y="33638"/>
                </a:cubicBezTo>
                <a:cubicBezTo>
                  <a:pt x="64897" y="32833"/>
                  <a:pt x="64834" y="31944"/>
                  <a:pt x="64834" y="30972"/>
                </a:cubicBezTo>
                <a:cubicBezTo>
                  <a:pt x="64834" y="29661"/>
                  <a:pt x="64939" y="28624"/>
                  <a:pt x="65150" y="27862"/>
                </a:cubicBezTo>
                <a:cubicBezTo>
                  <a:pt x="65360" y="27101"/>
                  <a:pt x="65760" y="26413"/>
                  <a:pt x="66349" y="25800"/>
                </a:cubicBezTo>
                <a:cubicBezTo>
                  <a:pt x="66939" y="25186"/>
                  <a:pt x="67970" y="24510"/>
                  <a:pt x="69443" y="23774"/>
                </a:cubicBezTo>
                <a:cubicBezTo>
                  <a:pt x="70917" y="23037"/>
                  <a:pt x="72643" y="22353"/>
                  <a:pt x="74621" y="21722"/>
                </a:cubicBezTo>
                <a:cubicBezTo>
                  <a:pt x="76600" y="21090"/>
                  <a:pt x="78757" y="20574"/>
                  <a:pt x="81094" y="20175"/>
                </a:cubicBezTo>
                <a:cubicBezTo>
                  <a:pt x="83430" y="19775"/>
                  <a:pt x="85840" y="19575"/>
                  <a:pt x="88324" y="19575"/>
                </a:cubicBezTo>
                <a:cubicBezTo>
                  <a:pt x="92744" y="19575"/>
                  <a:pt x="96522" y="20007"/>
                  <a:pt x="99658" y="20871"/>
                </a:cubicBezTo>
                <a:cubicBezTo>
                  <a:pt x="102794" y="21734"/>
                  <a:pt x="105372" y="23061"/>
                  <a:pt x="107393" y="24853"/>
                </a:cubicBezTo>
                <a:cubicBezTo>
                  <a:pt x="109414" y="26643"/>
                  <a:pt x="110887" y="28950"/>
                  <a:pt x="111813" y="31773"/>
                </a:cubicBezTo>
                <a:cubicBezTo>
                  <a:pt x="112739" y="34596"/>
                  <a:pt x="113202" y="37946"/>
                  <a:pt x="113202" y="41823"/>
                </a:cubicBezTo>
                <a:lnTo>
                  <a:pt x="113202" y="79749"/>
                </a:lnTo>
                <a:moveTo>
                  <a:pt x="97606" y="55567"/>
                </a:moveTo>
                <a:lnTo>
                  <a:pt x="91544" y="55567"/>
                </a:lnTo>
                <a:cubicBezTo>
                  <a:pt x="88976" y="55567"/>
                  <a:pt x="86787" y="55758"/>
                  <a:pt x="84977" y="56139"/>
                </a:cubicBezTo>
                <a:cubicBezTo>
                  <a:pt x="83167" y="56520"/>
                  <a:pt x="81693" y="57093"/>
                  <a:pt x="80557" y="57858"/>
                </a:cubicBezTo>
                <a:cubicBezTo>
                  <a:pt x="79420" y="58621"/>
                  <a:pt x="78589" y="59544"/>
                  <a:pt x="78063" y="60626"/>
                </a:cubicBezTo>
                <a:cubicBezTo>
                  <a:pt x="77536" y="61708"/>
                  <a:pt x="77273" y="62948"/>
                  <a:pt x="77273" y="64348"/>
                </a:cubicBezTo>
                <a:cubicBezTo>
                  <a:pt x="77273" y="66724"/>
                  <a:pt x="78021" y="68590"/>
                  <a:pt x="79515" y="69948"/>
                </a:cubicBezTo>
                <a:cubicBezTo>
                  <a:pt x="81009" y="71305"/>
                  <a:pt x="83083" y="71984"/>
                  <a:pt x="85735" y="71984"/>
                </a:cubicBezTo>
                <a:cubicBezTo>
                  <a:pt x="87966" y="71984"/>
                  <a:pt x="90018" y="71412"/>
                  <a:pt x="91891" y="70267"/>
                </a:cubicBezTo>
                <a:cubicBezTo>
                  <a:pt x="93764" y="69122"/>
                  <a:pt x="95669" y="67446"/>
                  <a:pt x="97606" y="65240"/>
                </a:cubicBezTo>
                <a:lnTo>
                  <a:pt x="97606" y="55567"/>
                </a:lnTo>
                <a:close/>
                <a:moveTo>
                  <a:pt x="168570" y="63673"/>
                </a:moveTo>
                <a:cubicBezTo>
                  <a:pt x="168570" y="66879"/>
                  <a:pt x="167970" y="69705"/>
                  <a:pt x="166770" y="72152"/>
                </a:cubicBezTo>
                <a:cubicBezTo>
                  <a:pt x="165570" y="74597"/>
                  <a:pt x="163876" y="76643"/>
                  <a:pt x="161687" y="78289"/>
                </a:cubicBezTo>
                <a:cubicBezTo>
                  <a:pt x="159498" y="79933"/>
                  <a:pt x="156909" y="81166"/>
                  <a:pt x="153920" y="81989"/>
                </a:cubicBezTo>
                <a:cubicBezTo>
                  <a:pt x="150932" y="82812"/>
                  <a:pt x="147690" y="83224"/>
                  <a:pt x="144196" y="83224"/>
                </a:cubicBezTo>
                <a:cubicBezTo>
                  <a:pt x="142091" y="83224"/>
                  <a:pt x="140081" y="83064"/>
                  <a:pt x="138166" y="82744"/>
                </a:cubicBezTo>
                <a:cubicBezTo>
                  <a:pt x="136251" y="82425"/>
                  <a:pt x="134535" y="82020"/>
                  <a:pt x="133020" y="81531"/>
                </a:cubicBezTo>
                <a:cubicBezTo>
                  <a:pt x="131504" y="81040"/>
                  <a:pt x="130241" y="80540"/>
                  <a:pt x="129231" y="80029"/>
                </a:cubicBezTo>
                <a:cubicBezTo>
                  <a:pt x="128221" y="79517"/>
                  <a:pt x="127484" y="79038"/>
                  <a:pt x="127021" y="78591"/>
                </a:cubicBezTo>
                <a:cubicBezTo>
                  <a:pt x="126558" y="78143"/>
                  <a:pt x="126200" y="77444"/>
                  <a:pt x="125948" y="76491"/>
                </a:cubicBezTo>
                <a:cubicBezTo>
                  <a:pt x="125695" y="75539"/>
                  <a:pt x="125569" y="74131"/>
                  <a:pt x="125569" y="72268"/>
                </a:cubicBezTo>
                <a:cubicBezTo>
                  <a:pt x="125569" y="71041"/>
                  <a:pt x="125611" y="70057"/>
                  <a:pt x="125695" y="69316"/>
                </a:cubicBezTo>
                <a:cubicBezTo>
                  <a:pt x="125779" y="68576"/>
                  <a:pt x="125905" y="67983"/>
                  <a:pt x="126074" y="67538"/>
                </a:cubicBezTo>
                <a:cubicBezTo>
                  <a:pt x="126242" y="67094"/>
                  <a:pt x="126453" y="66798"/>
                  <a:pt x="126705" y="66651"/>
                </a:cubicBezTo>
                <a:cubicBezTo>
                  <a:pt x="126958" y="66502"/>
                  <a:pt x="127274" y="66428"/>
                  <a:pt x="127652" y="66428"/>
                </a:cubicBezTo>
                <a:cubicBezTo>
                  <a:pt x="128116" y="66428"/>
                  <a:pt x="128800" y="66694"/>
                  <a:pt x="129705" y="67227"/>
                </a:cubicBezTo>
                <a:cubicBezTo>
                  <a:pt x="130610" y="67759"/>
                  <a:pt x="131736" y="68346"/>
                  <a:pt x="133083" y="68985"/>
                </a:cubicBezTo>
                <a:cubicBezTo>
                  <a:pt x="134430" y="69624"/>
                  <a:pt x="135998" y="70221"/>
                  <a:pt x="137787" y="70775"/>
                </a:cubicBezTo>
                <a:cubicBezTo>
                  <a:pt x="139576" y="71328"/>
                  <a:pt x="141607" y="71605"/>
                  <a:pt x="143880" y="71605"/>
                </a:cubicBezTo>
                <a:cubicBezTo>
                  <a:pt x="145312" y="71605"/>
                  <a:pt x="146585" y="71459"/>
                  <a:pt x="147701" y="71165"/>
                </a:cubicBezTo>
                <a:cubicBezTo>
                  <a:pt x="148816" y="70872"/>
                  <a:pt x="149784" y="70453"/>
                  <a:pt x="150605" y="69908"/>
                </a:cubicBezTo>
                <a:cubicBezTo>
                  <a:pt x="151426" y="69362"/>
                  <a:pt x="152047" y="68670"/>
                  <a:pt x="152468" y="67832"/>
                </a:cubicBezTo>
                <a:cubicBezTo>
                  <a:pt x="152889" y="66995"/>
                  <a:pt x="153100" y="66030"/>
                  <a:pt x="153100" y="64940"/>
                </a:cubicBezTo>
                <a:cubicBezTo>
                  <a:pt x="153100" y="63674"/>
                  <a:pt x="152710" y="62588"/>
                  <a:pt x="151931" y="61682"/>
                </a:cubicBezTo>
                <a:cubicBezTo>
                  <a:pt x="151153" y="60774"/>
                  <a:pt x="150121" y="59983"/>
                  <a:pt x="148837" y="59308"/>
                </a:cubicBezTo>
                <a:cubicBezTo>
                  <a:pt x="147553" y="58633"/>
                  <a:pt x="146101" y="58000"/>
                  <a:pt x="144480" y="57410"/>
                </a:cubicBezTo>
                <a:cubicBezTo>
                  <a:pt x="142860" y="56819"/>
                  <a:pt x="141197" y="56165"/>
                  <a:pt x="139492" y="55448"/>
                </a:cubicBezTo>
                <a:cubicBezTo>
                  <a:pt x="137787" y="54731"/>
                  <a:pt x="136124" y="53909"/>
                  <a:pt x="134504" y="52982"/>
                </a:cubicBezTo>
                <a:cubicBezTo>
                  <a:pt x="132883" y="52053"/>
                  <a:pt x="131431" y="50914"/>
                  <a:pt x="130147" y="49564"/>
                </a:cubicBezTo>
                <a:cubicBezTo>
                  <a:pt x="128863" y="48214"/>
                  <a:pt x="127831" y="46591"/>
                  <a:pt x="127053" y="44694"/>
                </a:cubicBezTo>
                <a:cubicBezTo>
                  <a:pt x="126274" y="42796"/>
                  <a:pt x="125884" y="40518"/>
                  <a:pt x="125884" y="37861"/>
                </a:cubicBezTo>
                <a:cubicBezTo>
                  <a:pt x="125884" y="35160"/>
                  <a:pt x="126411" y="32682"/>
                  <a:pt x="127463" y="30426"/>
                </a:cubicBezTo>
                <a:cubicBezTo>
                  <a:pt x="128515" y="28169"/>
                  <a:pt x="130031" y="26240"/>
                  <a:pt x="132009" y="24638"/>
                </a:cubicBezTo>
                <a:cubicBezTo>
                  <a:pt x="133988" y="23034"/>
                  <a:pt x="136398" y="21790"/>
                  <a:pt x="139239" y="20905"/>
                </a:cubicBezTo>
                <a:cubicBezTo>
                  <a:pt x="142081" y="20018"/>
                  <a:pt x="145270" y="19575"/>
                  <a:pt x="148806" y="19575"/>
                </a:cubicBezTo>
                <a:cubicBezTo>
                  <a:pt x="150574" y="19575"/>
                  <a:pt x="152289" y="19701"/>
                  <a:pt x="153952" y="19954"/>
                </a:cubicBezTo>
                <a:cubicBezTo>
                  <a:pt x="155615" y="20206"/>
                  <a:pt x="157120" y="20522"/>
                  <a:pt x="158467" y="20901"/>
                </a:cubicBezTo>
                <a:cubicBezTo>
                  <a:pt x="159814" y="21280"/>
                  <a:pt x="160950" y="21690"/>
                  <a:pt x="161877" y="22132"/>
                </a:cubicBezTo>
                <a:cubicBezTo>
                  <a:pt x="162803" y="22574"/>
                  <a:pt x="163466" y="22953"/>
                  <a:pt x="163866" y="23269"/>
                </a:cubicBezTo>
                <a:cubicBezTo>
                  <a:pt x="164265" y="23584"/>
                  <a:pt x="164550" y="23900"/>
                  <a:pt x="164718" y="24216"/>
                </a:cubicBezTo>
                <a:cubicBezTo>
                  <a:pt x="164886" y="24531"/>
                  <a:pt x="165013" y="24910"/>
                  <a:pt x="165097" y="25352"/>
                </a:cubicBezTo>
                <a:cubicBezTo>
                  <a:pt x="165181" y="25794"/>
                  <a:pt x="165255" y="26342"/>
                  <a:pt x="165318" y="26994"/>
                </a:cubicBezTo>
                <a:cubicBezTo>
                  <a:pt x="165381" y="27647"/>
                  <a:pt x="165413" y="28457"/>
                  <a:pt x="165413" y="29425"/>
                </a:cubicBezTo>
                <a:cubicBezTo>
                  <a:pt x="165413" y="30562"/>
                  <a:pt x="165381" y="31488"/>
                  <a:pt x="165318" y="32203"/>
                </a:cubicBezTo>
                <a:cubicBezTo>
                  <a:pt x="165255" y="32919"/>
                  <a:pt x="165150" y="33487"/>
                  <a:pt x="165002" y="33908"/>
                </a:cubicBezTo>
                <a:cubicBezTo>
                  <a:pt x="164855" y="34329"/>
                  <a:pt x="164655" y="34613"/>
                  <a:pt x="164402" y="34761"/>
                </a:cubicBezTo>
                <a:cubicBezTo>
                  <a:pt x="164150" y="34908"/>
                  <a:pt x="163855" y="34982"/>
                  <a:pt x="163518" y="34982"/>
                </a:cubicBezTo>
                <a:cubicBezTo>
                  <a:pt x="163139" y="34982"/>
                  <a:pt x="162550" y="34761"/>
                  <a:pt x="161750" y="34319"/>
                </a:cubicBezTo>
                <a:cubicBezTo>
                  <a:pt x="160950" y="33877"/>
                  <a:pt x="159951" y="33403"/>
                  <a:pt x="158751" y="32898"/>
                </a:cubicBezTo>
                <a:cubicBezTo>
                  <a:pt x="157551" y="32393"/>
                  <a:pt x="156162" y="31919"/>
                  <a:pt x="154583" y="31477"/>
                </a:cubicBezTo>
                <a:cubicBezTo>
                  <a:pt x="153005" y="31035"/>
                  <a:pt x="151205" y="30814"/>
                  <a:pt x="149185" y="30814"/>
                </a:cubicBezTo>
                <a:cubicBezTo>
                  <a:pt x="147753" y="30814"/>
                  <a:pt x="146511" y="30963"/>
                  <a:pt x="145459" y="31260"/>
                </a:cubicBezTo>
                <a:cubicBezTo>
                  <a:pt x="144407" y="31556"/>
                  <a:pt x="143544" y="31979"/>
                  <a:pt x="142870" y="32529"/>
                </a:cubicBezTo>
                <a:cubicBezTo>
                  <a:pt x="142197" y="33079"/>
                  <a:pt x="141692" y="33724"/>
                  <a:pt x="141355" y="34465"/>
                </a:cubicBezTo>
                <a:cubicBezTo>
                  <a:pt x="141018" y="35205"/>
                  <a:pt x="140850" y="35999"/>
                  <a:pt x="140850" y="36847"/>
                </a:cubicBezTo>
                <a:cubicBezTo>
                  <a:pt x="140850" y="38154"/>
                  <a:pt x="141249" y="39251"/>
                  <a:pt x="142049" y="40138"/>
                </a:cubicBezTo>
                <a:cubicBezTo>
                  <a:pt x="142849" y="41023"/>
                  <a:pt x="143902" y="41803"/>
                  <a:pt x="145207" y="42478"/>
                </a:cubicBezTo>
                <a:cubicBezTo>
                  <a:pt x="146511" y="43153"/>
                  <a:pt x="147995" y="43786"/>
                  <a:pt x="149658" y="44376"/>
                </a:cubicBezTo>
                <a:cubicBezTo>
                  <a:pt x="151321" y="44967"/>
                  <a:pt x="153005" y="45610"/>
                  <a:pt x="154710" y="46306"/>
                </a:cubicBezTo>
                <a:cubicBezTo>
                  <a:pt x="156415" y="47002"/>
                  <a:pt x="158098" y="47814"/>
                  <a:pt x="159761" y="48741"/>
                </a:cubicBezTo>
                <a:cubicBezTo>
                  <a:pt x="161424" y="49669"/>
                  <a:pt x="162908" y="50808"/>
                  <a:pt x="164213" y="52159"/>
                </a:cubicBezTo>
                <a:cubicBezTo>
                  <a:pt x="165518" y="53509"/>
                  <a:pt x="166570" y="55122"/>
                  <a:pt x="167370" y="56999"/>
                </a:cubicBezTo>
                <a:cubicBezTo>
                  <a:pt x="168170" y="58875"/>
                  <a:pt x="168570" y="61100"/>
                  <a:pt x="168570" y="63673"/>
                </a:cubicBezTo>
                <a:close/>
                <a:moveTo>
                  <a:pt x="220116" y="63673"/>
                </a:moveTo>
                <a:cubicBezTo>
                  <a:pt x="220116" y="66879"/>
                  <a:pt x="219516" y="69705"/>
                  <a:pt x="218316" y="72152"/>
                </a:cubicBezTo>
                <a:cubicBezTo>
                  <a:pt x="217117" y="74597"/>
                  <a:pt x="215422" y="76643"/>
                  <a:pt x="213233" y="78289"/>
                </a:cubicBezTo>
                <a:cubicBezTo>
                  <a:pt x="211044" y="79933"/>
                  <a:pt x="208455" y="81166"/>
                  <a:pt x="205467" y="81989"/>
                </a:cubicBezTo>
                <a:cubicBezTo>
                  <a:pt x="202478" y="82812"/>
                  <a:pt x="199236" y="83224"/>
                  <a:pt x="195742" y="83224"/>
                </a:cubicBezTo>
                <a:cubicBezTo>
                  <a:pt x="193638" y="83224"/>
                  <a:pt x="191627" y="83064"/>
                  <a:pt x="189712" y="82744"/>
                </a:cubicBezTo>
                <a:cubicBezTo>
                  <a:pt x="187797" y="82425"/>
                  <a:pt x="186081" y="82020"/>
                  <a:pt x="184566" y="81531"/>
                </a:cubicBezTo>
                <a:cubicBezTo>
                  <a:pt x="183050" y="81040"/>
                  <a:pt x="181788" y="80540"/>
                  <a:pt x="180777" y="80029"/>
                </a:cubicBezTo>
                <a:cubicBezTo>
                  <a:pt x="179767" y="79517"/>
                  <a:pt x="179030" y="79038"/>
                  <a:pt x="178567" y="78591"/>
                </a:cubicBezTo>
                <a:cubicBezTo>
                  <a:pt x="178104" y="78143"/>
                  <a:pt x="177746" y="77444"/>
                  <a:pt x="177494" y="76491"/>
                </a:cubicBezTo>
                <a:cubicBezTo>
                  <a:pt x="177241" y="75539"/>
                  <a:pt x="177115" y="74131"/>
                  <a:pt x="177115" y="72268"/>
                </a:cubicBezTo>
                <a:cubicBezTo>
                  <a:pt x="177115" y="71041"/>
                  <a:pt x="177157" y="70057"/>
                  <a:pt x="177241" y="69316"/>
                </a:cubicBezTo>
                <a:cubicBezTo>
                  <a:pt x="177325" y="68576"/>
                  <a:pt x="177452" y="67983"/>
                  <a:pt x="177620" y="67538"/>
                </a:cubicBezTo>
                <a:cubicBezTo>
                  <a:pt x="177788" y="67094"/>
                  <a:pt x="177999" y="66798"/>
                  <a:pt x="178251" y="66651"/>
                </a:cubicBezTo>
                <a:cubicBezTo>
                  <a:pt x="178504" y="66502"/>
                  <a:pt x="178820" y="66428"/>
                  <a:pt x="179199" y="66428"/>
                </a:cubicBezTo>
                <a:cubicBezTo>
                  <a:pt x="179662" y="66428"/>
                  <a:pt x="180346" y="66694"/>
                  <a:pt x="181251" y="67227"/>
                </a:cubicBezTo>
                <a:cubicBezTo>
                  <a:pt x="182156" y="67759"/>
                  <a:pt x="183282" y="68346"/>
                  <a:pt x="184629" y="68985"/>
                </a:cubicBezTo>
                <a:cubicBezTo>
                  <a:pt x="185976" y="69624"/>
                  <a:pt x="187544" y="70221"/>
                  <a:pt x="189333" y="70775"/>
                </a:cubicBezTo>
                <a:cubicBezTo>
                  <a:pt x="191122" y="71328"/>
                  <a:pt x="193153" y="71605"/>
                  <a:pt x="195427" y="71605"/>
                </a:cubicBezTo>
                <a:cubicBezTo>
                  <a:pt x="196858" y="71605"/>
                  <a:pt x="198131" y="71459"/>
                  <a:pt x="199247" y="71165"/>
                </a:cubicBezTo>
                <a:cubicBezTo>
                  <a:pt x="200362" y="70872"/>
                  <a:pt x="201331" y="70453"/>
                  <a:pt x="202151" y="69908"/>
                </a:cubicBezTo>
                <a:cubicBezTo>
                  <a:pt x="202972" y="69362"/>
                  <a:pt x="203593" y="68670"/>
                  <a:pt x="204014" y="67832"/>
                </a:cubicBezTo>
                <a:cubicBezTo>
                  <a:pt x="204435" y="66995"/>
                  <a:pt x="204646" y="66030"/>
                  <a:pt x="204646" y="64940"/>
                </a:cubicBezTo>
                <a:cubicBezTo>
                  <a:pt x="204646" y="63674"/>
                  <a:pt x="204256" y="62588"/>
                  <a:pt x="203478" y="61682"/>
                </a:cubicBezTo>
                <a:cubicBezTo>
                  <a:pt x="202699" y="60774"/>
                  <a:pt x="201667" y="59983"/>
                  <a:pt x="200383" y="59308"/>
                </a:cubicBezTo>
                <a:cubicBezTo>
                  <a:pt x="199100" y="58633"/>
                  <a:pt x="197647" y="58000"/>
                  <a:pt x="196027" y="57410"/>
                </a:cubicBezTo>
                <a:cubicBezTo>
                  <a:pt x="194406" y="56819"/>
                  <a:pt x="192743" y="56165"/>
                  <a:pt x="191038" y="55448"/>
                </a:cubicBezTo>
                <a:cubicBezTo>
                  <a:pt x="189333" y="54731"/>
                  <a:pt x="187670" y="53909"/>
                  <a:pt x="186050" y="52982"/>
                </a:cubicBezTo>
                <a:cubicBezTo>
                  <a:pt x="184429" y="52053"/>
                  <a:pt x="182977" y="50914"/>
                  <a:pt x="181693" y="49564"/>
                </a:cubicBezTo>
                <a:cubicBezTo>
                  <a:pt x="180409" y="48214"/>
                  <a:pt x="179378" y="46591"/>
                  <a:pt x="178599" y="44694"/>
                </a:cubicBezTo>
                <a:cubicBezTo>
                  <a:pt x="177820" y="42796"/>
                  <a:pt x="177431" y="40518"/>
                  <a:pt x="177431" y="37861"/>
                </a:cubicBezTo>
                <a:cubicBezTo>
                  <a:pt x="177431" y="35160"/>
                  <a:pt x="177957" y="32682"/>
                  <a:pt x="179009" y="30426"/>
                </a:cubicBezTo>
                <a:cubicBezTo>
                  <a:pt x="180062" y="28169"/>
                  <a:pt x="181577" y="26240"/>
                  <a:pt x="183556" y="24638"/>
                </a:cubicBezTo>
                <a:cubicBezTo>
                  <a:pt x="185534" y="23034"/>
                  <a:pt x="187944" y="21790"/>
                  <a:pt x="190786" y="20905"/>
                </a:cubicBezTo>
                <a:cubicBezTo>
                  <a:pt x="193627" y="20018"/>
                  <a:pt x="196816" y="19575"/>
                  <a:pt x="200352" y="19575"/>
                </a:cubicBezTo>
                <a:cubicBezTo>
                  <a:pt x="202120" y="19575"/>
                  <a:pt x="203835" y="19701"/>
                  <a:pt x="205498" y="19954"/>
                </a:cubicBezTo>
                <a:cubicBezTo>
                  <a:pt x="207161" y="20206"/>
                  <a:pt x="208666" y="20522"/>
                  <a:pt x="210013" y="20901"/>
                </a:cubicBezTo>
                <a:cubicBezTo>
                  <a:pt x="211360" y="21280"/>
                  <a:pt x="212497" y="21690"/>
                  <a:pt x="213423" y="22132"/>
                </a:cubicBezTo>
                <a:cubicBezTo>
                  <a:pt x="214349" y="22574"/>
                  <a:pt x="215012" y="22953"/>
                  <a:pt x="215412" y="23269"/>
                </a:cubicBezTo>
                <a:cubicBezTo>
                  <a:pt x="215812" y="23584"/>
                  <a:pt x="216096" y="23900"/>
                  <a:pt x="216264" y="24216"/>
                </a:cubicBezTo>
                <a:cubicBezTo>
                  <a:pt x="216433" y="24531"/>
                  <a:pt x="216559" y="24910"/>
                  <a:pt x="216643" y="25352"/>
                </a:cubicBezTo>
                <a:cubicBezTo>
                  <a:pt x="216727" y="25794"/>
                  <a:pt x="216801" y="26342"/>
                  <a:pt x="216864" y="26994"/>
                </a:cubicBezTo>
                <a:cubicBezTo>
                  <a:pt x="216927" y="27647"/>
                  <a:pt x="216959" y="28457"/>
                  <a:pt x="216959" y="29425"/>
                </a:cubicBezTo>
                <a:cubicBezTo>
                  <a:pt x="216959" y="30562"/>
                  <a:pt x="216927" y="31488"/>
                  <a:pt x="216864" y="32203"/>
                </a:cubicBezTo>
                <a:cubicBezTo>
                  <a:pt x="216801" y="32919"/>
                  <a:pt x="216696" y="33487"/>
                  <a:pt x="216548" y="33908"/>
                </a:cubicBezTo>
                <a:cubicBezTo>
                  <a:pt x="216401" y="34329"/>
                  <a:pt x="216201" y="34613"/>
                  <a:pt x="215948" y="34761"/>
                </a:cubicBezTo>
                <a:cubicBezTo>
                  <a:pt x="215696" y="34908"/>
                  <a:pt x="215401" y="34982"/>
                  <a:pt x="215064" y="34982"/>
                </a:cubicBezTo>
                <a:cubicBezTo>
                  <a:pt x="214686" y="34982"/>
                  <a:pt x="214096" y="34761"/>
                  <a:pt x="213296" y="34319"/>
                </a:cubicBezTo>
                <a:cubicBezTo>
                  <a:pt x="212497" y="33877"/>
                  <a:pt x="211497" y="33403"/>
                  <a:pt x="210297" y="32898"/>
                </a:cubicBezTo>
                <a:cubicBezTo>
                  <a:pt x="209097" y="32393"/>
                  <a:pt x="207708" y="31919"/>
                  <a:pt x="206130" y="31477"/>
                </a:cubicBezTo>
                <a:cubicBezTo>
                  <a:pt x="204551" y="31035"/>
                  <a:pt x="202751" y="30814"/>
                  <a:pt x="200731" y="30814"/>
                </a:cubicBezTo>
                <a:cubicBezTo>
                  <a:pt x="199299" y="30814"/>
                  <a:pt x="198058" y="30963"/>
                  <a:pt x="197005" y="31260"/>
                </a:cubicBezTo>
                <a:cubicBezTo>
                  <a:pt x="195953" y="31556"/>
                  <a:pt x="195090" y="31979"/>
                  <a:pt x="194416" y="32529"/>
                </a:cubicBezTo>
                <a:cubicBezTo>
                  <a:pt x="193743" y="33079"/>
                  <a:pt x="193238" y="33724"/>
                  <a:pt x="192901" y="34465"/>
                </a:cubicBezTo>
                <a:cubicBezTo>
                  <a:pt x="192564" y="35205"/>
                  <a:pt x="192396" y="35999"/>
                  <a:pt x="192396" y="36847"/>
                </a:cubicBezTo>
                <a:cubicBezTo>
                  <a:pt x="192396" y="38154"/>
                  <a:pt x="192796" y="39251"/>
                  <a:pt x="193595" y="40138"/>
                </a:cubicBezTo>
                <a:cubicBezTo>
                  <a:pt x="194395" y="41023"/>
                  <a:pt x="195448" y="41803"/>
                  <a:pt x="196753" y="42478"/>
                </a:cubicBezTo>
                <a:cubicBezTo>
                  <a:pt x="198058" y="43153"/>
                  <a:pt x="199542" y="43786"/>
                  <a:pt x="201204" y="44376"/>
                </a:cubicBezTo>
                <a:cubicBezTo>
                  <a:pt x="202867" y="44967"/>
                  <a:pt x="204551" y="45610"/>
                  <a:pt x="206256" y="46306"/>
                </a:cubicBezTo>
                <a:cubicBezTo>
                  <a:pt x="207961" y="47002"/>
                  <a:pt x="209645" y="47814"/>
                  <a:pt x="211307" y="48741"/>
                </a:cubicBezTo>
                <a:cubicBezTo>
                  <a:pt x="212970" y="49669"/>
                  <a:pt x="214454" y="50808"/>
                  <a:pt x="215759" y="52159"/>
                </a:cubicBezTo>
                <a:cubicBezTo>
                  <a:pt x="217064" y="53509"/>
                  <a:pt x="218116" y="55122"/>
                  <a:pt x="218916" y="56999"/>
                </a:cubicBezTo>
                <a:cubicBezTo>
                  <a:pt x="219716" y="58875"/>
                  <a:pt x="220116" y="61100"/>
                  <a:pt x="220116" y="63673"/>
                </a:cubicBez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3D313-F7D3-4984-8DD9-2CEBA39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92" y="4190144"/>
            <a:ext cx="7607940" cy="916706"/>
          </a:xfrm>
          <a:custGeom xmlns:a="http://schemas.openxmlformats.org/drawingml/2006/main">
            <a:pathLst>
              <a:path w="7607940" h="916706">
                <a:moveTo>
                  <a:pt x="50515" y="0"/>
                </a:moveTo>
                <a:lnTo>
                  <a:pt x="0" y="101030"/>
                </a:lnTo>
                <a:lnTo>
                  <a:pt x="40412" y="101030"/>
                </a:lnTo>
                <a:lnTo>
                  <a:pt x="40412" y="916706"/>
                </a:lnTo>
                <a:lnTo>
                  <a:pt x="7607940" y="916706"/>
                </a:lnTo>
                <a:lnTo>
                  <a:pt x="7607940" y="118035"/>
                </a:lnTo>
                <a:lnTo>
                  <a:pt x="7587734" y="118035"/>
                </a:lnTo>
                <a:lnTo>
                  <a:pt x="7587734" y="896499"/>
                </a:lnTo>
                <a:lnTo>
                  <a:pt x="60618" y="896499"/>
                </a:lnTo>
                <a:lnTo>
                  <a:pt x="60618" y="101030"/>
                </a:lnTo>
                <a:lnTo>
                  <a:pt x="101030" y="101030"/>
                </a:lnTo>
                <a:lnTo>
                  <a:pt x="50515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A9EB9-96E0-42AE-967A-5F446B2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89" y="4803421"/>
            <a:ext cx="1004461" cy="215460"/>
          </a:xfrm>
          <a:custGeom xmlns:a="http://schemas.openxmlformats.org/drawingml/2006/main">
            <a:pathLst>
              <a:path w="1004461" h="215460">
                <a:moveTo>
                  <a:pt x="0" y="0"/>
                </a:moveTo>
                <a:lnTo>
                  <a:pt x="1004461" y="0"/>
                </a:lnTo>
                <a:lnTo>
                  <a:pt x="1004461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59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9674F-27C7-40F3-9266-86B8999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90" y="4803420"/>
            <a:ext cx="1004460" cy="215460"/>
          </a:xfrm>
          <a:custGeom xmlns:a="http://schemas.openxmlformats.org/drawingml/2006/main">
            <a:pathLst>
              <a:path w="1004460" h="215460" fill="none">
                <a:moveTo>
                  <a:pt x="0" y="0"/>
                </a:moveTo>
                <a:lnTo>
                  <a:pt x="1004460" y="0"/>
                </a:lnTo>
                <a:lnTo>
                  <a:pt x="1004460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24" cap="flat">
            <a:solidFill>
              <a:srgbClr val="B4C7E7"/>
            </a:solidFill>
            <a:round/>
          </a:ln>
        </p:spPr>
      </p:sp>
      <p:sp>
        <p:nvSpPr>
          <p:cNvPr id="160" name="Text WrongT">
            <a:extLst xmlns:a="http://schemas.openxmlformats.org/drawingml/2006/main">
              <a:ext uri="{FF2B5EF4-FFF2-40B4-BE49-F238E27FC236}">
                <a16:creationId xmlns:a16="http://schemas.microsoft.com/office/drawing/2014/main" id="{74AB20A8-E91C-46D6-8E0D-D76606FC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577" y="4870767"/>
            <a:ext cx="449422" cy="105198"/>
          </a:xfrm>
          <a:custGeom xmlns:a="http://schemas.openxmlformats.org/drawingml/2006/main">
            <a:pathLst>
              <a:path w="449422" h="105198">
                <a:moveTo>
                  <a:pt x="92169" y="77857"/>
                </a:moveTo>
                <a:cubicBezTo>
                  <a:pt x="91917" y="78867"/>
                  <a:pt x="91569" y="79677"/>
                  <a:pt x="91127" y="80288"/>
                </a:cubicBezTo>
                <a:cubicBezTo>
                  <a:pt x="90685" y="80898"/>
                  <a:pt x="90022" y="81361"/>
                  <a:pt x="89138" y="81677"/>
                </a:cubicBezTo>
                <a:cubicBezTo>
                  <a:pt x="88254" y="81993"/>
                  <a:pt x="87118" y="82203"/>
                  <a:pt x="85729" y="82308"/>
                </a:cubicBezTo>
                <a:cubicBezTo>
                  <a:pt x="84339" y="82413"/>
                  <a:pt x="82571" y="82466"/>
                  <a:pt x="80424" y="82466"/>
                </a:cubicBezTo>
                <a:cubicBezTo>
                  <a:pt x="78025" y="82466"/>
                  <a:pt x="76099" y="82413"/>
                  <a:pt x="74647" y="82308"/>
                </a:cubicBezTo>
                <a:cubicBezTo>
                  <a:pt x="73194" y="82203"/>
                  <a:pt x="72047" y="81993"/>
                  <a:pt x="71205" y="81677"/>
                </a:cubicBezTo>
                <a:cubicBezTo>
                  <a:pt x="70364" y="81361"/>
                  <a:pt x="69753" y="80898"/>
                  <a:pt x="69374" y="80288"/>
                </a:cubicBezTo>
                <a:cubicBezTo>
                  <a:pt x="68995" y="79677"/>
                  <a:pt x="68701" y="78867"/>
                  <a:pt x="68490" y="77857"/>
                </a:cubicBezTo>
                <a:lnTo>
                  <a:pt x="55419" y="26078"/>
                </a:lnTo>
                <a:lnTo>
                  <a:pt x="55293" y="26078"/>
                </a:lnTo>
                <a:lnTo>
                  <a:pt x="42917" y="77857"/>
                </a:lnTo>
                <a:cubicBezTo>
                  <a:pt x="42706" y="78825"/>
                  <a:pt x="42412" y="79614"/>
                  <a:pt x="42033" y="80224"/>
                </a:cubicBezTo>
                <a:cubicBezTo>
                  <a:pt x="41654" y="80835"/>
                  <a:pt x="41054" y="81308"/>
                  <a:pt x="40233" y="81645"/>
                </a:cubicBezTo>
                <a:cubicBezTo>
                  <a:pt x="39412" y="81982"/>
                  <a:pt x="38297" y="82203"/>
                  <a:pt x="36887" y="82308"/>
                </a:cubicBezTo>
                <a:cubicBezTo>
                  <a:pt x="35476" y="82413"/>
                  <a:pt x="33614" y="82466"/>
                  <a:pt x="31298" y="82466"/>
                </a:cubicBezTo>
                <a:cubicBezTo>
                  <a:pt x="28857" y="82466"/>
                  <a:pt x="26910" y="82413"/>
                  <a:pt x="25458" y="82308"/>
                </a:cubicBezTo>
                <a:cubicBezTo>
                  <a:pt x="24005" y="82203"/>
                  <a:pt x="22858" y="81993"/>
                  <a:pt x="22016" y="81677"/>
                </a:cubicBezTo>
                <a:cubicBezTo>
                  <a:pt x="21174" y="81361"/>
                  <a:pt x="20564" y="80898"/>
                  <a:pt x="20185" y="80288"/>
                </a:cubicBezTo>
                <a:cubicBezTo>
                  <a:pt x="19806" y="79677"/>
                  <a:pt x="19490" y="78867"/>
                  <a:pt x="19238" y="77857"/>
                </a:cubicBezTo>
                <a:lnTo>
                  <a:pt x="674" y="6567"/>
                </a:lnTo>
                <a:cubicBezTo>
                  <a:pt x="295" y="5052"/>
                  <a:pt x="84" y="3862"/>
                  <a:pt x="42" y="2999"/>
                </a:cubicBezTo>
                <a:cubicBezTo>
                  <a:pt x="0" y="2136"/>
                  <a:pt x="242" y="1473"/>
                  <a:pt x="768" y="1010"/>
                </a:cubicBezTo>
                <a:cubicBezTo>
                  <a:pt x="1294" y="547"/>
                  <a:pt x="2157" y="263"/>
                  <a:pt x="3357" y="158"/>
                </a:cubicBezTo>
                <a:cubicBezTo>
                  <a:pt x="4557" y="53"/>
                  <a:pt x="6230" y="0"/>
                  <a:pt x="8377" y="0"/>
                </a:cubicBezTo>
                <a:cubicBezTo>
                  <a:pt x="10356" y="0"/>
                  <a:pt x="11924" y="32"/>
                  <a:pt x="13081" y="95"/>
                </a:cubicBezTo>
                <a:cubicBezTo>
                  <a:pt x="14239" y="158"/>
                  <a:pt x="15112" y="305"/>
                  <a:pt x="15702" y="537"/>
                </a:cubicBezTo>
                <a:cubicBezTo>
                  <a:pt x="16291" y="768"/>
                  <a:pt x="16691" y="1105"/>
                  <a:pt x="16902" y="1547"/>
                </a:cubicBezTo>
                <a:cubicBezTo>
                  <a:pt x="17112" y="1989"/>
                  <a:pt x="17280" y="2610"/>
                  <a:pt x="17407" y="3410"/>
                </a:cubicBezTo>
                <a:lnTo>
                  <a:pt x="31740" y="65986"/>
                </a:lnTo>
                <a:lnTo>
                  <a:pt x="31804" y="65986"/>
                </a:lnTo>
                <a:lnTo>
                  <a:pt x="46706" y="3852"/>
                </a:lnTo>
                <a:cubicBezTo>
                  <a:pt x="46874" y="3052"/>
                  <a:pt x="47095" y="2399"/>
                  <a:pt x="47369" y="1894"/>
                </a:cubicBezTo>
                <a:cubicBezTo>
                  <a:pt x="47642" y="1389"/>
                  <a:pt x="48105" y="1000"/>
                  <a:pt x="48758" y="726"/>
                </a:cubicBezTo>
                <a:cubicBezTo>
                  <a:pt x="49410" y="453"/>
                  <a:pt x="50305" y="263"/>
                  <a:pt x="51441" y="158"/>
                </a:cubicBezTo>
                <a:cubicBezTo>
                  <a:pt x="52578" y="53"/>
                  <a:pt x="54093" y="0"/>
                  <a:pt x="55988" y="0"/>
                </a:cubicBezTo>
                <a:cubicBezTo>
                  <a:pt x="58008" y="0"/>
                  <a:pt x="59618" y="42"/>
                  <a:pt x="60818" y="126"/>
                </a:cubicBezTo>
                <a:cubicBezTo>
                  <a:pt x="62018" y="210"/>
                  <a:pt x="62944" y="389"/>
                  <a:pt x="63597" y="663"/>
                </a:cubicBezTo>
                <a:cubicBezTo>
                  <a:pt x="64249" y="937"/>
                  <a:pt x="64723" y="1326"/>
                  <a:pt x="65017" y="1831"/>
                </a:cubicBezTo>
                <a:cubicBezTo>
                  <a:pt x="65312" y="2336"/>
                  <a:pt x="65544" y="3010"/>
                  <a:pt x="65712" y="3852"/>
                </a:cubicBezTo>
                <a:lnTo>
                  <a:pt x="81119" y="65986"/>
                </a:lnTo>
                <a:lnTo>
                  <a:pt x="81245" y="65986"/>
                </a:lnTo>
                <a:lnTo>
                  <a:pt x="95579" y="3599"/>
                </a:lnTo>
                <a:cubicBezTo>
                  <a:pt x="95705" y="2926"/>
                  <a:pt x="95874" y="2347"/>
                  <a:pt x="96084" y="1863"/>
                </a:cubicBezTo>
                <a:cubicBezTo>
                  <a:pt x="96295" y="1379"/>
                  <a:pt x="96695" y="1000"/>
                  <a:pt x="97284" y="726"/>
                </a:cubicBezTo>
                <a:cubicBezTo>
                  <a:pt x="97873" y="453"/>
                  <a:pt x="98715" y="263"/>
                  <a:pt x="99810" y="158"/>
                </a:cubicBezTo>
                <a:cubicBezTo>
                  <a:pt x="100904" y="53"/>
                  <a:pt x="102441" y="0"/>
                  <a:pt x="104419" y="0"/>
                </a:cubicBezTo>
                <a:cubicBezTo>
                  <a:pt x="106271" y="0"/>
                  <a:pt x="107713" y="53"/>
                  <a:pt x="108745" y="158"/>
                </a:cubicBezTo>
                <a:cubicBezTo>
                  <a:pt x="109776" y="263"/>
                  <a:pt x="110523" y="547"/>
                  <a:pt x="110986" y="1010"/>
                </a:cubicBezTo>
                <a:cubicBezTo>
                  <a:pt x="111449" y="1473"/>
                  <a:pt x="111649" y="2157"/>
                  <a:pt x="111586" y="3062"/>
                </a:cubicBezTo>
                <a:cubicBezTo>
                  <a:pt x="111523" y="3968"/>
                  <a:pt x="111302" y="5199"/>
                  <a:pt x="110923" y="6756"/>
                </a:cubicBezTo>
                <a:lnTo>
                  <a:pt x="92169" y="77857"/>
                </a:lnTo>
                <a:close/>
                <a:moveTo>
                  <a:pt x="155035" y="28794"/>
                </a:moveTo>
                <a:cubicBezTo>
                  <a:pt x="155035" y="30309"/>
                  <a:pt x="154992" y="31551"/>
                  <a:pt x="154908" y="32519"/>
                </a:cubicBezTo>
                <a:cubicBezTo>
                  <a:pt x="154824" y="33487"/>
                  <a:pt x="154698" y="34245"/>
                  <a:pt x="154529" y="34792"/>
                </a:cubicBezTo>
                <a:cubicBezTo>
                  <a:pt x="154361" y="35340"/>
                  <a:pt x="154140" y="35718"/>
                  <a:pt x="153866" y="35929"/>
                </a:cubicBezTo>
                <a:cubicBezTo>
                  <a:pt x="153593" y="36139"/>
                  <a:pt x="153245" y="36245"/>
                  <a:pt x="152824" y="36245"/>
                </a:cubicBezTo>
                <a:cubicBezTo>
                  <a:pt x="152488" y="36245"/>
                  <a:pt x="152109" y="36171"/>
                  <a:pt x="151688" y="36024"/>
                </a:cubicBezTo>
                <a:cubicBezTo>
                  <a:pt x="151267" y="35876"/>
                  <a:pt x="150793" y="35718"/>
                  <a:pt x="150267" y="35550"/>
                </a:cubicBezTo>
                <a:cubicBezTo>
                  <a:pt x="149741" y="35382"/>
                  <a:pt x="149162" y="35224"/>
                  <a:pt x="148531" y="35077"/>
                </a:cubicBezTo>
                <a:cubicBezTo>
                  <a:pt x="147899" y="34929"/>
                  <a:pt x="147205" y="34856"/>
                  <a:pt x="146447" y="34856"/>
                </a:cubicBezTo>
                <a:cubicBezTo>
                  <a:pt x="145563" y="34856"/>
                  <a:pt x="144679" y="35036"/>
                  <a:pt x="143795" y="35396"/>
                </a:cubicBezTo>
                <a:cubicBezTo>
                  <a:pt x="142911" y="35755"/>
                  <a:pt x="141995" y="36316"/>
                  <a:pt x="141048" y="37079"/>
                </a:cubicBezTo>
                <a:cubicBezTo>
                  <a:pt x="140101" y="37842"/>
                  <a:pt x="139112" y="38859"/>
                  <a:pt x="138080" y="40130"/>
                </a:cubicBezTo>
                <a:cubicBezTo>
                  <a:pt x="137049" y="41401"/>
                  <a:pt x="135944" y="42968"/>
                  <a:pt x="134765" y="44832"/>
                </a:cubicBezTo>
                <a:lnTo>
                  <a:pt x="134765" y="79940"/>
                </a:lnTo>
                <a:cubicBezTo>
                  <a:pt x="134765" y="80361"/>
                  <a:pt x="134639" y="80730"/>
                  <a:pt x="134386" y="81045"/>
                </a:cubicBezTo>
                <a:cubicBezTo>
                  <a:pt x="134134" y="81361"/>
                  <a:pt x="133702" y="81624"/>
                  <a:pt x="133092" y="81835"/>
                </a:cubicBezTo>
                <a:cubicBezTo>
                  <a:pt x="132482" y="82045"/>
                  <a:pt x="131671" y="82203"/>
                  <a:pt x="130661" y="82308"/>
                </a:cubicBezTo>
                <a:cubicBezTo>
                  <a:pt x="129651" y="82413"/>
                  <a:pt x="128367" y="82466"/>
                  <a:pt x="126809" y="82466"/>
                </a:cubicBezTo>
                <a:cubicBezTo>
                  <a:pt x="125252" y="82466"/>
                  <a:pt x="123968" y="82413"/>
                  <a:pt x="122957" y="82308"/>
                </a:cubicBezTo>
                <a:cubicBezTo>
                  <a:pt x="121947" y="82203"/>
                  <a:pt x="121137" y="82045"/>
                  <a:pt x="120526" y="81835"/>
                </a:cubicBezTo>
                <a:cubicBezTo>
                  <a:pt x="119916" y="81624"/>
                  <a:pt x="119484" y="81361"/>
                  <a:pt x="119232" y="81045"/>
                </a:cubicBezTo>
                <a:cubicBezTo>
                  <a:pt x="118979" y="80730"/>
                  <a:pt x="118853" y="80361"/>
                  <a:pt x="118853" y="79940"/>
                </a:cubicBezTo>
                <a:lnTo>
                  <a:pt x="118853" y="23616"/>
                </a:lnTo>
                <a:cubicBezTo>
                  <a:pt x="118853" y="23195"/>
                  <a:pt x="118958" y="22827"/>
                  <a:pt x="119169" y="22511"/>
                </a:cubicBezTo>
                <a:cubicBezTo>
                  <a:pt x="119379" y="22195"/>
                  <a:pt x="119758" y="21932"/>
                  <a:pt x="120305" y="21722"/>
                </a:cubicBezTo>
                <a:cubicBezTo>
                  <a:pt x="120853" y="21511"/>
                  <a:pt x="121558" y="21353"/>
                  <a:pt x="122421" y="21248"/>
                </a:cubicBezTo>
                <a:cubicBezTo>
                  <a:pt x="123284" y="21143"/>
                  <a:pt x="124368" y="21090"/>
                  <a:pt x="125673" y="21090"/>
                </a:cubicBezTo>
                <a:cubicBezTo>
                  <a:pt x="127020" y="21090"/>
                  <a:pt x="128135" y="21143"/>
                  <a:pt x="129019" y="21248"/>
                </a:cubicBezTo>
                <a:cubicBezTo>
                  <a:pt x="129903" y="21353"/>
                  <a:pt x="130587" y="21511"/>
                  <a:pt x="131071" y="21722"/>
                </a:cubicBezTo>
                <a:cubicBezTo>
                  <a:pt x="131555" y="21932"/>
                  <a:pt x="131903" y="22195"/>
                  <a:pt x="132113" y="22511"/>
                </a:cubicBezTo>
                <a:cubicBezTo>
                  <a:pt x="132324" y="22827"/>
                  <a:pt x="132429" y="23195"/>
                  <a:pt x="132429" y="23616"/>
                </a:cubicBezTo>
                <a:lnTo>
                  <a:pt x="132429" y="30625"/>
                </a:lnTo>
                <a:cubicBezTo>
                  <a:pt x="133902" y="28507"/>
                  <a:pt x="135291" y="26760"/>
                  <a:pt x="136596" y="25384"/>
                </a:cubicBezTo>
                <a:cubicBezTo>
                  <a:pt x="137901" y="24008"/>
                  <a:pt x="139143" y="22918"/>
                  <a:pt x="140322" y="22114"/>
                </a:cubicBezTo>
                <a:cubicBezTo>
                  <a:pt x="141501" y="21309"/>
                  <a:pt x="142679" y="20748"/>
                  <a:pt x="143858" y="20431"/>
                </a:cubicBezTo>
                <a:cubicBezTo>
                  <a:pt x="145037" y="20113"/>
                  <a:pt x="146215" y="19954"/>
                  <a:pt x="147394" y="19954"/>
                </a:cubicBezTo>
                <a:cubicBezTo>
                  <a:pt x="147941" y="19954"/>
                  <a:pt x="148531" y="19985"/>
                  <a:pt x="149162" y="20048"/>
                </a:cubicBezTo>
                <a:cubicBezTo>
                  <a:pt x="149794" y="20111"/>
                  <a:pt x="150446" y="20217"/>
                  <a:pt x="151120" y="20364"/>
                </a:cubicBezTo>
                <a:cubicBezTo>
                  <a:pt x="151793" y="20511"/>
                  <a:pt x="152382" y="20680"/>
                  <a:pt x="152888" y="20869"/>
                </a:cubicBezTo>
                <a:cubicBezTo>
                  <a:pt x="153393" y="21059"/>
                  <a:pt x="153761" y="21258"/>
                  <a:pt x="153993" y="21469"/>
                </a:cubicBezTo>
                <a:cubicBezTo>
                  <a:pt x="154224" y="21679"/>
                  <a:pt x="154393" y="21911"/>
                  <a:pt x="154498" y="22164"/>
                </a:cubicBezTo>
                <a:cubicBezTo>
                  <a:pt x="154603" y="22416"/>
                  <a:pt x="154698" y="22763"/>
                  <a:pt x="154782" y="23205"/>
                </a:cubicBezTo>
                <a:cubicBezTo>
                  <a:pt x="154866" y="23647"/>
                  <a:pt x="154929" y="24310"/>
                  <a:pt x="154971" y="25194"/>
                </a:cubicBezTo>
                <a:cubicBezTo>
                  <a:pt x="155013" y="26078"/>
                  <a:pt x="155035" y="27278"/>
                  <a:pt x="155035" y="28794"/>
                </a:cubicBezTo>
                <a:close/>
                <a:moveTo>
                  <a:pt x="220773" y="51208"/>
                </a:moveTo>
                <a:cubicBezTo>
                  <a:pt x="220773" y="56017"/>
                  <a:pt x="220141" y="60405"/>
                  <a:pt x="218878" y="64369"/>
                </a:cubicBezTo>
                <a:cubicBezTo>
                  <a:pt x="217616" y="68334"/>
                  <a:pt x="215700" y="71751"/>
                  <a:pt x="213132" y="74618"/>
                </a:cubicBezTo>
                <a:cubicBezTo>
                  <a:pt x="210565" y="77486"/>
                  <a:pt x="207344" y="79701"/>
                  <a:pt x="203471" y="81262"/>
                </a:cubicBezTo>
                <a:cubicBezTo>
                  <a:pt x="199598" y="82823"/>
                  <a:pt x="195073" y="83603"/>
                  <a:pt x="189895" y="83603"/>
                </a:cubicBezTo>
                <a:cubicBezTo>
                  <a:pt x="184886" y="83603"/>
                  <a:pt x="180529" y="82907"/>
                  <a:pt x="176825" y="81515"/>
                </a:cubicBezTo>
                <a:cubicBezTo>
                  <a:pt x="173120" y="80123"/>
                  <a:pt x="170047" y="78099"/>
                  <a:pt x="167606" y="75441"/>
                </a:cubicBezTo>
                <a:cubicBezTo>
                  <a:pt x="165164" y="72784"/>
                  <a:pt x="163354" y="69515"/>
                  <a:pt x="162175" y="65634"/>
                </a:cubicBezTo>
                <a:cubicBezTo>
                  <a:pt x="160996" y="61754"/>
                  <a:pt x="160407" y="57325"/>
                  <a:pt x="160407" y="52348"/>
                </a:cubicBezTo>
                <a:cubicBezTo>
                  <a:pt x="160407" y="47539"/>
                  <a:pt x="161049" y="43141"/>
                  <a:pt x="162333" y="39155"/>
                </a:cubicBezTo>
                <a:cubicBezTo>
                  <a:pt x="163617" y="35169"/>
                  <a:pt x="165543" y="31753"/>
                  <a:pt x="168111" y="28906"/>
                </a:cubicBezTo>
                <a:cubicBezTo>
                  <a:pt x="170679" y="26059"/>
                  <a:pt x="173888" y="23856"/>
                  <a:pt x="177740" y="22296"/>
                </a:cubicBezTo>
                <a:cubicBezTo>
                  <a:pt x="181592" y="20734"/>
                  <a:pt x="186107" y="19954"/>
                  <a:pt x="191285" y="19954"/>
                </a:cubicBezTo>
                <a:cubicBezTo>
                  <a:pt x="196336" y="19954"/>
                  <a:pt x="200714" y="20639"/>
                  <a:pt x="204418" y="22010"/>
                </a:cubicBezTo>
                <a:cubicBezTo>
                  <a:pt x="208123" y="23380"/>
                  <a:pt x="211185" y="25394"/>
                  <a:pt x="213606" y="28052"/>
                </a:cubicBezTo>
                <a:cubicBezTo>
                  <a:pt x="216026" y="30709"/>
                  <a:pt x="217826" y="33978"/>
                  <a:pt x="219005" y="37859"/>
                </a:cubicBezTo>
                <a:cubicBezTo>
                  <a:pt x="220183" y="41740"/>
                  <a:pt x="220773" y="46189"/>
                  <a:pt x="220773" y="51208"/>
                </a:cubicBezTo>
                <a:moveTo>
                  <a:pt x="204418" y="51841"/>
                </a:moveTo>
                <a:cubicBezTo>
                  <a:pt x="204418" y="49063"/>
                  <a:pt x="204197" y="46506"/>
                  <a:pt x="203755" y="44169"/>
                </a:cubicBezTo>
                <a:cubicBezTo>
                  <a:pt x="203313" y="41833"/>
                  <a:pt x="202566" y="39802"/>
                  <a:pt x="201514" y="38076"/>
                </a:cubicBezTo>
                <a:cubicBezTo>
                  <a:pt x="200461" y="36350"/>
                  <a:pt x="199062" y="35003"/>
                  <a:pt x="197315" y="34035"/>
                </a:cubicBezTo>
                <a:cubicBezTo>
                  <a:pt x="195568" y="33066"/>
                  <a:pt x="193368" y="32582"/>
                  <a:pt x="190716" y="32582"/>
                </a:cubicBezTo>
                <a:cubicBezTo>
                  <a:pt x="188359" y="32582"/>
                  <a:pt x="186296" y="33014"/>
                  <a:pt x="184528" y="33877"/>
                </a:cubicBezTo>
                <a:cubicBezTo>
                  <a:pt x="182760" y="34740"/>
                  <a:pt x="181308" y="36003"/>
                  <a:pt x="180171" y="37665"/>
                </a:cubicBezTo>
                <a:cubicBezTo>
                  <a:pt x="179035" y="39328"/>
                  <a:pt x="178182" y="41328"/>
                  <a:pt x="177614" y="43664"/>
                </a:cubicBezTo>
                <a:cubicBezTo>
                  <a:pt x="177046" y="46000"/>
                  <a:pt x="176761" y="48663"/>
                  <a:pt x="176761" y="51652"/>
                </a:cubicBezTo>
                <a:cubicBezTo>
                  <a:pt x="176761" y="54430"/>
                  <a:pt x="176993" y="56987"/>
                  <a:pt x="177456" y="59324"/>
                </a:cubicBezTo>
                <a:cubicBezTo>
                  <a:pt x="177919" y="61660"/>
                  <a:pt x="178666" y="63691"/>
                  <a:pt x="179698" y="65417"/>
                </a:cubicBezTo>
                <a:cubicBezTo>
                  <a:pt x="180729" y="67143"/>
                  <a:pt x="182129" y="68480"/>
                  <a:pt x="183897" y="69427"/>
                </a:cubicBezTo>
                <a:cubicBezTo>
                  <a:pt x="185665" y="70374"/>
                  <a:pt x="187854" y="70848"/>
                  <a:pt x="190464" y="70848"/>
                </a:cubicBezTo>
                <a:cubicBezTo>
                  <a:pt x="192863" y="70848"/>
                  <a:pt x="194947" y="70416"/>
                  <a:pt x="196715" y="69553"/>
                </a:cubicBezTo>
                <a:cubicBezTo>
                  <a:pt x="198483" y="68690"/>
                  <a:pt x="199935" y="67438"/>
                  <a:pt x="201072" y="65796"/>
                </a:cubicBezTo>
                <a:cubicBezTo>
                  <a:pt x="202208" y="64154"/>
                  <a:pt x="203050" y="62165"/>
                  <a:pt x="203598" y="59829"/>
                </a:cubicBezTo>
                <a:cubicBezTo>
                  <a:pt x="204145" y="57493"/>
                  <a:pt x="204418" y="54830"/>
                  <a:pt x="204418" y="51841"/>
                </a:cubicBezTo>
                <a:close/>
                <a:moveTo>
                  <a:pt x="287279" y="79938"/>
                </a:moveTo>
                <a:cubicBezTo>
                  <a:pt x="287279" y="80359"/>
                  <a:pt x="287153" y="80728"/>
                  <a:pt x="286900" y="81045"/>
                </a:cubicBezTo>
                <a:cubicBezTo>
                  <a:pt x="286648" y="81361"/>
                  <a:pt x="286227" y="81624"/>
                  <a:pt x="285637" y="81835"/>
                </a:cubicBezTo>
                <a:cubicBezTo>
                  <a:pt x="285048" y="82045"/>
                  <a:pt x="284238" y="82203"/>
                  <a:pt x="283206" y="82308"/>
                </a:cubicBezTo>
                <a:cubicBezTo>
                  <a:pt x="282175" y="82413"/>
                  <a:pt x="280902" y="82466"/>
                  <a:pt x="279386" y="82466"/>
                </a:cubicBezTo>
                <a:cubicBezTo>
                  <a:pt x="277829" y="82466"/>
                  <a:pt x="276534" y="82413"/>
                  <a:pt x="275503" y="82308"/>
                </a:cubicBezTo>
                <a:cubicBezTo>
                  <a:pt x="274471" y="82203"/>
                  <a:pt x="273661" y="82045"/>
                  <a:pt x="273072" y="81835"/>
                </a:cubicBezTo>
                <a:cubicBezTo>
                  <a:pt x="272482" y="81624"/>
                  <a:pt x="272061" y="81361"/>
                  <a:pt x="271809" y="81045"/>
                </a:cubicBezTo>
                <a:cubicBezTo>
                  <a:pt x="271556" y="80730"/>
                  <a:pt x="271430" y="80361"/>
                  <a:pt x="271430" y="79940"/>
                </a:cubicBezTo>
                <a:lnTo>
                  <a:pt x="271430" y="47800"/>
                </a:lnTo>
                <a:cubicBezTo>
                  <a:pt x="271430" y="45064"/>
                  <a:pt x="271230" y="42917"/>
                  <a:pt x="270830" y="41359"/>
                </a:cubicBezTo>
                <a:cubicBezTo>
                  <a:pt x="270430" y="39802"/>
                  <a:pt x="269851" y="38465"/>
                  <a:pt x="269094" y="37350"/>
                </a:cubicBezTo>
                <a:cubicBezTo>
                  <a:pt x="268336" y="36234"/>
                  <a:pt x="267357" y="35371"/>
                  <a:pt x="266157" y="34761"/>
                </a:cubicBezTo>
                <a:cubicBezTo>
                  <a:pt x="264958" y="34150"/>
                  <a:pt x="263558" y="33845"/>
                  <a:pt x="261958" y="33845"/>
                </a:cubicBezTo>
                <a:cubicBezTo>
                  <a:pt x="259938" y="33845"/>
                  <a:pt x="257896" y="34582"/>
                  <a:pt x="255833" y="36055"/>
                </a:cubicBezTo>
                <a:cubicBezTo>
                  <a:pt x="253771" y="37529"/>
                  <a:pt x="251624" y="39675"/>
                  <a:pt x="249393" y="42496"/>
                </a:cubicBezTo>
                <a:lnTo>
                  <a:pt x="249393" y="79940"/>
                </a:lnTo>
                <a:cubicBezTo>
                  <a:pt x="249393" y="80361"/>
                  <a:pt x="249266" y="80730"/>
                  <a:pt x="249014" y="81045"/>
                </a:cubicBezTo>
                <a:cubicBezTo>
                  <a:pt x="248761" y="81361"/>
                  <a:pt x="248330" y="81624"/>
                  <a:pt x="247719" y="81835"/>
                </a:cubicBezTo>
                <a:cubicBezTo>
                  <a:pt x="247109" y="82045"/>
                  <a:pt x="246299" y="82203"/>
                  <a:pt x="245288" y="82308"/>
                </a:cubicBezTo>
                <a:cubicBezTo>
                  <a:pt x="244278" y="82413"/>
                  <a:pt x="242994" y="82466"/>
                  <a:pt x="241437" y="82466"/>
                </a:cubicBezTo>
                <a:cubicBezTo>
                  <a:pt x="239879" y="82466"/>
                  <a:pt x="238595" y="82413"/>
                  <a:pt x="237585" y="82308"/>
                </a:cubicBezTo>
                <a:cubicBezTo>
                  <a:pt x="236574" y="82203"/>
                  <a:pt x="235764" y="82045"/>
                  <a:pt x="235154" y="81835"/>
                </a:cubicBezTo>
                <a:cubicBezTo>
                  <a:pt x="234543" y="81624"/>
                  <a:pt x="234112" y="81361"/>
                  <a:pt x="233859" y="81045"/>
                </a:cubicBezTo>
                <a:cubicBezTo>
                  <a:pt x="233607" y="80730"/>
                  <a:pt x="233480" y="80361"/>
                  <a:pt x="233480" y="79940"/>
                </a:cubicBezTo>
                <a:lnTo>
                  <a:pt x="233480" y="23616"/>
                </a:lnTo>
                <a:cubicBezTo>
                  <a:pt x="233480" y="23195"/>
                  <a:pt x="233586" y="22827"/>
                  <a:pt x="233796" y="22511"/>
                </a:cubicBezTo>
                <a:cubicBezTo>
                  <a:pt x="234007" y="22195"/>
                  <a:pt x="234386" y="21932"/>
                  <a:pt x="234933" y="21722"/>
                </a:cubicBezTo>
                <a:cubicBezTo>
                  <a:pt x="235480" y="21511"/>
                  <a:pt x="236185" y="21353"/>
                  <a:pt x="237048" y="21248"/>
                </a:cubicBezTo>
                <a:cubicBezTo>
                  <a:pt x="237911" y="21143"/>
                  <a:pt x="238995" y="21090"/>
                  <a:pt x="240300" y="21090"/>
                </a:cubicBezTo>
                <a:cubicBezTo>
                  <a:pt x="241647" y="21090"/>
                  <a:pt x="242763" y="21143"/>
                  <a:pt x="243647" y="21248"/>
                </a:cubicBezTo>
                <a:cubicBezTo>
                  <a:pt x="244531" y="21353"/>
                  <a:pt x="245215" y="21511"/>
                  <a:pt x="245699" y="21722"/>
                </a:cubicBezTo>
                <a:cubicBezTo>
                  <a:pt x="246183" y="21932"/>
                  <a:pt x="246530" y="22195"/>
                  <a:pt x="246741" y="22511"/>
                </a:cubicBezTo>
                <a:cubicBezTo>
                  <a:pt x="246951" y="22827"/>
                  <a:pt x="247056" y="23195"/>
                  <a:pt x="247056" y="23616"/>
                </a:cubicBezTo>
                <a:lnTo>
                  <a:pt x="247056" y="30120"/>
                </a:lnTo>
                <a:cubicBezTo>
                  <a:pt x="250172" y="26731"/>
                  <a:pt x="253339" y="24189"/>
                  <a:pt x="256560" y="22495"/>
                </a:cubicBezTo>
                <a:cubicBezTo>
                  <a:pt x="259780" y="20801"/>
                  <a:pt x="263137" y="19954"/>
                  <a:pt x="266631" y="19954"/>
                </a:cubicBezTo>
                <a:cubicBezTo>
                  <a:pt x="270462" y="19954"/>
                  <a:pt x="273693" y="20586"/>
                  <a:pt x="276324" y="21850"/>
                </a:cubicBezTo>
                <a:cubicBezTo>
                  <a:pt x="278955" y="23114"/>
                  <a:pt x="281081" y="24831"/>
                  <a:pt x="282701" y="27002"/>
                </a:cubicBezTo>
                <a:cubicBezTo>
                  <a:pt x="284322" y="29171"/>
                  <a:pt x="285490" y="31710"/>
                  <a:pt x="286206" y="34619"/>
                </a:cubicBezTo>
                <a:cubicBezTo>
                  <a:pt x="286921" y="37526"/>
                  <a:pt x="287279" y="41023"/>
                  <a:pt x="287279" y="45110"/>
                </a:cubicBezTo>
                <a:lnTo>
                  <a:pt x="287279" y="79938"/>
                </a:lnTo>
                <a:close/>
                <a:moveTo>
                  <a:pt x="353913" y="27531"/>
                </a:moveTo>
                <a:cubicBezTo>
                  <a:pt x="353913" y="29551"/>
                  <a:pt x="353682" y="31046"/>
                  <a:pt x="353219" y="32014"/>
                </a:cubicBezTo>
                <a:cubicBezTo>
                  <a:pt x="352756" y="32982"/>
                  <a:pt x="352187" y="33466"/>
                  <a:pt x="351514" y="33466"/>
                </a:cubicBezTo>
                <a:lnTo>
                  <a:pt x="344884" y="33466"/>
                </a:lnTo>
                <a:cubicBezTo>
                  <a:pt x="345810" y="34467"/>
                  <a:pt x="346473" y="35605"/>
                  <a:pt x="346873" y="36878"/>
                </a:cubicBezTo>
                <a:cubicBezTo>
                  <a:pt x="347273" y="38151"/>
                  <a:pt x="347473" y="39477"/>
                  <a:pt x="347473" y="40854"/>
                </a:cubicBezTo>
                <a:cubicBezTo>
                  <a:pt x="347473" y="44138"/>
                  <a:pt x="346925" y="47053"/>
                  <a:pt x="345831" y="49600"/>
                </a:cubicBezTo>
                <a:cubicBezTo>
                  <a:pt x="344736" y="52146"/>
                  <a:pt x="343168" y="54293"/>
                  <a:pt x="341127" y="56040"/>
                </a:cubicBezTo>
                <a:cubicBezTo>
                  <a:pt x="339085" y="57787"/>
                  <a:pt x="336622" y="59113"/>
                  <a:pt x="333739" y="60018"/>
                </a:cubicBezTo>
                <a:cubicBezTo>
                  <a:pt x="330855" y="60923"/>
                  <a:pt x="327645" y="61376"/>
                  <a:pt x="324109" y="61376"/>
                </a:cubicBezTo>
                <a:cubicBezTo>
                  <a:pt x="322299" y="61376"/>
                  <a:pt x="320573" y="61155"/>
                  <a:pt x="318931" y="60713"/>
                </a:cubicBezTo>
                <a:cubicBezTo>
                  <a:pt x="317290" y="60271"/>
                  <a:pt x="316027" y="59755"/>
                  <a:pt x="315143" y="59166"/>
                </a:cubicBezTo>
                <a:cubicBezTo>
                  <a:pt x="314638" y="59713"/>
                  <a:pt x="314185" y="60366"/>
                  <a:pt x="313785" y="61123"/>
                </a:cubicBezTo>
                <a:cubicBezTo>
                  <a:pt x="313385" y="61881"/>
                  <a:pt x="313185" y="62723"/>
                  <a:pt x="313185" y="63649"/>
                </a:cubicBezTo>
                <a:cubicBezTo>
                  <a:pt x="313185" y="64870"/>
                  <a:pt x="313722" y="65870"/>
                  <a:pt x="314796" y="66649"/>
                </a:cubicBezTo>
                <a:cubicBezTo>
                  <a:pt x="315869" y="67427"/>
                  <a:pt x="317374" y="67859"/>
                  <a:pt x="319310" y="67943"/>
                </a:cubicBezTo>
                <a:lnTo>
                  <a:pt x="333013" y="68450"/>
                </a:lnTo>
                <a:cubicBezTo>
                  <a:pt x="336212" y="68576"/>
                  <a:pt x="339064" y="69030"/>
                  <a:pt x="341569" y="69812"/>
                </a:cubicBezTo>
                <a:cubicBezTo>
                  <a:pt x="344073" y="70593"/>
                  <a:pt x="346178" y="71692"/>
                  <a:pt x="347883" y="73107"/>
                </a:cubicBezTo>
                <a:cubicBezTo>
                  <a:pt x="349588" y="74522"/>
                  <a:pt x="350893" y="76223"/>
                  <a:pt x="351798" y="78208"/>
                </a:cubicBezTo>
                <a:cubicBezTo>
                  <a:pt x="352703" y="80193"/>
                  <a:pt x="353156" y="82452"/>
                  <a:pt x="353156" y="84986"/>
                </a:cubicBezTo>
                <a:cubicBezTo>
                  <a:pt x="353156" y="87773"/>
                  <a:pt x="352545" y="90403"/>
                  <a:pt x="351324" y="92873"/>
                </a:cubicBezTo>
                <a:cubicBezTo>
                  <a:pt x="350104" y="95345"/>
                  <a:pt x="348272" y="97489"/>
                  <a:pt x="345831" y="99306"/>
                </a:cubicBezTo>
                <a:cubicBezTo>
                  <a:pt x="343389" y="101123"/>
                  <a:pt x="340327" y="102558"/>
                  <a:pt x="336643" y="103613"/>
                </a:cubicBezTo>
                <a:cubicBezTo>
                  <a:pt x="332960" y="104670"/>
                  <a:pt x="328656" y="105198"/>
                  <a:pt x="323730" y="105198"/>
                </a:cubicBezTo>
                <a:cubicBezTo>
                  <a:pt x="318931" y="105198"/>
                  <a:pt x="314838" y="104818"/>
                  <a:pt x="311449" y="104059"/>
                </a:cubicBezTo>
                <a:cubicBezTo>
                  <a:pt x="308060" y="103300"/>
                  <a:pt x="305282" y="102246"/>
                  <a:pt x="303114" y="100896"/>
                </a:cubicBezTo>
                <a:cubicBezTo>
                  <a:pt x="300946" y="99548"/>
                  <a:pt x="299367" y="97936"/>
                  <a:pt x="298378" y="96060"/>
                </a:cubicBezTo>
                <a:cubicBezTo>
                  <a:pt x="297389" y="94184"/>
                  <a:pt x="296894" y="92129"/>
                  <a:pt x="296894" y="89895"/>
                </a:cubicBezTo>
                <a:cubicBezTo>
                  <a:pt x="296894" y="88504"/>
                  <a:pt x="297073" y="87175"/>
                  <a:pt x="297431" y="85909"/>
                </a:cubicBezTo>
                <a:cubicBezTo>
                  <a:pt x="297789" y="84645"/>
                  <a:pt x="298315" y="83433"/>
                  <a:pt x="299009" y="82273"/>
                </a:cubicBezTo>
                <a:cubicBezTo>
                  <a:pt x="299704" y="81114"/>
                  <a:pt x="300557" y="80007"/>
                  <a:pt x="301567" y="78954"/>
                </a:cubicBezTo>
                <a:cubicBezTo>
                  <a:pt x="302577" y="77900"/>
                  <a:pt x="303735" y="76888"/>
                  <a:pt x="305040" y="75919"/>
                </a:cubicBezTo>
                <a:cubicBezTo>
                  <a:pt x="303230" y="74947"/>
                  <a:pt x="301830" y="73627"/>
                  <a:pt x="300841" y="71959"/>
                </a:cubicBezTo>
                <a:cubicBezTo>
                  <a:pt x="299851" y="70289"/>
                  <a:pt x="299357" y="68461"/>
                  <a:pt x="299357" y="66475"/>
                </a:cubicBezTo>
                <a:cubicBezTo>
                  <a:pt x="299357" y="63982"/>
                  <a:pt x="299925" y="61711"/>
                  <a:pt x="301062" y="59661"/>
                </a:cubicBezTo>
                <a:cubicBezTo>
                  <a:pt x="302198" y="57612"/>
                  <a:pt x="303672" y="55763"/>
                  <a:pt x="305482" y="54114"/>
                </a:cubicBezTo>
                <a:cubicBezTo>
                  <a:pt x="304008" y="52641"/>
                  <a:pt x="302830" y="50873"/>
                  <a:pt x="301946" y="48810"/>
                </a:cubicBezTo>
                <a:cubicBezTo>
                  <a:pt x="301062" y="46748"/>
                  <a:pt x="300620" y="44180"/>
                  <a:pt x="300620" y="41107"/>
                </a:cubicBezTo>
                <a:cubicBezTo>
                  <a:pt x="300620" y="37823"/>
                  <a:pt x="301198" y="34887"/>
                  <a:pt x="302356" y="32298"/>
                </a:cubicBezTo>
                <a:cubicBezTo>
                  <a:pt x="303514" y="29709"/>
                  <a:pt x="305124" y="27520"/>
                  <a:pt x="307187" y="25731"/>
                </a:cubicBezTo>
                <a:cubicBezTo>
                  <a:pt x="309249" y="23942"/>
                  <a:pt x="311712" y="22574"/>
                  <a:pt x="314575" y="21627"/>
                </a:cubicBezTo>
                <a:cubicBezTo>
                  <a:pt x="317437" y="20680"/>
                  <a:pt x="320594" y="20206"/>
                  <a:pt x="324046" y="20206"/>
                </a:cubicBezTo>
                <a:cubicBezTo>
                  <a:pt x="325814" y="20206"/>
                  <a:pt x="327509" y="20317"/>
                  <a:pt x="329129" y="20540"/>
                </a:cubicBezTo>
                <a:cubicBezTo>
                  <a:pt x="330750" y="20761"/>
                  <a:pt x="332255" y="21070"/>
                  <a:pt x="333644" y="21469"/>
                </a:cubicBezTo>
                <a:lnTo>
                  <a:pt x="351514" y="21469"/>
                </a:lnTo>
                <a:cubicBezTo>
                  <a:pt x="352229" y="21469"/>
                  <a:pt x="352808" y="21932"/>
                  <a:pt x="353250" y="22858"/>
                </a:cubicBezTo>
                <a:cubicBezTo>
                  <a:pt x="353692" y="23784"/>
                  <a:pt x="353913" y="25342"/>
                  <a:pt x="353913" y="27531"/>
                </a:cubicBezTo>
                <a:moveTo>
                  <a:pt x="333518" y="40759"/>
                </a:moveTo>
                <a:cubicBezTo>
                  <a:pt x="333518" y="37739"/>
                  <a:pt x="332676" y="35390"/>
                  <a:pt x="330992" y="33711"/>
                </a:cubicBezTo>
                <a:cubicBezTo>
                  <a:pt x="329308" y="32032"/>
                  <a:pt x="326930" y="31193"/>
                  <a:pt x="323857" y="31193"/>
                </a:cubicBezTo>
                <a:cubicBezTo>
                  <a:pt x="322299" y="31193"/>
                  <a:pt x="320931" y="31456"/>
                  <a:pt x="319752" y="31980"/>
                </a:cubicBezTo>
                <a:cubicBezTo>
                  <a:pt x="318574" y="32504"/>
                  <a:pt x="317595" y="33217"/>
                  <a:pt x="316816" y="34119"/>
                </a:cubicBezTo>
                <a:cubicBezTo>
                  <a:pt x="316037" y="35022"/>
                  <a:pt x="315459" y="36071"/>
                  <a:pt x="315080" y="37267"/>
                </a:cubicBezTo>
                <a:cubicBezTo>
                  <a:pt x="314701" y="38463"/>
                  <a:pt x="314511" y="39711"/>
                  <a:pt x="314511" y="41012"/>
                </a:cubicBezTo>
                <a:cubicBezTo>
                  <a:pt x="314511" y="43864"/>
                  <a:pt x="315353" y="46119"/>
                  <a:pt x="317037" y="47776"/>
                </a:cubicBezTo>
                <a:cubicBezTo>
                  <a:pt x="318721" y="49434"/>
                  <a:pt x="321057" y="50263"/>
                  <a:pt x="324046" y="50263"/>
                </a:cubicBezTo>
                <a:cubicBezTo>
                  <a:pt x="325646" y="50263"/>
                  <a:pt x="327035" y="50011"/>
                  <a:pt x="328214" y="49509"/>
                </a:cubicBezTo>
                <a:cubicBezTo>
                  <a:pt x="329392" y="49005"/>
                  <a:pt x="330371" y="48312"/>
                  <a:pt x="331150" y="47431"/>
                </a:cubicBezTo>
                <a:cubicBezTo>
                  <a:pt x="331929" y="46550"/>
                  <a:pt x="332518" y="45532"/>
                  <a:pt x="332918" y="44378"/>
                </a:cubicBezTo>
                <a:cubicBezTo>
                  <a:pt x="333318" y="43225"/>
                  <a:pt x="333518" y="42018"/>
                  <a:pt x="333518" y="40759"/>
                </a:cubicBezTo>
                <a:moveTo>
                  <a:pt x="337243" y="85803"/>
                </a:moveTo>
                <a:cubicBezTo>
                  <a:pt x="337243" y="83893"/>
                  <a:pt x="336485" y="82429"/>
                  <a:pt x="334970" y="81410"/>
                </a:cubicBezTo>
                <a:cubicBezTo>
                  <a:pt x="333455" y="80391"/>
                  <a:pt x="331371" y="79838"/>
                  <a:pt x="328719" y="79753"/>
                </a:cubicBezTo>
                <a:lnTo>
                  <a:pt x="317416" y="79435"/>
                </a:lnTo>
                <a:cubicBezTo>
                  <a:pt x="316321" y="80242"/>
                  <a:pt x="315448" y="81016"/>
                  <a:pt x="314796" y="81760"/>
                </a:cubicBezTo>
                <a:cubicBezTo>
                  <a:pt x="314143" y="82503"/>
                  <a:pt x="313617" y="83214"/>
                  <a:pt x="313217" y="83893"/>
                </a:cubicBezTo>
                <a:cubicBezTo>
                  <a:pt x="312817" y="84573"/>
                  <a:pt x="312554" y="85231"/>
                  <a:pt x="312428" y="85868"/>
                </a:cubicBezTo>
                <a:cubicBezTo>
                  <a:pt x="312301" y="86505"/>
                  <a:pt x="312238" y="87162"/>
                  <a:pt x="312238" y="87841"/>
                </a:cubicBezTo>
                <a:cubicBezTo>
                  <a:pt x="312238" y="89964"/>
                  <a:pt x="313301" y="91578"/>
                  <a:pt x="315427" y="92682"/>
                </a:cubicBezTo>
                <a:cubicBezTo>
                  <a:pt x="317553" y="93785"/>
                  <a:pt x="320552" y="94337"/>
                  <a:pt x="324425" y="94337"/>
                </a:cubicBezTo>
                <a:cubicBezTo>
                  <a:pt x="326824" y="94337"/>
                  <a:pt x="328845" y="94093"/>
                  <a:pt x="330487" y="93605"/>
                </a:cubicBezTo>
                <a:cubicBezTo>
                  <a:pt x="332129" y="93117"/>
                  <a:pt x="333455" y="92469"/>
                  <a:pt x="334465" y="91661"/>
                </a:cubicBezTo>
                <a:cubicBezTo>
                  <a:pt x="335475" y="90855"/>
                  <a:pt x="336191" y="89953"/>
                  <a:pt x="336612" y="88954"/>
                </a:cubicBezTo>
                <a:cubicBezTo>
                  <a:pt x="337033" y="87957"/>
                  <a:pt x="337243" y="86907"/>
                  <a:pt x="337243" y="85803"/>
                </a:cubicBezTo>
                <a:close/>
                <a:moveTo>
                  <a:pt x="449422" y="7230"/>
                </a:moveTo>
                <a:cubicBezTo>
                  <a:pt x="449422" y="8456"/>
                  <a:pt x="449370" y="9503"/>
                  <a:pt x="449264" y="10369"/>
                </a:cubicBezTo>
                <a:cubicBezTo>
                  <a:pt x="449159" y="11236"/>
                  <a:pt x="449001" y="11934"/>
                  <a:pt x="448791" y="12463"/>
                </a:cubicBezTo>
                <a:cubicBezTo>
                  <a:pt x="448580" y="12992"/>
                  <a:pt x="448317" y="13383"/>
                  <a:pt x="448001" y="13637"/>
                </a:cubicBezTo>
                <a:cubicBezTo>
                  <a:pt x="447686" y="13891"/>
                  <a:pt x="447338" y="14018"/>
                  <a:pt x="446960" y="14018"/>
                </a:cubicBezTo>
                <a:lnTo>
                  <a:pt x="426501" y="14018"/>
                </a:lnTo>
                <a:lnTo>
                  <a:pt x="426501" y="79816"/>
                </a:lnTo>
                <a:cubicBezTo>
                  <a:pt x="426501" y="80237"/>
                  <a:pt x="426364" y="80616"/>
                  <a:pt x="426090" y="80953"/>
                </a:cubicBezTo>
                <a:cubicBezTo>
                  <a:pt x="425817" y="81288"/>
                  <a:pt x="425364" y="81561"/>
                  <a:pt x="424733" y="81772"/>
                </a:cubicBezTo>
                <a:cubicBezTo>
                  <a:pt x="424101" y="81982"/>
                  <a:pt x="423249" y="82150"/>
                  <a:pt x="422175" y="82277"/>
                </a:cubicBezTo>
                <a:cubicBezTo>
                  <a:pt x="421102" y="82403"/>
                  <a:pt x="419765" y="82466"/>
                  <a:pt x="418166" y="82466"/>
                </a:cubicBezTo>
                <a:cubicBezTo>
                  <a:pt x="416566" y="82466"/>
                  <a:pt x="415230" y="82403"/>
                  <a:pt x="414156" y="82277"/>
                </a:cubicBezTo>
                <a:cubicBezTo>
                  <a:pt x="413083" y="82150"/>
                  <a:pt x="412230" y="81982"/>
                  <a:pt x="411599" y="81772"/>
                </a:cubicBezTo>
                <a:cubicBezTo>
                  <a:pt x="410967" y="81561"/>
                  <a:pt x="410515" y="81288"/>
                  <a:pt x="410241" y="80953"/>
                </a:cubicBezTo>
                <a:cubicBezTo>
                  <a:pt x="409968" y="80616"/>
                  <a:pt x="409831" y="80237"/>
                  <a:pt x="409831" y="79816"/>
                </a:cubicBezTo>
                <a:lnTo>
                  <a:pt x="409831" y="14018"/>
                </a:lnTo>
                <a:lnTo>
                  <a:pt x="389372" y="14018"/>
                </a:lnTo>
                <a:cubicBezTo>
                  <a:pt x="388951" y="14018"/>
                  <a:pt x="388593" y="13891"/>
                  <a:pt x="388299" y="13637"/>
                </a:cubicBezTo>
                <a:cubicBezTo>
                  <a:pt x="388004" y="13383"/>
                  <a:pt x="387751" y="12992"/>
                  <a:pt x="387541" y="12463"/>
                </a:cubicBezTo>
                <a:cubicBezTo>
                  <a:pt x="387330" y="11934"/>
                  <a:pt x="387173" y="11236"/>
                  <a:pt x="387067" y="10369"/>
                </a:cubicBezTo>
                <a:cubicBezTo>
                  <a:pt x="386962" y="9503"/>
                  <a:pt x="386910" y="8456"/>
                  <a:pt x="386910" y="7230"/>
                </a:cubicBezTo>
                <a:cubicBezTo>
                  <a:pt x="386910" y="5962"/>
                  <a:pt x="386962" y="4884"/>
                  <a:pt x="387067" y="3996"/>
                </a:cubicBezTo>
                <a:cubicBezTo>
                  <a:pt x="387173" y="3107"/>
                  <a:pt x="387330" y="2398"/>
                  <a:pt x="387541" y="1871"/>
                </a:cubicBezTo>
                <a:cubicBezTo>
                  <a:pt x="387751" y="1342"/>
                  <a:pt x="388004" y="961"/>
                  <a:pt x="388299" y="728"/>
                </a:cubicBezTo>
                <a:cubicBezTo>
                  <a:pt x="388593" y="495"/>
                  <a:pt x="388951" y="379"/>
                  <a:pt x="389372" y="379"/>
                </a:cubicBezTo>
                <a:lnTo>
                  <a:pt x="446960" y="379"/>
                </a:lnTo>
                <a:cubicBezTo>
                  <a:pt x="447338" y="379"/>
                  <a:pt x="447686" y="495"/>
                  <a:pt x="448001" y="728"/>
                </a:cubicBezTo>
                <a:cubicBezTo>
                  <a:pt x="448317" y="961"/>
                  <a:pt x="448580" y="1342"/>
                  <a:pt x="448791" y="1871"/>
                </a:cubicBezTo>
                <a:cubicBezTo>
                  <a:pt x="449001" y="2398"/>
                  <a:pt x="449159" y="3107"/>
                  <a:pt x="449264" y="3996"/>
                </a:cubicBezTo>
                <a:cubicBezTo>
                  <a:pt x="449370" y="4884"/>
                  <a:pt x="449422" y="5962"/>
                  <a:pt x="449422" y="7230"/>
                </a:cubicBez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estCase">
            <a:extLst xmlns:a="http://schemas.openxmlformats.org/drawingml/2006/main">
              <a:ext uri="{FF2B5EF4-FFF2-40B4-BE49-F238E27FC236}">
                <a16:creationId xmlns:a16="http://schemas.microsoft.com/office/drawing/2014/main" id="{A0A2B3D5-5F0D-4591-B99C-632EE88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866" y="4869756"/>
            <a:ext cx="427870" cy="84613"/>
          </a:xfrm>
          <a:custGeom xmlns:a="http://schemas.openxmlformats.org/drawingml/2006/main">
            <a:pathLst>
              <a:path w="427870" h="84613">
                <a:moveTo>
                  <a:pt x="55314" y="51137"/>
                </a:moveTo>
                <a:cubicBezTo>
                  <a:pt x="55314" y="53077"/>
                  <a:pt x="54883" y="54511"/>
                  <a:pt x="54020" y="55438"/>
                </a:cubicBezTo>
                <a:cubicBezTo>
                  <a:pt x="53157" y="56366"/>
                  <a:pt x="51968" y="56830"/>
                  <a:pt x="50452" y="56830"/>
                </a:cubicBezTo>
                <a:lnTo>
                  <a:pt x="16165" y="56830"/>
                </a:lnTo>
                <a:cubicBezTo>
                  <a:pt x="16165" y="59238"/>
                  <a:pt x="16449" y="61425"/>
                  <a:pt x="17017" y="63391"/>
                </a:cubicBezTo>
                <a:cubicBezTo>
                  <a:pt x="17586" y="65356"/>
                  <a:pt x="18491" y="67026"/>
                  <a:pt x="19733" y="68401"/>
                </a:cubicBezTo>
                <a:cubicBezTo>
                  <a:pt x="20974" y="69774"/>
                  <a:pt x="22574" y="70820"/>
                  <a:pt x="24531" y="71538"/>
                </a:cubicBezTo>
                <a:cubicBezTo>
                  <a:pt x="26489" y="72257"/>
                  <a:pt x="28836" y="72616"/>
                  <a:pt x="31572" y="72616"/>
                </a:cubicBezTo>
                <a:cubicBezTo>
                  <a:pt x="34350" y="72616"/>
                  <a:pt x="36792" y="72412"/>
                  <a:pt x="38897" y="72006"/>
                </a:cubicBezTo>
                <a:cubicBezTo>
                  <a:pt x="41002" y="71599"/>
                  <a:pt x="42822" y="71150"/>
                  <a:pt x="44359" y="70658"/>
                </a:cubicBezTo>
                <a:cubicBezTo>
                  <a:pt x="45895" y="70166"/>
                  <a:pt x="47169" y="69717"/>
                  <a:pt x="48179" y="69310"/>
                </a:cubicBezTo>
                <a:cubicBezTo>
                  <a:pt x="49189" y="68904"/>
                  <a:pt x="50010" y="68701"/>
                  <a:pt x="50642" y="68701"/>
                </a:cubicBezTo>
                <a:cubicBezTo>
                  <a:pt x="51020" y="68701"/>
                  <a:pt x="51336" y="68775"/>
                  <a:pt x="51589" y="68924"/>
                </a:cubicBezTo>
                <a:cubicBezTo>
                  <a:pt x="51841" y="69071"/>
                  <a:pt x="52052" y="69335"/>
                  <a:pt x="52220" y="69717"/>
                </a:cubicBezTo>
                <a:cubicBezTo>
                  <a:pt x="52389" y="70097"/>
                  <a:pt x="52504" y="70636"/>
                  <a:pt x="52567" y="71335"/>
                </a:cubicBezTo>
                <a:cubicBezTo>
                  <a:pt x="52631" y="72034"/>
                  <a:pt x="52662" y="72912"/>
                  <a:pt x="52662" y="73969"/>
                </a:cubicBezTo>
                <a:cubicBezTo>
                  <a:pt x="52662" y="74901"/>
                  <a:pt x="52641" y="75695"/>
                  <a:pt x="52599" y="76351"/>
                </a:cubicBezTo>
                <a:cubicBezTo>
                  <a:pt x="52557" y="77006"/>
                  <a:pt x="52494" y="77567"/>
                  <a:pt x="52410" y="78032"/>
                </a:cubicBezTo>
                <a:cubicBezTo>
                  <a:pt x="52325" y="78498"/>
                  <a:pt x="52199" y="78890"/>
                  <a:pt x="52031" y="79208"/>
                </a:cubicBezTo>
                <a:cubicBezTo>
                  <a:pt x="51862" y="79525"/>
                  <a:pt x="51641" y="79832"/>
                  <a:pt x="51368" y="80128"/>
                </a:cubicBezTo>
                <a:cubicBezTo>
                  <a:pt x="51094" y="80424"/>
                  <a:pt x="50347" y="80824"/>
                  <a:pt x="49126" y="81330"/>
                </a:cubicBezTo>
                <a:cubicBezTo>
                  <a:pt x="47905" y="81835"/>
                  <a:pt x="46348" y="82329"/>
                  <a:pt x="44453" y="82813"/>
                </a:cubicBezTo>
                <a:cubicBezTo>
                  <a:pt x="42559" y="83298"/>
                  <a:pt x="40391" y="83718"/>
                  <a:pt x="37950" y="84076"/>
                </a:cubicBezTo>
                <a:cubicBezTo>
                  <a:pt x="35508" y="84434"/>
                  <a:pt x="32898" y="84613"/>
                  <a:pt x="30120" y="84613"/>
                </a:cubicBezTo>
                <a:cubicBezTo>
                  <a:pt x="25110" y="84613"/>
                  <a:pt x="20722" y="83980"/>
                  <a:pt x="16954" y="82715"/>
                </a:cubicBezTo>
                <a:cubicBezTo>
                  <a:pt x="13187" y="81449"/>
                  <a:pt x="10040" y="79530"/>
                  <a:pt x="7514" y="76957"/>
                </a:cubicBezTo>
                <a:cubicBezTo>
                  <a:pt x="4988" y="74384"/>
                  <a:pt x="3105" y="71136"/>
                  <a:pt x="1863" y="67215"/>
                </a:cubicBezTo>
                <a:cubicBezTo>
                  <a:pt x="621" y="63292"/>
                  <a:pt x="0" y="58694"/>
                  <a:pt x="0" y="53422"/>
                </a:cubicBezTo>
                <a:cubicBezTo>
                  <a:pt x="0" y="48402"/>
                  <a:pt x="652" y="43878"/>
                  <a:pt x="1957" y="39850"/>
                </a:cubicBezTo>
                <a:cubicBezTo>
                  <a:pt x="3262" y="35822"/>
                  <a:pt x="5157" y="32405"/>
                  <a:pt x="7640" y="29601"/>
                </a:cubicBezTo>
                <a:cubicBezTo>
                  <a:pt x="10124" y="26795"/>
                  <a:pt x="13144" y="24654"/>
                  <a:pt x="16702" y="23178"/>
                </a:cubicBezTo>
                <a:cubicBezTo>
                  <a:pt x="20259" y="21702"/>
                  <a:pt x="24268" y="20964"/>
                  <a:pt x="28731" y="20964"/>
                </a:cubicBezTo>
                <a:cubicBezTo>
                  <a:pt x="33445" y="20964"/>
                  <a:pt x="37476" y="21660"/>
                  <a:pt x="40823" y="23052"/>
                </a:cubicBezTo>
                <a:cubicBezTo>
                  <a:pt x="44169" y="24443"/>
                  <a:pt x="46916" y="26373"/>
                  <a:pt x="49063" y="28839"/>
                </a:cubicBezTo>
                <a:cubicBezTo>
                  <a:pt x="51210" y="31306"/>
                  <a:pt x="52788" y="34226"/>
                  <a:pt x="53799" y="37600"/>
                </a:cubicBezTo>
                <a:cubicBezTo>
                  <a:pt x="54809" y="40973"/>
                  <a:pt x="55314" y="44642"/>
                  <a:pt x="55314" y="48607"/>
                </a:cubicBezTo>
                <a:lnTo>
                  <a:pt x="55314" y="51137"/>
                </a:lnTo>
                <a:moveTo>
                  <a:pt x="39907" y="46600"/>
                </a:moveTo>
                <a:cubicBezTo>
                  <a:pt x="40033" y="42118"/>
                  <a:pt x="39139" y="38599"/>
                  <a:pt x="37223" y="36041"/>
                </a:cubicBezTo>
                <a:cubicBezTo>
                  <a:pt x="35308" y="33483"/>
                  <a:pt x="32351" y="32203"/>
                  <a:pt x="28352" y="32203"/>
                </a:cubicBezTo>
                <a:cubicBezTo>
                  <a:pt x="26331" y="32203"/>
                  <a:pt x="24574" y="32584"/>
                  <a:pt x="23079" y="33346"/>
                </a:cubicBezTo>
                <a:cubicBezTo>
                  <a:pt x="21585" y="34106"/>
                  <a:pt x="20343" y="35132"/>
                  <a:pt x="19354" y="36422"/>
                </a:cubicBezTo>
                <a:cubicBezTo>
                  <a:pt x="18364" y="37711"/>
                  <a:pt x="17607" y="39233"/>
                  <a:pt x="17080" y="40988"/>
                </a:cubicBezTo>
                <a:cubicBezTo>
                  <a:pt x="16554" y="42742"/>
                  <a:pt x="16249" y="44613"/>
                  <a:pt x="16165" y="46600"/>
                </a:cubicBezTo>
                <a:lnTo>
                  <a:pt x="39907" y="46600"/>
                </a:lnTo>
                <a:close/>
                <a:moveTo>
                  <a:pt x="107559" y="65062"/>
                </a:moveTo>
                <a:cubicBezTo>
                  <a:pt x="107559" y="68268"/>
                  <a:pt x="106959" y="71094"/>
                  <a:pt x="105759" y="73541"/>
                </a:cubicBezTo>
                <a:cubicBezTo>
                  <a:pt x="104559" y="75987"/>
                  <a:pt x="102865" y="78032"/>
                  <a:pt x="100676" y="79678"/>
                </a:cubicBezTo>
                <a:cubicBezTo>
                  <a:pt x="98487" y="81322"/>
                  <a:pt x="95898" y="82556"/>
                  <a:pt x="92909" y="83378"/>
                </a:cubicBezTo>
                <a:cubicBezTo>
                  <a:pt x="89920" y="84201"/>
                  <a:pt x="86679" y="84613"/>
                  <a:pt x="83185" y="84613"/>
                </a:cubicBezTo>
                <a:cubicBezTo>
                  <a:pt x="81080" y="84613"/>
                  <a:pt x="79070" y="84453"/>
                  <a:pt x="77155" y="84134"/>
                </a:cubicBezTo>
                <a:cubicBezTo>
                  <a:pt x="75239" y="83814"/>
                  <a:pt x="73524" y="83409"/>
                  <a:pt x="72009" y="82920"/>
                </a:cubicBezTo>
                <a:cubicBezTo>
                  <a:pt x="70493" y="82429"/>
                  <a:pt x="69230" y="81929"/>
                  <a:pt x="68220" y="81418"/>
                </a:cubicBezTo>
                <a:cubicBezTo>
                  <a:pt x="67210" y="80907"/>
                  <a:pt x="66473" y="80427"/>
                  <a:pt x="66010" y="79980"/>
                </a:cubicBezTo>
                <a:cubicBezTo>
                  <a:pt x="65547" y="79533"/>
                  <a:pt x="65189" y="78833"/>
                  <a:pt x="64936" y="77880"/>
                </a:cubicBezTo>
                <a:cubicBezTo>
                  <a:pt x="64684" y="76928"/>
                  <a:pt x="64558" y="75520"/>
                  <a:pt x="64558" y="73658"/>
                </a:cubicBezTo>
                <a:cubicBezTo>
                  <a:pt x="64558" y="72430"/>
                  <a:pt x="64600" y="71446"/>
                  <a:pt x="64684" y="70706"/>
                </a:cubicBezTo>
                <a:cubicBezTo>
                  <a:pt x="64768" y="69965"/>
                  <a:pt x="64894" y="69372"/>
                  <a:pt x="65063" y="68928"/>
                </a:cubicBezTo>
                <a:cubicBezTo>
                  <a:pt x="65231" y="68483"/>
                  <a:pt x="65442" y="68187"/>
                  <a:pt x="65694" y="68040"/>
                </a:cubicBezTo>
                <a:cubicBezTo>
                  <a:pt x="65947" y="67891"/>
                  <a:pt x="66262" y="67817"/>
                  <a:pt x="66641" y="67817"/>
                </a:cubicBezTo>
                <a:cubicBezTo>
                  <a:pt x="67104" y="67817"/>
                  <a:pt x="67788" y="68083"/>
                  <a:pt x="68693" y="68616"/>
                </a:cubicBezTo>
                <a:cubicBezTo>
                  <a:pt x="69599" y="69149"/>
                  <a:pt x="70725" y="69735"/>
                  <a:pt x="72072" y="70374"/>
                </a:cubicBezTo>
                <a:cubicBezTo>
                  <a:pt x="73419" y="71013"/>
                  <a:pt x="74987" y="71610"/>
                  <a:pt x="76776" y="72164"/>
                </a:cubicBezTo>
                <a:cubicBezTo>
                  <a:pt x="78565" y="72718"/>
                  <a:pt x="80596" y="72995"/>
                  <a:pt x="82869" y="72995"/>
                </a:cubicBezTo>
                <a:cubicBezTo>
                  <a:pt x="84301" y="72995"/>
                  <a:pt x="85574" y="72848"/>
                  <a:pt x="86689" y="72554"/>
                </a:cubicBezTo>
                <a:cubicBezTo>
                  <a:pt x="87805" y="72261"/>
                  <a:pt x="88773" y="71842"/>
                  <a:pt x="89594" y="71298"/>
                </a:cubicBezTo>
                <a:cubicBezTo>
                  <a:pt x="90415" y="70752"/>
                  <a:pt x="91036" y="70060"/>
                  <a:pt x="91457" y="69222"/>
                </a:cubicBezTo>
                <a:cubicBezTo>
                  <a:pt x="91878" y="68384"/>
                  <a:pt x="92088" y="67419"/>
                  <a:pt x="92088" y="66329"/>
                </a:cubicBezTo>
                <a:cubicBezTo>
                  <a:pt x="92088" y="65063"/>
                  <a:pt x="91699" y="63977"/>
                  <a:pt x="90920" y="63071"/>
                </a:cubicBezTo>
                <a:cubicBezTo>
                  <a:pt x="90141" y="62163"/>
                  <a:pt x="89110" y="61372"/>
                  <a:pt x="87826" y="60697"/>
                </a:cubicBezTo>
                <a:cubicBezTo>
                  <a:pt x="86542" y="60022"/>
                  <a:pt x="85090" y="59390"/>
                  <a:pt x="83469" y="58799"/>
                </a:cubicBezTo>
                <a:cubicBezTo>
                  <a:pt x="81848" y="58208"/>
                  <a:pt x="80186" y="57554"/>
                  <a:pt x="78481" y="56838"/>
                </a:cubicBezTo>
                <a:cubicBezTo>
                  <a:pt x="76776" y="56121"/>
                  <a:pt x="75113" y="55298"/>
                  <a:pt x="73492" y="54371"/>
                </a:cubicBezTo>
                <a:cubicBezTo>
                  <a:pt x="71872" y="53442"/>
                  <a:pt x="70419" y="52303"/>
                  <a:pt x="69135" y="50953"/>
                </a:cubicBezTo>
                <a:cubicBezTo>
                  <a:pt x="67852" y="49604"/>
                  <a:pt x="66820" y="47980"/>
                  <a:pt x="66041" y="46083"/>
                </a:cubicBezTo>
                <a:cubicBezTo>
                  <a:pt x="65263" y="44185"/>
                  <a:pt x="64873" y="41907"/>
                  <a:pt x="64873" y="39250"/>
                </a:cubicBezTo>
                <a:cubicBezTo>
                  <a:pt x="64873" y="36549"/>
                  <a:pt x="65399" y="34071"/>
                  <a:pt x="66452" y="31815"/>
                </a:cubicBezTo>
                <a:cubicBezTo>
                  <a:pt x="67504" y="29559"/>
                  <a:pt x="69020" y="27629"/>
                  <a:pt x="70998" y="26027"/>
                </a:cubicBezTo>
                <a:cubicBezTo>
                  <a:pt x="72977" y="24424"/>
                  <a:pt x="75387" y="23179"/>
                  <a:pt x="78228" y="22294"/>
                </a:cubicBezTo>
                <a:cubicBezTo>
                  <a:pt x="81070" y="21407"/>
                  <a:pt x="84258" y="20964"/>
                  <a:pt x="87795" y="20964"/>
                </a:cubicBezTo>
                <a:cubicBezTo>
                  <a:pt x="89563" y="20964"/>
                  <a:pt x="91278" y="21090"/>
                  <a:pt x="92941" y="21343"/>
                </a:cubicBezTo>
                <a:cubicBezTo>
                  <a:pt x="94604" y="21595"/>
                  <a:pt x="96108" y="21911"/>
                  <a:pt x="97456" y="22290"/>
                </a:cubicBezTo>
                <a:cubicBezTo>
                  <a:pt x="98803" y="22669"/>
                  <a:pt x="99939" y="23079"/>
                  <a:pt x="100865" y="23521"/>
                </a:cubicBezTo>
                <a:cubicBezTo>
                  <a:pt x="101791" y="23963"/>
                  <a:pt x="102454" y="24342"/>
                  <a:pt x="102854" y="24658"/>
                </a:cubicBezTo>
                <a:cubicBezTo>
                  <a:pt x="103254" y="24973"/>
                  <a:pt x="103538" y="25289"/>
                  <a:pt x="103707" y="25605"/>
                </a:cubicBezTo>
                <a:cubicBezTo>
                  <a:pt x="103875" y="25921"/>
                  <a:pt x="104001" y="26299"/>
                  <a:pt x="104086" y="26741"/>
                </a:cubicBezTo>
                <a:cubicBezTo>
                  <a:pt x="104170" y="27184"/>
                  <a:pt x="104244" y="27731"/>
                  <a:pt x="104307" y="28383"/>
                </a:cubicBezTo>
                <a:cubicBezTo>
                  <a:pt x="104370" y="29036"/>
                  <a:pt x="104401" y="29846"/>
                  <a:pt x="104401" y="30814"/>
                </a:cubicBezTo>
                <a:cubicBezTo>
                  <a:pt x="104401" y="31951"/>
                  <a:pt x="104370" y="32877"/>
                  <a:pt x="104307" y="33593"/>
                </a:cubicBezTo>
                <a:cubicBezTo>
                  <a:pt x="104244" y="34308"/>
                  <a:pt x="104138" y="34877"/>
                  <a:pt x="103991" y="35298"/>
                </a:cubicBezTo>
                <a:cubicBezTo>
                  <a:pt x="103844" y="35718"/>
                  <a:pt x="103644" y="36003"/>
                  <a:pt x="103391" y="36150"/>
                </a:cubicBezTo>
                <a:cubicBezTo>
                  <a:pt x="103139" y="36297"/>
                  <a:pt x="102844" y="36371"/>
                  <a:pt x="102507" y="36371"/>
                </a:cubicBezTo>
                <a:cubicBezTo>
                  <a:pt x="102128" y="36371"/>
                  <a:pt x="101539" y="36150"/>
                  <a:pt x="100739" y="35708"/>
                </a:cubicBezTo>
                <a:cubicBezTo>
                  <a:pt x="99939" y="35266"/>
                  <a:pt x="98939" y="34792"/>
                  <a:pt x="97740" y="34287"/>
                </a:cubicBezTo>
                <a:cubicBezTo>
                  <a:pt x="96540" y="33782"/>
                  <a:pt x="95151" y="33308"/>
                  <a:pt x="93572" y="32866"/>
                </a:cubicBezTo>
                <a:cubicBezTo>
                  <a:pt x="91994" y="32424"/>
                  <a:pt x="90194" y="32203"/>
                  <a:pt x="88173" y="32203"/>
                </a:cubicBezTo>
                <a:cubicBezTo>
                  <a:pt x="86742" y="32203"/>
                  <a:pt x="85500" y="32352"/>
                  <a:pt x="84448" y="32649"/>
                </a:cubicBezTo>
                <a:cubicBezTo>
                  <a:pt x="83395" y="32945"/>
                  <a:pt x="82533" y="33368"/>
                  <a:pt x="81859" y="33918"/>
                </a:cubicBezTo>
                <a:cubicBezTo>
                  <a:pt x="81185" y="34468"/>
                  <a:pt x="80680" y="35113"/>
                  <a:pt x="80344" y="35854"/>
                </a:cubicBezTo>
                <a:cubicBezTo>
                  <a:pt x="80007" y="36595"/>
                  <a:pt x="79838" y="37388"/>
                  <a:pt x="79838" y="38236"/>
                </a:cubicBezTo>
                <a:cubicBezTo>
                  <a:pt x="79838" y="39543"/>
                  <a:pt x="80238" y="40640"/>
                  <a:pt x="81038" y="41527"/>
                </a:cubicBezTo>
                <a:cubicBezTo>
                  <a:pt x="81838" y="42412"/>
                  <a:pt x="82890" y="43192"/>
                  <a:pt x="84195" y="43867"/>
                </a:cubicBezTo>
                <a:cubicBezTo>
                  <a:pt x="85500" y="44542"/>
                  <a:pt x="86984" y="45175"/>
                  <a:pt x="88647" y="45766"/>
                </a:cubicBezTo>
                <a:cubicBezTo>
                  <a:pt x="90310" y="46356"/>
                  <a:pt x="91994" y="47000"/>
                  <a:pt x="93698" y="47695"/>
                </a:cubicBezTo>
                <a:cubicBezTo>
                  <a:pt x="95403" y="48391"/>
                  <a:pt x="97087" y="49203"/>
                  <a:pt x="98750" y="50130"/>
                </a:cubicBezTo>
                <a:cubicBezTo>
                  <a:pt x="100413" y="51058"/>
                  <a:pt x="101897" y="52197"/>
                  <a:pt x="103202" y="53548"/>
                </a:cubicBezTo>
                <a:cubicBezTo>
                  <a:pt x="104507" y="54898"/>
                  <a:pt x="105559" y="56511"/>
                  <a:pt x="106359" y="58388"/>
                </a:cubicBezTo>
                <a:cubicBezTo>
                  <a:pt x="107159" y="60264"/>
                  <a:pt x="107559" y="62489"/>
                  <a:pt x="107559" y="65062"/>
                </a:cubicBezTo>
                <a:close/>
                <a:moveTo>
                  <a:pt x="151381" y="75351"/>
                </a:moveTo>
                <a:cubicBezTo>
                  <a:pt x="151381" y="77212"/>
                  <a:pt x="151265" y="78640"/>
                  <a:pt x="151034" y="79634"/>
                </a:cubicBezTo>
                <a:cubicBezTo>
                  <a:pt x="150802" y="80628"/>
                  <a:pt x="150497" y="81326"/>
                  <a:pt x="150118" y="81728"/>
                </a:cubicBezTo>
                <a:cubicBezTo>
                  <a:pt x="149739" y="82129"/>
                  <a:pt x="149182" y="82488"/>
                  <a:pt x="148445" y="82806"/>
                </a:cubicBezTo>
                <a:cubicBezTo>
                  <a:pt x="147708" y="83123"/>
                  <a:pt x="146845" y="83397"/>
                  <a:pt x="145856" y="83630"/>
                </a:cubicBezTo>
                <a:cubicBezTo>
                  <a:pt x="144867" y="83863"/>
                  <a:pt x="143793" y="84043"/>
                  <a:pt x="142636" y="84169"/>
                </a:cubicBezTo>
                <a:cubicBezTo>
                  <a:pt x="141478" y="84297"/>
                  <a:pt x="140310" y="84360"/>
                  <a:pt x="139131" y="84360"/>
                </a:cubicBezTo>
                <a:cubicBezTo>
                  <a:pt x="135974" y="84360"/>
                  <a:pt x="133238" y="83961"/>
                  <a:pt x="130922" y="83161"/>
                </a:cubicBezTo>
                <a:cubicBezTo>
                  <a:pt x="128607" y="82361"/>
                  <a:pt x="126692" y="81130"/>
                  <a:pt x="125176" y="79467"/>
                </a:cubicBezTo>
                <a:cubicBezTo>
                  <a:pt x="123661" y="77804"/>
                  <a:pt x="122545" y="75710"/>
                  <a:pt x="121830" y="73184"/>
                </a:cubicBezTo>
                <a:cubicBezTo>
                  <a:pt x="121114" y="70658"/>
                  <a:pt x="120756" y="67669"/>
                  <a:pt x="120756" y="64217"/>
                </a:cubicBezTo>
                <a:lnTo>
                  <a:pt x="120756" y="35361"/>
                </a:lnTo>
                <a:lnTo>
                  <a:pt x="114000" y="35361"/>
                </a:lnTo>
                <a:cubicBezTo>
                  <a:pt x="113200" y="35361"/>
                  <a:pt x="112590" y="34866"/>
                  <a:pt x="112169" y="33877"/>
                </a:cubicBezTo>
                <a:cubicBezTo>
                  <a:pt x="111748" y="32888"/>
                  <a:pt x="111537" y="31235"/>
                  <a:pt x="111537" y="28920"/>
                </a:cubicBezTo>
                <a:cubicBezTo>
                  <a:pt x="111537" y="27699"/>
                  <a:pt x="111590" y="26668"/>
                  <a:pt x="111695" y="25826"/>
                </a:cubicBezTo>
                <a:cubicBezTo>
                  <a:pt x="111800" y="24984"/>
                  <a:pt x="111958" y="24321"/>
                  <a:pt x="112169" y="23837"/>
                </a:cubicBezTo>
                <a:cubicBezTo>
                  <a:pt x="112379" y="23353"/>
                  <a:pt x="112642" y="23005"/>
                  <a:pt x="112958" y="22795"/>
                </a:cubicBezTo>
                <a:cubicBezTo>
                  <a:pt x="113274" y="22585"/>
                  <a:pt x="113642" y="22479"/>
                  <a:pt x="114063" y="22479"/>
                </a:cubicBezTo>
                <a:lnTo>
                  <a:pt x="120756" y="22479"/>
                </a:lnTo>
                <a:lnTo>
                  <a:pt x="120756" y="9862"/>
                </a:lnTo>
                <a:cubicBezTo>
                  <a:pt x="120756" y="9439"/>
                  <a:pt x="120872" y="9058"/>
                  <a:pt x="121103" y="8720"/>
                </a:cubicBezTo>
                <a:cubicBezTo>
                  <a:pt x="121335" y="8382"/>
                  <a:pt x="121756" y="8097"/>
                  <a:pt x="122366" y="7865"/>
                </a:cubicBezTo>
                <a:cubicBezTo>
                  <a:pt x="122977" y="7633"/>
                  <a:pt x="123798" y="7463"/>
                  <a:pt x="124829" y="7358"/>
                </a:cubicBezTo>
                <a:cubicBezTo>
                  <a:pt x="125860" y="7252"/>
                  <a:pt x="127134" y="7198"/>
                  <a:pt x="128649" y="7198"/>
                </a:cubicBezTo>
                <a:cubicBezTo>
                  <a:pt x="130207" y="7198"/>
                  <a:pt x="131501" y="7252"/>
                  <a:pt x="132533" y="7358"/>
                </a:cubicBezTo>
                <a:cubicBezTo>
                  <a:pt x="133564" y="7463"/>
                  <a:pt x="134374" y="7633"/>
                  <a:pt x="134964" y="7865"/>
                </a:cubicBezTo>
                <a:cubicBezTo>
                  <a:pt x="135553" y="8097"/>
                  <a:pt x="135974" y="8382"/>
                  <a:pt x="136226" y="8720"/>
                </a:cubicBezTo>
                <a:cubicBezTo>
                  <a:pt x="136479" y="9058"/>
                  <a:pt x="136605" y="9439"/>
                  <a:pt x="136605" y="9862"/>
                </a:cubicBezTo>
                <a:lnTo>
                  <a:pt x="136605" y="22479"/>
                </a:lnTo>
                <a:lnTo>
                  <a:pt x="148855" y="22479"/>
                </a:lnTo>
                <a:cubicBezTo>
                  <a:pt x="149276" y="22479"/>
                  <a:pt x="149645" y="22585"/>
                  <a:pt x="149960" y="22795"/>
                </a:cubicBezTo>
                <a:cubicBezTo>
                  <a:pt x="150276" y="23005"/>
                  <a:pt x="150539" y="23353"/>
                  <a:pt x="150750" y="23837"/>
                </a:cubicBezTo>
                <a:cubicBezTo>
                  <a:pt x="150960" y="24321"/>
                  <a:pt x="151118" y="24984"/>
                  <a:pt x="151223" y="25826"/>
                </a:cubicBezTo>
                <a:cubicBezTo>
                  <a:pt x="151328" y="26668"/>
                  <a:pt x="151381" y="27699"/>
                  <a:pt x="151381" y="28920"/>
                </a:cubicBezTo>
                <a:cubicBezTo>
                  <a:pt x="151381" y="31235"/>
                  <a:pt x="151171" y="32888"/>
                  <a:pt x="150750" y="33877"/>
                </a:cubicBezTo>
                <a:cubicBezTo>
                  <a:pt x="150329" y="34866"/>
                  <a:pt x="149718" y="35361"/>
                  <a:pt x="148918" y="35361"/>
                </a:cubicBezTo>
                <a:lnTo>
                  <a:pt x="136605" y="35361"/>
                </a:lnTo>
                <a:lnTo>
                  <a:pt x="136605" y="61771"/>
                </a:lnTo>
                <a:cubicBezTo>
                  <a:pt x="136605" y="64838"/>
                  <a:pt x="137089" y="67139"/>
                  <a:pt x="138058" y="68673"/>
                </a:cubicBezTo>
                <a:cubicBezTo>
                  <a:pt x="139026" y="70207"/>
                  <a:pt x="140752" y="70974"/>
                  <a:pt x="143235" y="70974"/>
                </a:cubicBezTo>
                <a:cubicBezTo>
                  <a:pt x="144077" y="70974"/>
                  <a:pt x="144835" y="70900"/>
                  <a:pt x="145509" y="70753"/>
                </a:cubicBezTo>
                <a:cubicBezTo>
                  <a:pt x="146182" y="70606"/>
                  <a:pt x="146782" y="70437"/>
                  <a:pt x="147308" y="70248"/>
                </a:cubicBezTo>
                <a:cubicBezTo>
                  <a:pt x="147834" y="70058"/>
                  <a:pt x="148276" y="69890"/>
                  <a:pt x="148634" y="69743"/>
                </a:cubicBezTo>
                <a:cubicBezTo>
                  <a:pt x="148992" y="69595"/>
                  <a:pt x="149318" y="69522"/>
                  <a:pt x="149613" y="69522"/>
                </a:cubicBezTo>
                <a:cubicBezTo>
                  <a:pt x="149866" y="69522"/>
                  <a:pt x="150108" y="69595"/>
                  <a:pt x="150339" y="69743"/>
                </a:cubicBezTo>
                <a:cubicBezTo>
                  <a:pt x="150571" y="69890"/>
                  <a:pt x="150750" y="70185"/>
                  <a:pt x="150876" y="70629"/>
                </a:cubicBezTo>
                <a:cubicBezTo>
                  <a:pt x="151002" y="71071"/>
                  <a:pt x="151118" y="71672"/>
                  <a:pt x="151223" y="72434"/>
                </a:cubicBezTo>
                <a:cubicBezTo>
                  <a:pt x="151328" y="73194"/>
                  <a:pt x="151381" y="74167"/>
                  <a:pt x="151381" y="75351"/>
                </a:cubicBezTo>
                <a:close/>
                <a:moveTo>
                  <a:pt x="249266" y="70658"/>
                </a:moveTo>
                <a:cubicBezTo>
                  <a:pt x="249266" y="71711"/>
                  <a:pt x="249235" y="72605"/>
                  <a:pt x="249172" y="73342"/>
                </a:cubicBezTo>
                <a:cubicBezTo>
                  <a:pt x="249109" y="74078"/>
                  <a:pt x="249014" y="74710"/>
                  <a:pt x="248888" y="75236"/>
                </a:cubicBezTo>
                <a:cubicBezTo>
                  <a:pt x="248761" y="75762"/>
                  <a:pt x="248593" y="76215"/>
                  <a:pt x="248382" y="76594"/>
                </a:cubicBezTo>
                <a:cubicBezTo>
                  <a:pt x="248172" y="76973"/>
                  <a:pt x="247835" y="77409"/>
                  <a:pt x="247372" y="77902"/>
                </a:cubicBezTo>
                <a:cubicBezTo>
                  <a:pt x="246909" y="78394"/>
                  <a:pt x="246014" y="79025"/>
                  <a:pt x="244688" y="79796"/>
                </a:cubicBezTo>
                <a:cubicBezTo>
                  <a:pt x="243362" y="80567"/>
                  <a:pt x="241742" y="81306"/>
                  <a:pt x="239826" y="82014"/>
                </a:cubicBezTo>
                <a:cubicBezTo>
                  <a:pt x="237911" y="82721"/>
                  <a:pt x="235722" y="83309"/>
                  <a:pt x="233259" y="83780"/>
                </a:cubicBezTo>
                <a:cubicBezTo>
                  <a:pt x="230797" y="84251"/>
                  <a:pt x="228134" y="84487"/>
                  <a:pt x="225272" y="84487"/>
                </a:cubicBezTo>
                <a:cubicBezTo>
                  <a:pt x="219673" y="84487"/>
                  <a:pt x="214621" y="83622"/>
                  <a:pt x="210117" y="81894"/>
                </a:cubicBezTo>
                <a:cubicBezTo>
                  <a:pt x="205613" y="80165"/>
                  <a:pt x="201782" y="77583"/>
                  <a:pt x="198625" y="74147"/>
                </a:cubicBezTo>
                <a:cubicBezTo>
                  <a:pt x="195468" y="70711"/>
                  <a:pt x="193047" y="66422"/>
                  <a:pt x="191363" y="61279"/>
                </a:cubicBezTo>
                <a:cubicBezTo>
                  <a:pt x="189679" y="56136"/>
                  <a:pt x="188838" y="50149"/>
                  <a:pt x="188838" y="43319"/>
                </a:cubicBezTo>
                <a:cubicBezTo>
                  <a:pt x="188838" y="36362"/>
                  <a:pt x="189764" y="30186"/>
                  <a:pt x="191616" y="24790"/>
                </a:cubicBezTo>
                <a:cubicBezTo>
                  <a:pt x="193468" y="19394"/>
                  <a:pt x="196057" y="14862"/>
                  <a:pt x="199383" y="11194"/>
                </a:cubicBezTo>
                <a:cubicBezTo>
                  <a:pt x="202708" y="7525"/>
                  <a:pt x="206697" y="4742"/>
                  <a:pt x="211348" y="2845"/>
                </a:cubicBezTo>
                <a:cubicBezTo>
                  <a:pt x="216000" y="948"/>
                  <a:pt x="221125" y="0"/>
                  <a:pt x="226724" y="0"/>
                </a:cubicBezTo>
                <a:cubicBezTo>
                  <a:pt x="228997" y="0"/>
                  <a:pt x="231186" y="193"/>
                  <a:pt x="233291" y="578"/>
                </a:cubicBezTo>
                <a:cubicBezTo>
                  <a:pt x="235396" y="964"/>
                  <a:pt x="237343" y="1467"/>
                  <a:pt x="239132" y="2090"/>
                </a:cubicBezTo>
                <a:cubicBezTo>
                  <a:pt x="240921" y="2711"/>
                  <a:pt x="242531" y="3428"/>
                  <a:pt x="243962" y="4242"/>
                </a:cubicBezTo>
                <a:cubicBezTo>
                  <a:pt x="245394" y="5057"/>
                  <a:pt x="246393" y="5753"/>
                  <a:pt x="246962" y="6332"/>
                </a:cubicBezTo>
                <a:cubicBezTo>
                  <a:pt x="247530" y="6910"/>
                  <a:pt x="247919" y="7388"/>
                  <a:pt x="248130" y="7767"/>
                </a:cubicBezTo>
                <a:cubicBezTo>
                  <a:pt x="248340" y="8146"/>
                  <a:pt x="248509" y="8630"/>
                  <a:pt x="248635" y="9219"/>
                </a:cubicBezTo>
                <a:cubicBezTo>
                  <a:pt x="248761" y="9808"/>
                  <a:pt x="248856" y="10503"/>
                  <a:pt x="248919" y="11303"/>
                </a:cubicBezTo>
                <a:cubicBezTo>
                  <a:pt x="248982" y="12103"/>
                  <a:pt x="249014" y="13092"/>
                  <a:pt x="249014" y="14271"/>
                </a:cubicBezTo>
                <a:cubicBezTo>
                  <a:pt x="249014" y="15533"/>
                  <a:pt x="248972" y="16607"/>
                  <a:pt x="248888" y="17491"/>
                </a:cubicBezTo>
                <a:cubicBezTo>
                  <a:pt x="248803" y="18375"/>
                  <a:pt x="248656" y="19091"/>
                  <a:pt x="248446" y="19638"/>
                </a:cubicBezTo>
                <a:cubicBezTo>
                  <a:pt x="248235" y="20185"/>
                  <a:pt x="247982" y="20585"/>
                  <a:pt x="247688" y="20838"/>
                </a:cubicBezTo>
                <a:cubicBezTo>
                  <a:pt x="247393" y="21090"/>
                  <a:pt x="247056" y="21216"/>
                  <a:pt x="246678" y="21216"/>
                </a:cubicBezTo>
                <a:cubicBezTo>
                  <a:pt x="246046" y="21216"/>
                  <a:pt x="245246" y="20845"/>
                  <a:pt x="244278" y="20102"/>
                </a:cubicBezTo>
                <a:cubicBezTo>
                  <a:pt x="243310" y="19358"/>
                  <a:pt x="242057" y="18530"/>
                  <a:pt x="240521" y="17617"/>
                </a:cubicBezTo>
                <a:cubicBezTo>
                  <a:pt x="238984" y="16704"/>
                  <a:pt x="237153" y="15876"/>
                  <a:pt x="235027" y="15133"/>
                </a:cubicBezTo>
                <a:cubicBezTo>
                  <a:pt x="232902" y="14390"/>
                  <a:pt x="230365" y="14018"/>
                  <a:pt x="227419" y="14018"/>
                </a:cubicBezTo>
                <a:cubicBezTo>
                  <a:pt x="224177" y="14018"/>
                  <a:pt x="221283" y="14681"/>
                  <a:pt x="218736" y="16007"/>
                </a:cubicBezTo>
                <a:cubicBezTo>
                  <a:pt x="216189" y="17333"/>
                  <a:pt x="214022" y="19227"/>
                  <a:pt x="212232" y="21690"/>
                </a:cubicBezTo>
                <a:cubicBezTo>
                  <a:pt x="210443" y="24153"/>
                  <a:pt x="209086" y="27131"/>
                  <a:pt x="208160" y="30625"/>
                </a:cubicBezTo>
                <a:cubicBezTo>
                  <a:pt x="207234" y="34119"/>
                  <a:pt x="206770" y="38055"/>
                  <a:pt x="206770" y="42433"/>
                </a:cubicBezTo>
                <a:cubicBezTo>
                  <a:pt x="206770" y="47232"/>
                  <a:pt x="207265" y="51389"/>
                  <a:pt x="208254" y="54904"/>
                </a:cubicBezTo>
                <a:cubicBezTo>
                  <a:pt x="209244" y="58419"/>
                  <a:pt x="210654" y="61313"/>
                  <a:pt x="212485" y="63586"/>
                </a:cubicBezTo>
                <a:cubicBezTo>
                  <a:pt x="214316" y="65859"/>
                  <a:pt x="216526" y="67554"/>
                  <a:pt x="219115" y="68669"/>
                </a:cubicBezTo>
                <a:cubicBezTo>
                  <a:pt x="221704" y="69785"/>
                  <a:pt x="224619" y="70342"/>
                  <a:pt x="227861" y="70342"/>
                </a:cubicBezTo>
                <a:cubicBezTo>
                  <a:pt x="230807" y="70342"/>
                  <a:pt x="233354" y="69992"/>
                  <a:pt x="235501" y="69291"/>
                </a:cubicBezTo>
                <a:cubicBezTo>
                  <a:pt x="237648" y="68590"/>
                  <a:pt x="239490" y="67814"/>
                  <a:pt x="241026" y="66964"/>
                </a:cubicBezTo>
                <a:cubicBezTo>
                  <a:pt x="242563" y="66114"/>
                  <a:pt x="243826" y="65349"/>
                  <a:pt x="244815" y="64669"/>
                </a:cubicBezTo>
                <a:cubicBezTo>
                  <a:pt x="245804" y="63989"/>
                  <a:pt x="246572" y="63649"/>
                  <a:pt x="247120" y="63649"/>
                </a:cubicBezTo>
                <a:cubicBezTo>
                  <a:pt x="247540" y="63649"/>
                  <a:pt x="247877" y="63733"/>
                  <a:pt x="248130" y="63902"/>
                </a:cubicBezTo>
                <a:cubicBezTo>
                  <a:pt x="248382" y="64070"/>
                  <a:pt x="248593" y="64407"/>
                  <a:pt x="248761" y="64912"/>
                </a:cubicBezTo>
                <a:cubicBezTo>
                  <a:pt x="248930" y="65417"/>
                  <a:pt x="249056" y="66122"/>
                  <a:pt x="249140" y="67027"/>
                </a:cubicBezTo>
                <a:cubicBezTo>
                  <a:pt x="249224" y="67932"/>
                  <a:pt x="249266" y="69143"/>
                  <a:pt x="249266" y="70658"/>
                </a:cubicBezTo>
                <a:close/>
                <a:moveTo>
                  <a:pt x="308553" y="81138"/>
                </a:moveTo>
                <a:cubicBezTo>
                  <a:pt x="308553" y="81727"/>
                  <a:pt x="308343" y="82191"/>
                  <a:pt x="307922" y="82529"/>
                </a:cubicBezTo>
                <a:cubicBezTo>
                  <a:pt x="307501" y="82866"/>
                  <a:pt x="306838" y="83108"/>
                  <a:pt x="305933" y="83255"/>
                </a:cubicBezTo>
                <a:cubicBezTo>
                  <a:pt x="305028" y="83403"/>
                  <a:pt x="303691" y="83476"/>
                  <a:pt x="301923" y="83476"/>
                </a:cubicBezTo>
                <a:cubicBezTo>
                  <a:pt x="300029" y="83476"/>
                  <a:pt x="298650" y="83403"/>
                  <a:pt x="297787" y="83255"/>
                </a:cubicBezTo>
                <a:cubicBezTo>
                  <a:pt x="296924" y="83108"/>
                  <a:pt x="296314" y="82866"/>
                  <a:pt x="295956" y="82529"/>
                </a:cubicBezTo>
                <a:cubicBezTo>
                  <a:pt x="295598" y="82192"/>
                  <a:pt x="295419" y="81729"/>
                  <a:pt x="295419" y="81140"/>
                </a:cubicBezTo>
                <a:lnTo>
                  <a:pt x="295419" y="76657"/>
                </a:lnTo>
                <a:cubicBezTo>
                  <a:pt x="293104" y="79141"/>
                  <a:pt x="290463" y="81087"/>
                  <a:pt x="287495" y="82498"/>
                </a:cubicBezTo>
                <a:cubicBezTo>
                  <a:pt x="284527" y="83908"/>
                  <a:pt x="281233" y="84613"/>
                  <a:pt x="277613" y="84613"/>
                </a:cubicBezTo>
                <a:cubicBezTo>
                  <a:pt x="274624" y="84613"/>
                  <a:pt x="271877" y="84222"/>
                  <a:pt x="269373" y="83441"/>
                </a:cubicBezTo>
                <a:cubicBezTo>
                  <a:pt x="266868" y="82659"/>
                  <a:pt x="264700" y="81498"/>
                  <a:pt x="262869" y="79956"/>
                </a:cubicBezTo>
                <a:cubicBezTo>
                  <a:pt x="261038" y="78414"/>
                  <a:pt x="259617" y="76504"/>
                  <a:pt x="258606" y="74224"/>
                </a:cubicBezTo>
                <a:cubicBezTo>
                  <a:pt x="257596" y="71943"/>
                  <a:pt x="257091" y="69282"/>
                  <a:pt x="257091" y="66240"/>
                </a:cubicBezTo>
                <a:cubicBezTo>
                  <a:pt x="257091" y="62945"/>
                  <a:pt x="257733" y="60083"/>
                  <a:pt x="259017" y="57654"/>
                </a:cubicBezTo>
                <a:cubicBezTo>
                  <a:pt x="260301" y="55226"/>
                  <a:pt x="262216" y="53220"/>
                  <a:pt x="264763" y="51636"/>
                </a:cubicBezTo>
                <a:cubicBezTo>
                  <a:pt x="267310" y="50052"/>
                  <a:pt x="270478" y="48880"/>
                  <a:pt x="274266" y="48120"/>
                </a:cubicBezTo>
                <a:cubicBezTo>
                  <a:pt x="278055" y="47359"/>
                  <a:pt x="282454" y="46979"/>
                  <a:pt x="287463" y="46979"/>
                </a:cubicBezTo>
                <a:lnTo>
                  <a:pt x="292957" y="46979"/>
                </a:lnTo>
                <a:lnTo>
                  <a:pt x="292957" y="43585"/>
                </a:lnTo>
                <a:cubicBezTo>
                  <a:pt x="292957" y="41825"/>
                  <a:pt x="292778" y="40285"/>
                  <a:pt x="292420" y="38966"/>
                </a:cubicBezTo>
                <a:cubicBezTo>
                  <a:pt x="292062" y="37645"/>
                  <a:pt x="291473" y="36545"/>
                  <a:pt x="290652" y="35665"/>
                </a:cubicBezTo>
                <a:cubicBezTo>
                  <a:pt x="289831" y="34784"/>
                  <a:pt x="288737" y="34135"/>
                  <a:pt x="287369" y="33717"/>
                </a:cubicBezTo>
                <a:cubicBezTo>
                  <a:pt x="286000" y="33297"/>
                  <a:pt x="284306" y="33087"/>
                  <a:pt x="282285" y="33087"/>
                </a:cubicBezTo>
                <a:cubicBezTo>
                  <a:pt x="279633" y="33087"/>
                  <a:pt x="277266" y="33382"/>
                  <a:pt x="275182" y="33971"/>
                </a:cubicBezTo>
                <a:cubicBezTo>
                  <a:pt x="273098" y="34561"/>
                  <a:pt x="271256" y="35213"/>
                  <a:pt x="269657" y="35929"/>
                </a:cubicBezTo>
                <a:cubicBezTo>
                  <a:pt x="268057" y="36645"/>
                  <a:pt x="266720" y="37297"/>
                  <a:pt x="265647" y="37886"/>
                </a:cubicBezTo>
                <a:cubicBezTo>
                  <a:pt x="264574" y="38476"/>
                  <a:pt x="263700" y="38770"/>
                  <a:pt x="263027" y="38770"/>
                </a:cubicBezTo>
                <a:cubicBezTo>
                  <a:pt x="262563" y="38770"/>
                  <a:pt x="262153" y="38622"/>
                  <a:pt x="261795" y="38326"/>
                </a:cubicBezTo>
                <a:cubicBezTo>
                  <a:pt x="261437" y="38030"/>
                  <a:pt x="261143" y="37608"/>
                  <a:pt x="260911" y="37058"/>
                </a:cubicBezTo>
                <a:cubicBezTo>
                  <a:pt x="260680" y="36508"/>
                  <a:pt x="260501" y="35831"/>
                  <a:pt x="260374" y="35027"/>
                </a:cubicBezTo>
                <a:cubicBezTo>
                  <a:pt x="260248" y="34222"/>
                  <a:pt x="260185" y="33333"/>
                  <a:pt x="260185" y="32361"/>
                </a:cubicBezTo>
                <a:cubicBezTo>
                  <a:pt x="260185" y="31050"/>
                  <a:pt x="260290" y="30013"/>
                  <a:pt x="260501" y="29251"/>
                </a:cubicBezTo>
                <a:cubicBezTo>
                  <a:pt x="260711" y="28490"/>
                  <a:pt x="261111" y="27802"/>
                  <a:pt x="261701" y="27189"/>
                </a:cubicBezTo>
                <a:cubicBezTo>
                  <a:pt x="262290" y="26575"/>
                  <a:pt x="263321" y="25900"/>
                  <a:pt x="264795" y="25163"/>
                </a:cubicBezTo>
                <a:cubicBezTo>
                  <a:pt x="266268" y="24426"/>
                  <a:pt x="267994" y="23742"/>
                  <a:pt x="269972" y="23111"/>
                </a:cubicBezTo>
                <a:cubicBezTo>
                  <a:pt x="271951" y="22479"/>
                  <a:pt x="274108" y="21964"/>
                  <a:pt x="276445" y="21564"/>
                </a:cubicBezTo>
                <a:cubicBezTo>
                  <a:pt x="278781" y="21164"/>
                  <a:pt x="281191" y="20964"/>
                  <a:pt x="283675" y="20964"/>
                </a:cubicBezTo>
                <a:cubicBezTo>
                  <a:pt x="288095" y="20964"/>
                  <a:pt x="291873" y="21396"/>
                  <a:pt x="295009" y="22260"/>
                </a:cubicBezTo>
                <a:cubicBezTo>
                  <a:pt x="298145" y="23123"/>
                  <a:pt x="300724" y="24451"/>
                  <a:pt x="302744" y="26242"/>
                </a:cubicBezTo>
                <a:cubicBezTo>
                  <a:pt x="304765" y="28033"/>
                  <a:pt x="306238" y="30339"/>
                  <a:pt x="307164" y="33162"/>
                </a:cubicBezTo>
                <a:cubicBezTo>
                  <a:pt x="308090" y="35986"/>
                  <a:pt x="308553" y="39335"/>
                  <a:pt x="308553" y="43212"/>
                </a:cubicBezTo>
                <a:lnTo>
                  <a:pt x="308553" y="81138"/>
                </a:lnTo>
                <a:moveTo>
                  <a:pt x="292957" y="56956"/>
                </a:moveTo>
                <a:lnTo>
                  <a:pt x="286895" y="56956"/>
                </a:lnTo>
                <a:cubicBezTo>
                  <a:pt x="284327" y="56956"/>
                  <a:pt x="282138" y="57147"/>
                  <a:pt x="280328" y="57528"/>
                </a:cubicBezTo>
                <a:cubicBezTo>
                  <a:pt x="278518" y="57910"/>
                  <a:pt x="277045" y="58483"/>
                  <a:pt x="275908" y="59247"/>
                </a:cubicBezTo>
                <a:cubicBezTo>
                  <a:pt x="274771" y="60010"/>
                  <a:pt x="273940" y="60933"/>
                  <a:pt x="273414" y="62015"/>
                </a:cubicBezTo>
                <a:cubicBezTo>
                  <a:pt x="272888" y="63097"/>
                  <a:pt x="272624" y="64337"/>
                  <a:pt x="272624" y="65737"/>
                </a:cubicBezTo>
                <a:cubicBezTo>
                  <a:pt x="272624" y="68113"/>
                  <a:pt x="273372" y="69979"/>
                  <a:pt x="274866" y="71337"/>
                </a:cubicBezTo>
                <a:cubicBezTo>
                  <a:pt x="276360" y="72695"/>
                  <a:pt x="278434" y="73373"/>
                  <a:pt x="281086" y="73373"/>
                </a:cubicBezTo>
                <a:cubicBezTo>
                  <a:pt x="283317" y="73373"/>
                  <a:pt x="285369" y="72801"/>
                  <a:pt x="287242" y="71657"/>
                </a:cubicBezTo>
                <a:cubicBezTo>
                  <a:pt x="289116" y="70511"/>
                  <a:pt x="291020" y="68835"/>
                  <a:pt x="292957" y="66629"/>
                </a:cubicBezTo>
                <a:lnTo>
                  <a:pt x="292957" y="56956"/>
                </a:lnTo>
                <a:close/>
                <a:moveTo>
                  <a:pt x="363934" y="65062"/>
                </a:moveTo>
                <a:cubicBezTo>
                  <a:pt x="363934" y="68268"/>
                  <a:pt x="363334" y="71094"/>
                  <a:pt x="362134" y="73541"/>
                </a:cubicBezTo>
                <a:cubicBezTo>
                  <a:pt x="360935" y="75987"/>
                  <a:pt x="359240" y="78032"/>
                  <a:pt x="357051" y="79678"/>
                </a:cubicBezTo>
                <a:cubicBezTo>
                  <a:pt x="354862" y="81322"/>
                  <a:pt x="352273" y="82556"/>
                  <a:pt x="349285" y="83378"/>
                </a:cubicBezTo>
                <a:cubicBezTo>
                  <a:pt x="346296" y="84201"/>
                  <a:pt x="343054" y="84613"/>
                  <a:pt x="339560" y="84613"/>
                </a:cubicBezTo>
                <a:cubicBezTo>
                  <a:pt x="337456" y="84613"/>
                  <a:pt x="335446" y="84453"/>
                  <a:pt x="333530" y="84134"/>
                </a:cubicBezTo>
                <a:cubicBezTo>
                  <a:pt x="331615" y="83814"/>
                  <a:pt x="329899" y="83409"/>
                  <a:pt x="328384" y="82920"/>
                </a:cubicBezTo>
                <a:cubicBezTo>
                  <a:pt x="326869" y="82429"/>
                  <a:pt x="325606" y="81929"/>
                  <a:pt x="324595" y="81418"/>
                </a:cubicBezTo>
                <a:cubicBezTo>
                  <a:pt x="323585" y="80907"/>
                  <a:pt x="322848" y="80427"/>
                  <a:pt x="322385" y="79980"/>
                </a:cubicBezTo>
                <a:cubicBezTo>
                  <a:pt x="321922" y="79533"/>
                  <a:pt x="321564" y="78833"/>
                  <a:pt x="321312" y="77880"/>
                </a:cubicBezTo>
                <a:cubicBezTo>
                  <a:pt x="321059" y="76928"/>
                  <a:pt x="320933" y="75520"/>
                  <a:pt x="320933" y="73658"/>
                </a:cubicBezTo>
                <a:cubicBezTo>
                  <a:pt x="320933" y="72430"/>
                  <a:pt x="320975" y="71446"/>
                  <a:pt x="321059" y="70706"/>
                </a:cubicBezTo>
                <a:cubicBezTo>
                  <a:pt x="321143" y="69965"/>
                  <a:pt x="321270" y="69372"/>
                  <a:pt x="321438" y="68928"/>
                </a:cubicBezTo>
                <a:cubicBezTo>
                  <a:pt x="321607" y="68483"/>
                  <a:pt x="321817" y="68187"/>
                  <a:pt x="322070" y="68040"/>
                </a:cubicBezTo>
                <a:cubicBezTo>
                  <a:pt x="322322" y="67891"/>
                  <a:pt x="322638" y="67817"/>
                  <a:pt x="323017" y="67817"/>
                </a:cubicBezTo>
                <a:cubicBezTo>
                  <a:pt x="323480" y="67817"/>
                  <a:pt x="324164" y="68083"/>
                  <a:pt x="325069" y="68616"/>
                </a:cubicBezTo>
                <a:cubicBezTo>
                  <a:pt x="325974" y="69149"/>
                  <a:pt x="327100" y="69735"/>
                  <a:pt x="328447" y="70374"/>
                </a:cubicBezTo>
                <a:cubicBezTo>
                  <a:pt x="329794" y="71013"/>
                  <a:pt x="331362" y="71610"/>
                  <a:pt x="333151" y="72164"/>
                </a:cubicBezTo>
                <a:cubicBezTo>
                  <a:pt x="334940" y="72718"/>
                  <a:pt x="336972" y="72995"/>
                  <a:pt x="339245" y="72995"/>
                </a:cubicBezTo>
                <a:cubicBezTo>
                  <a:pt x="340676" y="72995"/>
                  <a:pt x="341949" y="72848"/>
                  <a:pt x="343065" y="72554"/>
                </a:cubicBezTo>
                <a:cubicBezTo>
                  <a:pt x="344181" y="72261"/>
                  <a:pt x="345149" y="71842"/>
                  <a:pt x="345970" y="71298"/>
                </a:cubicBezTo>
                <a:cubicBezTo>
                  <a:pt x="346790" y="70752"/>
                  <a:pt x="347411" y="70060"/>
                  <a:pt x="347832" y="69222"/>
                </a:cubicBezTo>
                <a:cubicBezTo>
                  <a:pt x="348253" y="68384"/>
                  <a:pt x="348464" y="67419"/>
                  <a:pt x="348464" y="66329"/>
                </a:cubicBezTo>
                <a:cubicBezTo>
                  <a:pt x="348464" y="65063"/>
                  <a:pt x="348074" y="63977"/>
                  <a:pt x="347296" y="63071"/>
                </a:cubicBezTo>
                <a:cubicBezTo>
                  <a:pt x="346517" y="62163"/>
                  <a:pt x="345485" y="61372"/>
                  <a:pt x="344202" y="60697"/>
                </a:cubicBezTo>
                <a:cubicBezTo>
                  <a:pt x="342918" y="60022"/>
                  <a:pt x="341465" y="59390"/>
                  <a:pt x="339845" y="58799"/>
                </a:cubicBezTo>
                <a:cubicBezTo>
                  <a:pt x="338224" y="58208"/>
                  <a:pt x="336561" y="57554"/>
                  <a:pt x="334856" y="56838"/>
                </a:cubicBezTo>
                <a:cubicBezTo>
                  <a:pt x="333151" y="56121"/>
                  <a:pt x="331489" y="55298"/>
                  <a:pt x="329868" y="54371"/>
                </a:cubicBezTo>
                <a:cubicBezTo>
                  <a:pt x="328247" y="53442"/>
                  <a:pt x="326795" y="52303"/>
                  <a:pt x="325511" y="50953"/>
                </a:cubicBezTo>
                <a:cubicBezTo>
                  <a:pt x="324227" y="49604"/>
                  <a:pt x="323196" y="47980"/>
                  <a:pt x="322417" y="46083"/>
                </a:cubicBezTo>
                <a:cubicBezTo>
                  <a:pt x="321638" y="44185"/>
                  <a:pt x="321249" y="41907"/>
                  <a:pt x="321249" y="39250"/>
                </a:cubicBezTo>
                <a:cubicBezTo>
                  <a:pt x="321249" y="36549"/>
                  <a:pt x="321775" y="34071"/>
                  <a:pt x="322827" y="31815"/>
                </a:cubicBezTo>
                <a:cubicBezTo>
                  <a:pt x="323880" y="29559"/>
                  <a:pt x="325395" y="27629"/>
                  <a:pt x="327374" y="26027"/>
                </a:cubicBezTo>
                <a:cubicBezTo>
                  <a:pt x="329352" y="24424"/>
                  <a:pt x="331762" y="23179"/>
                  <a:pt x="334604" y="22294"/>
                </a:cubicBezTo>
                <a:cubicBezTo>
                  <a:pt x="337445" y="21407"/>
                  <a:pt x="340634" y="20964"/>
                  <a:pt x="344170" y="20964"/>
                </a:cubicBezTo>
                <a:cubicBezTo>
                  <a:pt x="345938" y="20964"/>
                  <a:pt x="347653" y="21090"/>
                  <a:pt x="349316" y="21343"/>
                </a:cubicBezTo>
                <a:cubicBezTo>
                  <a:pt x="350979" y="21595"/>
                  <a:pt x="352484" y="21911"/>
                  <a:pt x="353831" y="22290"/>
                </a:cubicBezTo>
                <a:cubicBezTo>
                  <a:pt x="355178" y="22669"/>
                  <a:pt x="356315" y="23079"/>
                  <a:pt x="357241" y="23521"/>
                </a:cubicBezTo>
                <a:cubicBezTo>
                  <a:pt x="358167" y="23963"/>
                  <a:pt x="358830" y="24342"/>
                  <a:pt x="359230" y="24658"/>
                </a:cubicBezTo>
                <a:cubicBezTo>
                  <a:pt x="359630" y="24973"/>
                  <a:pt x="359914" y="25289"/>
                  <a:pt x="360082" y="25605"/>
                </a:cubicBezTo>
                <a:cubicBezTo>
                  <a:pt x="360251" y="25921"/>
                  <a:pt x="360377" y="26299"/>
                  <a:pt x="360461" y="26741"/>
                </a:cubicBezTo>
                <a:cubicBezTo>
                  <a:pt x="360545" y="27184"/>
                  <a:pt x="360619" y="27731"/>
                  <a:pt x="360682" y="28383"/>
                </a:cubicBezTo>
                <a:cubicBezTo>
                  <a:pt x="360745" y="29036"/>
                  <a:pt x="360777" y="29846"/>
                  <a:pt x="360777" y="30814"/>
                </a:cubicBezTo>
                <a:cubicBezTo>
                  <a:pt x="360777" y="31951"/>
                  <a:pt x="360745" y="32877"/>
                  <a:pt x="360682" y="33593"/>
                </a:cubicBezTo>
                <a:cubicBezTo>
                  <a:pt x="360619" y="34308"/>
                  <a:pt x="360514" y="34877"/>
                  <a:pt x="360366" y="35298"/>
                </a:cubicBezTo>
                <a:cubicBezTo>
                  <a:pt x="360219" y="35718"/>
                  <a:pt x="360019" y="36003"/>
                  <a:pt x="359767" y="36150"/>
                </a:cubicBezTo>
                <a:cubicBezTo>
                  <a:pt x="359514" y="36297"/>
                  <a:pt x="359219" y="36371"/>
                  <a:pt x="358883" y="36371"/>
                </a:cubicBezTo>
                <a:cubicBezTo>
                  <a:pt x="358504" y="36371"/>
                  <a:pt x="357914" y="36150"/>
                  <a:pt x="357115" y="35708"/>
                </a:cubicBezTo>
                <a:cubicBezTo>
                  <a:pt x="356315" y="35266"/>
                  <a:pt x="355315" y="34792"/>
                  <a:pt x="354115" y="34287"/>
                </a:cubicBezTo>
                <a:cubicBezTo>
                  <a:pt x="352915" y="33782"/>
                  <a:pt x="351526" y="33308"/>
                  <a:pt x="349948" y="32866"/>
                </a:cubicBezTo>
                <a:cubicBezTo>
                  <a:pt x="348369" y="32424"/>
                  <a:pt x="346569" y="32203"/>
                  <a:pt x="344549" y="32203"/>
                </a:cubicBezTo>
                <a:cubicBezTo>
                  <a:pt x="343118" y="32203"/>
                  <a:pt x="341876" y="32352"/>
                  <a:pt x="340823" y="32649"/>
                </a:cubicBezTo>
                <a:cubicBezTo>
                  <a:pt x="339771" y="32945"/>
                  <a:pt x="338908" y="33368"/>
                  <a:pt x="338234" y="33918"/>
                </a:cubicBezTo>
                <a:cubicBezTo>
                  <a:pt x="337561" y="34468"/>
                  <a:pt x="337056" y="35113"/>
                  <a:pt x="336719" y="35854"/>
                </a:cubicBezTo>
                <a:cubicBezTo>
                  <a:pt x="336382" y="36595"/>
                  <a:pt x="336214" y="37388"/>
                  <a:pt x="336214" y="38236"/>
                </a:cubicBezTo>
                <a:cubicBezTo>
                  <a:pt x="336214" y="39543"/>
                  <a:pt x="336614" y="40640"/>
                  <a:pt x="337414" y="41527"/>
                </a:cubicBezTo>
                <a:cubicBezTo>
                  <a:pt x="338213" y="42412"/>
                  <a:pt x="339266" y="43192"/>
                  <a:pt x="340571" y="43867"/>
                </a:cubicBezTo>
                <a:cubicBezTo>
                  <a:pt x="341876" y="44542"/>
                  <a:pt x="343360" y="45175"/>
                  <a:pt x="345022" y="45766"/>
                </a:cubicBezTo>
                <a:cubicBezTo>
                  <a:pt x="346685" y="46356"/>
                  <a:pt x="348369" y="47000"/>
                  <a:pt x="350074" y="47695"/>
                </a:cubicBezTo>
                <a:cubicBezTo>
                  <a:pt x="351779" y="48391"/>
                  <a:pt x="353463" y="49203"/>
                  <a:pt x="355125" y="50130"/>
                </a:cubicBezTo>
                <a:cubicBezTo>
                  <a:pt x="356788" y="51058"/>
                  <a:pt x="358272" y="52197"/>
                  <a:pt x="359577" y="53548"/>
                </a:cubicBezTo>
                <a:cubicBezTo>
                  <a:pt x="360882" y="54898"/>
                  <a:pt x="361935" y="56511"/>
                  <a:pt x="362734" y="58388"/>
                </a:cubicBezTo>
                <a:cubicBezTo>
                  <a:pt x="363534" y="60264"/>
                  <a:pt x="363934" y="62489"/>
                  <a:pt x="363934" y="65062"/>
                </a:cubicBezTo>
                <a:close/>
                <a:moveTo>
                  <a:pt x="427870" y="51137"/>
                </a:moveTo>
                <a:cubicBezTo>
                  <a:pt x="427870" y="53077"/>
                  <a:pt x="427438" y="54511"/>
                  <a:pt x="426575" y="55438"/>
                </a:cubicBezTo>
                <a:cubicBezTo>
                  <a:pt x="425712" y="56366"/>
                  <a:pt x="424523" y="56830"/>
                  <a:pt x="423008" y="56830"/>
                </a:cubicBezTo>
                <a:lnTo>
                  <a:pt x="388720" y="56830"/>
                </a:lnTo>
                <a:cubicBezTo>
                  <a:pt x="388720" y="59238"/>
                  <a:pt x="389004" y="61425"/>
                  <a:pt x="389573" y="63391"/>
                </a:cubicBezTo>
                <a:cubicBezTo>
                  <a:pt x="390141" y="65356"/>
                  <a:pt x="391046" y="67026"/>
                  <a:pt x="392288" y="68401"/>
                </a:cubicBezTo>
                <a:cubicBezTo>
                  <a:pt x="393530" y="69774"/>
                  <a:pt x="395129" y="70820"/>
                  <a:pt x="397087" y="71538"/>
                </a:cubicBezTo>
                <a:cubicBezTo>
                  <a:pt x="399044" y="72257"/>
                  <a:pt x="401391" y="72616"/>
                  <a:pt x="404127" y="72616"/>
                </a:cubicBezTo>
                <a:cubicBezTo>
                  <a:pt x="406906" y="72616"/>
                  <a:pt x="409347" y="72412"/>
                  <a:pt x="411452" y="72006"/>
                </a:cubicBezTo>
                <a:cubicBezTo>
                  <a:pt x="413557" y="71599"/>
                  <a:pt x="415378" y="71150"/>
                  <a:pt x="416914" y="70658"/>
                </a:cubicBezTo>
                <a:cubicBezTo>
                  <a:pt x="418451" y="70166"/>
                  <a:pt x="419724" y="69717"/>
                  <a:pt x="420734" y="69310"/>
                </a:cubicBezTo>
                <a:cubicBezTo>
                  <a:pt x="421745" y="68904"/>
                  <a:pt x="422566" y="68701"/>
                  <a:pt x="423197" y="68701"/>
                </a:cubicBezTo>
                <a:cubicBezTo>
                  <a:pt x="423576" y="68701"/>
                  <a:pt x="423892" y="68775"/>
                  <a:pt x="424144" y="68924"/>
                </a:cubicBezTo>
                <a:cubicBezTo>
                  <a:pt x="424397" y="69071"/>
                  <a:pt x="424607" y="69335"/>
                  <a:pt x="424776" y="69717"/>
                </a:cubicBezTo>
                <a:cubicBezTo>
                  <a:pt x="424944" y="70097"/>
                  <a:pt x="425060" y="70636"/>
                  <a:pt x="425123" y="71335"/>
                </a:cubicBezTo>
                <a:cubicBezTo>
                  <a:pt x="425186" y="72034"/>
                  <a:pt x="425218" y="72912"/>
                  <a:pt x="425218" y="73969"/>
                </a:cubicBezTo>
                <a:cubicBezTo>
                  <a:pt x="425218" y="74901"/>
                  <a:pt x="425197" y="75695"/>
                  <a:pt x="425154" y="76351"/>
                </a:cubicBezTo>
                <a:cubicBezTo>
                  <a:pt x="425112" y="77006"/>
                  <a:pt x="425049" y="77567"/>
                  <a:pt x="424965" y="78032"/>
                </a:cubicBezTo>
                <a:cubicBezTo>
                  <a:pt x="424881" y="78498"/>
                  <a:pt x="424754" y="78890"/>
                  <a:pt x="424586" y="79208"/>
                </a:cubicBezTo>
                <a:cubicBezTo>
                  <a:pt x="424418" y="79525"/>
                  <a:pt x="424197" y="79832"/>
                  <a:pt x="423923" y="80128"/>
                </a:cubicBezTo>
                <a:cubicBezTo>
                  <a:pt x="423649" y="80424"/>
                  <a:pt x="422902" y="80824"/>
                  <a:pt x="421681" y="81330"/>
                </a:cubicBezTo>
                <a:cubicBezTo>
                  <a:pt x="420461" y="81835"/>
                  <a:pt x="418903" y="82329"/>
                  <a:pt x="417009" y="82813"/>
                </a:cubicBezTo>
                <a:cubicBezTo>
                  <a:pt x="415115" y="83298"/>
                  <a:pt x="412947" y="83718"/>
                  <a:pt x="410505" y="84076"/>
                </a:cubicBezTo>
                <a:cubicBezTo>
                  <a:pt x="408063" y="84434"/>
                  <a:pt x="405453" y="84613"/>
                  <a:pt x="402675" y="84613"/>
                </a:cubicBezTo>
                <a:cubicBezTo>
                  <a:pt x="397666" y="84613"/>
                  <a:pt x="393277" y="83980"/>
                  <a:pt x="389510" y="82715"/>
                </a:cubicBezTo>
                <a:cubicBezTo>
                  <a:pt x="385742" y="81449"/>
                  <a:pt x="382595" y="79530"/>
                  <a:pt x="380070" y="76957"/>
                </a:cubicBezTo>
                <a:cubicBezTo>
                  <a:pt x="377544" y="74384"/>
                  <a:pt x="375660" y="71136"/>
                  <a:pt x="374418" y="67215"/>
                </a:cubicBezTo>
                <a:cubicBezTo>
                  <a:pt x="373176" y="63292"/>
                  <a:pt x="372555" y="58694"/>
                  <a:pt x="372555" y="53422"/>
                </a:cubicBezTo>
                <a:cubicBezTo>
                  <a:pt x="372555" y="48402"/>
                  <a:pt x="373208" y="43878"/>
                  <a:pt x="374513" y="39850"/>
                </a:cubicBezTo>
                <a:cubicBezTo>
                  <a:pt x="375818" y="35822"/>
                  <a:pt x="377712" y="32405"/>
                  <a:pt x="380196" y="29601"/>
                </a:cubicBezTo>
                <a:cubicBezTo>
                  <a:pt x="382680" y="26795"/>
                  <a:pt x="385700" y="24654"/>
                  <a:pt x="389257" y="23178"/>
                </a:cubicBezTo>
                <a:cubicBezTo>
                  <a:pt x="392814" y="21702"/>
                  <a:pt x="396824" y="20964"/>
                  <a:pt x="401286" y="20964"/>
                </a:cubicBezTo>
                <a:cubicBezTo>
                  <a:pt x="406001" y="20964"/>
                  <a:pt x="410031" y="21660"/>
                  <a:pt x="413378" y="23052"/>
                </a:cubicBezTo>
                <a:cubicBezTo>
                  <a:pt x="416725" y="24443"/>
                  <a:pt x="419471" y="26373"/>
                  <a:pt x="421618" y="28839"/>
                </a:cubicBezTo>
                <a:cubicBezTo>
                  <a:pt x="423765" y="31306"/>
                  <a:pt x="425344" y="34226"/>
                  <a:pt x="426354" y="37600"/>
                </a:cubicBezTo>
                <a:cubicBezTo>
                  <a:pt x="427364" y="40973"/>
                  <a:pt x="427870" y="44642"/>
                  <a:pt x="427870" y="48607"/>
                </a:cubicBezTo>
                <a:lnTo>
                  <a:pt x="427870" y="51137"/>
                </a:lnTo>
                <a:moveTo>
                  <a:pt x="412462" y="46600"/>
                </a:moveTo>
                <a:cubicBezTo>
                  <a:pt x="412589" y="42118"/>
                  <a:pt x="411694" y="38599"/>
                  <a:pt x="409779" y="36041"/>
                </a:cubicBezTo>
                <a:cubicBezTo>
                  <a:pt x="407863" y="33483"/>
                  <a:pt x="404906" y="32203"/>
                  <a:pt x="400907" y="32203"/>
                </a:cubicBezTo>
                <a:cubicBezTo>
                  <a:pt x="398886" y="32203"/>
                  <a:pt x="397129" y="32584"/>
                  <a:pt x="395635" y="33346"/>
                </a:cubicBezTo>
                <a:cubicBezTo>
                  <a:pt x="394140" y="34106"/>
                  <a:pt x="392898" y="35132"/>
                  <a:pt x="391909" y="36422"/>
                </a:cubicBezTo>
                <a:cubicBezTo>
                  <a:pt x="390920" y="37711"/>
                  <a:pt x="390162" y="39233"/>
                  <a:pt x="389636" y="40988"/>
                </a:cubicBezTo>
                <a:cubicBezTo>
                  <a:pt x="389110" y="42742"/>
                  <a:pt x="388804" y="44613"/>
                  <a:pt x="388720" y="46600"/>
                </a:cubicBezTo>
                <a:lnTo>
                  <a:pt x="412462" y="46600"/>
                </a:ln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EAC6F-819A-41CB-AB4D-31A4DF4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09" y="239939"/>
            <a:ext cx="972342" cy="215460"/>
          </a:xfrm>
          <a:custGeom xmlns:a="http://schemas.openxmlformats.org/drawingml/2006/main">
            <a:pathLst>
              <a:path w="972342" h="215460">
                <a:moveTo>
                  <a:pt x="0" y="0"/>
                </a:moveTo>
                <a:lnTo>
                  <a:pt x="972342" y="0"/>
                </a:lnTo>
                <a:lnTo>
                  <a:pt x="972342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59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D3909-C1BA-4961-B892-1472347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09" y="239939"/>
            <a:ext cx="972345" cy="215460"/>
          </a:xfrm>
          <a:custGeom xmlns:a="http://schemas.openxmlformats.org/drawingml/2006/main">
            <a:pathLst>
              <a:path w="972345" h="215460" fill="none">
                <a:moveTo>
                  <a:pt x="0" y="0"/>
                </a:moveTo>
                <a:lnTo>
                  <a:pt x="972345" y="0"/>
                </a:lnTo>
                <a:lnTo>
                  <a:pt x="972345" y="215460"/>
                </a:lnTo>
                <a:lnTo>
                  <a:pt x="0" y="2154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24" cap="flat">
            <a:solidFill>
              <a:srgbClr val="B4C7E7"/>
            </a:solidFill>
            <a:round/>
          </a:ln>
        </p:spPr>
      </p:sp>
      <p:sp>
        <p:nvSpPr>
          <p:cNvPr id="164" name="Text WrongContract">
            <a:extLst xmlns:a="http://schemas.openxmlformats.org/drawingml/2006/main">
              <a:ext uri="{FF2B5EF4-FFF2-40B4-BE49-F238E27FC236}">
                <a16:creationId xmlns:a16="http://schemas.microsoft.com/office/drawing/2014/main" id="{A35F6FF5-001B-4A6B-A65C-F5EA35ED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535" y="307381"/>
            <a:ext cx="840739" cy="106208"/>
          </a:xfrm>
          <a:custGeom xmlns:a="http://schemas.openxmlformats.org/drawingml/2006/main">
            <a:pathLst>
              <a:path w="840739" h="106208">
                <a:moveTo>
                  <a:pt x="92169" y="78867"/>
                </a:moveTo>
                <a:cubicBezTo>
                  <a:pt x="91917" y="79877"/>
                  <a:pt x="91569" y="80688"/>
                  <a:pt x="91127" y="81298"/>
                </a:cubicBezTo>
                <a:cubicBezTo>
                  <a:pt x="90685" y="81908"/>
                  <a:pt x="90022" y="82371"/>
                  <a:pt x="89138" y="82687"/>
                </a:cubicBezTo>
                <a:cubicBezTo>
                  <a:pt x="88254" y="83003"/>
                  <a:pt x="87118" y="83213"/>
                  <a:pt x="85729" y="83319"/>
                </a:cubicBezTo>
                <a:cubicBezTo>
                  <a:pt x="84339" y="83424"/>
                  <a:pt x="82571" y="83476"/>
                  <a:pt x="80424" y="83476"/>
                </a:cubicBezTo>
                <a:cubicBezTo>
                  <a:pt x="78025" y="83476"/>
                  <a:pt x="76099" y="83424"/>
                  <a:pt x="74647" y="83319"/>
                </a:cubicBezTo>
                <a:cubicBezTo>
                  <a:pt x="73194" y="83213"/>
                  <a:pt x="72047" y="83003"/>
                  <a:pt x="71205" y="82687"/>
                </a:cubicBezTo>
                <a:cubicBezTo>
                  <a:pt x="70364" y="82371"/>
                  <a:pt x="69753" y="81908"/>
                  <a:pt x="69374" y="81298"/>
                </a:cubicBezTo>
                <a:cubicBezTo>
                  <a:pt x="68995" y="80688"/>
                  <a:pt x="68701" y="79877"/>
                  <a:pt x="68490" y="78867"/>
                </a:cubicBezTo>
                <a:lnTo>
                  <a:pt x="55419" y="27089"/>
                </a:lnTo>
                <a:lnTo>
                  <a:pt x="55293" y="27089"/>
                </a:lnTo>
                <a:lnTo>
                  <a:pt x="42917" y="78867"/>
                </a:lnTo>
                <a:cubicBezTo>
                  <a:pt x="42706" y="79835"/>
                  <a:pt x="42412" y="80624"/>
                  <a:pt x="42033" y="81235"/>
                </a:cubicBezTo>
                <a:cubicBezTo>
                  <a:pt x="41654" y="81845"/>
                  <a:pt x="41054" y="82319"/>
                  <a:pt x="40233" y="82656"/>
                </a:cubicBezTo>
                <a:cubicBezTo>
                  <a:pt x="39412" y="82992"/>
                  <a:pt x="38297" y="83213"/>
                  <a:pt x="36887" y="83319"/>
                </a:cubicBezTo>
                <a:cubicBezTo>
                  <a:pt x="35476" y="83424"/>
                  <a:pt x="33614" y="83476"/>
                  <a:pt x="31298" y="83476"/>
                </a:cubicBezTo>
                <a:cubicBezTo>
                  <a:pt x="28857" y="83476"/>
                  <a:pt x="26910" y="83424"/>
                  <a:pt x="25458" y="83319"/>
                </a:cubicBezTo>
                <a:cubicBezTo>
                  <a:pt x="24005" y="83213"/>
                  <a:pt x="22858" y="83003"/>
                  <a:pt x="22016" y="82687"/>
                </a:cubicBezTo>
                <a:cubicBezTo>
                  <a:pt x="21174" y="82371"/>
                  <a:pt x="20564" y="81908"/>
                  <a:pt x="20185" y="81298"/>
                </a:cubicBezTo>
                <a:cubicBezTo>
                  <a:pt x="19806" y="80688"/>
                  <a:pt x="19490" y="79877"/>
                  <a:pt x="19238" y="78867"/>
                </a:cubicBezTo>
                <a:lnTo>
                  <a:pt x="674" y="7577"/>
                </a:lnTo>
                <a:cubicBezTo>
                  <a:pt x="295" y="6062"/>
                  <a:pt x="84" y="4873"/>
                  <a:pt x="42" y="4010"/>
                </a:cubicBezTo>
                <a:cubicBezTo>
                  <a:pt x="0" y="3147"/>
                  <a:pt x="242" y="2484"/>
                  <a:pt x="768" y="2021"/>
                </a:cubicBezTo>
                <a:cubicBezTo>
                  <a:pt x="1294" y="1558"/>
                  <a:pt x="2157" y="1273"/>
                  <a:pt x="3357" y="1168"/>
                </a:cubicBezTo>
                <a:cubicBezTo>
                  <a:pt x="4557" y="1063"/>
                  <a:pt x="6230" y="1010"/>
                  <a:pt x="8377" y="1010"/>
                </a:cubicBezTo>
                <a:cubicBezTo>
                  <a:pt x="10356" y="1010"/>
                  <a:pt x="11924" y="1042"/>
                  <a:pt x="13081" y="1105"/>
                </a:cubicBezTo>
                <a:cubicBezTo>
                  <a:pt x="14239" y="1168"/>
                  <a:pt x="15112" y="1315"/>
                  <a:pt x="15702" y="1547"/>
                </a:cubicBezTo>
                <a:cubicBezTo>
                  <a:pt x="16291" y="1779"/>
                  <a:pt x="16691" y="2115"/>
                  <a:pt x="16902" y="2557"/>
                </a:cubicBezTo>
                <a:cubicBezTo>
                  <a:pt x="17112" y="2999"/>
                  <a:pt x="17280" y="3620"/>
                  <a:pt x="17407" y="4420"/>
                </a:cubicBezTo>
                <a:lnTo>
                  <a:pt x="31740" y="66996"/>
                </a:lnTo>
                <a:lnTo>
                  <a:pt x="31804" y="66996"/>
                </a:lnTo>
                <a:lnTo>
                  <a:pt x="46706" y="4862"/>
                </a:lnTo>
                <a:cubicBezTo>
                  <a:pt x="46874" y="4062"/>
                  <a:pt x="47095" y="3410"/>
                  <a:pt x="47369" y="2905"/>
                </a:cubicBezTo>
                <a:cubicBezTo>
                  <a:pt x="47642" y="2399"/>
                  <a:pt x="48105" y="2010"/>
                  <a:pt x="48758" y="1736"/>
                </a:cubicBezTo>
                <a:cubicBezTo>
                  <a:pt x="49410" y="1463"/>
                  <a:pt x="50305" y="1273"/>
                  <a:pt x="51441" y="1168"/>
                </a:cubicBezTo>
                <a:cubicBezTo>
                  <a:pt x="52578" y="1063"/>
                  <a:pt x="54093" y="1010"/>
                  <a:pt x="55988" y="1010"/>
                </a:cubicBezTo>
                <a:cubicBezTo>
                  <a:pt x="58008" y="1010"/>
                  <a:pt x="59618" y="1052"/>
                  <a:pt x="60818" y="1137"/>
                </a:cubicBezTo>
                <a:cubicBezTo>
                  <a:pt x="62018" y="1221"/>
                  <a:pt x="62944" y="1400"/>
                  <a:pt x="63597" y="1673"/>
                </a:cubicBezTo>
                <a:cubicBezTo>
                  <a:pt x="64249" y="1947"/>
                  <a:pt x="64723" y="2336"/>
                  <a:pt x="65017" y="2841"/>
                </a:cubicBezTo>
                <a:cubicBezTo>
                  <a:pt x="65312" y="3347"/>
                  <a:pt x="65544" y="4020"/>
                  <a:pt x="65712" y="4862"/>
                </a:cubicBezTo>
                <a:lnTo>
                  <a:pt x="81119" y="66996"/>
                </a:lnTo>
                <a:lnTo>
                  <a:pt x="81245" y="66996"/>
                </a:lnTo>
                <a:lnTo>
                  <a:pt x="95579" y="4610"/>
                </a:lnTo>
                <a:cubicBezTo>
                  <a:pt x="95705" y="3936"/>
                  <a:pt x="95874" y="3357"/>
                  <a:pt x="96084" y="2873"/>
                </a:cubicBezTo>
                <a:cubicBezTo>
                  <a:pt x="96295" y="2389"/>
                  <a:pt x="96695" y="2010"/>
                  <a:pt x="97284" y="1736"/>
                </a:cubicBezTo>
                <a:cubicBezTo>
                  <a:pt x="97873" y="1463"/>
                  <a:pt x="98715" y="1273"/>
                  <a:pt x="99810" y="1168"/>
                </a:cubicBezTo>
                <a:cubicBezTo>
                  <a:pt x="100904" y="1063"/>
                  <a:pt x="102441" y="1010"/>
                  <a:pt x="104419" y="1010"/>
                </a:cubicBezTo>
                <a:cubicBezTo>
                  <a:pt x="106271" y="1010"/>
                  <a:pt x="107713" y="1063"/>
                  <a:pt x="108745" y="1168"/>
                </a:cubicBezTo>
                <a:cubicBezTo>
                  <a:pt x="109776" y="1273"/>
                  <a:pt x="110523" y="1558"/>
                  <a:pt x="110986" y="2021"/>
                </a:cubicBezTo>
                <a:cubicBezTo>
                  <a:pt x="111449" y="2484"/>
                  <a:pt x="111649" y="3168"/>
                  <a:pt x="111586" y="4073"/>
                </a:cubicBezTo>
                <a:cubicBezTo>
                  <a:pt x="111523" y="4978"/>
                  <a:pt x="111302" y="6209"/>
                  <a:pt x="110923" y="7767"/>
                </a:cubicBezTo>
                <a:lnTo>
                  <a:pt x="92169" y="78867"/>
                </a:lnTo>
                <a:close/>
                <a:moveTo>
                  <a:pt x="155034" y="29804"/>
                </a:moveTo>
                <a:cubicBezTo>
                  <a:pt x="155034" y="31319"/>
                  <a:pt x="154992" y="32561"/>
                  <a:pt x="154908" y="33529"/>
                </a:cubicBezTo>
                <a:cubicBezTo>
                  <a:pt x="154823" y="34498"/>
                  <a:pt x="154697" y="35255"/>
                  <a:pt x="154529" y="35803"/>
                </a:cubicBezTo>
                <a:cubicBezTo>
                  <a:pt x="154360" y="36350"/>
                  <a:pt x="154139" y="36729"/>
                  <a:pt x="153866" y="36939"/>
                </a:cubicBezTo>
                <a:cubicBezTo>
                  <a:pt x="153592" y="37150"/>
                  <a:pt x="153245" y="37255"/>
                  <a:pt x="152824" y="37255"/>
                </a:cubicBezTo>
                <a:cubicBezTo>
                  <a:pt x="152487" y="37255"/>
                  <a:pt x="152108" y="37181"/>
                  <a:pt x="151687" y="37034"/>
                </a:cubicBezTo>
                <a:cubicBezTo>
                  <a:pt x="151266" y="36887"/>
                  <a:pt x="150793" y="36729"/>
                  <a:pt x="150267" y="36560"/>
                </a:cubicBezTo>
                <a:cubicBezTo>
                  <a:pt x="149740" y="36392"/>
                  <a:pt x="149162" y="36234"/>
                  <a:pt x="148530" y="36087"/>
                </a:cubicBezTo>
                <a:cubicBezTo>
                  <a:pt x="147899" y="35939"/>
                  <a:pt x="147204" y="35866"/>
                  <a:pt x="146446" y="35866"/>
                </a:cubicBezTo>
                <a:cubicBezTo>
                  <a:pt x="145562" y="35866"/>
                  <a:pt x="144678" y="36046"/>
                  <a:pt x="143794" y="36406"/>
                </a:cubicBezTo>
                <a:cubicBezTo>
                  <a:pt x="142910" y="36766"/>
                  <a:pt x="141995" y="37327"/>
                  <a:pt x="141048" y="38090"/>
                </a:cubicBezTo>
                <a:cubicBezTo>
                  <a:pt x="140100" y="38853"/>
                  <a:pt x="139111" y="39870"/>
                  <a:pt x="138080" y="41140"/>
                </a:cubicBezTo>
                <a:cubicBezTo>
                  <a:pt x="137048" y="42411"/>
                  <a:pt x="135943" y="43979"/>
                  <a:pt x="134765" y="45843"/>
                </a:cubicBezTo>
                <a:lnTo>
                  <a:pt x="134765" y="80951"/>
                </a:lnTo>
                <a:cubicBezTo>
                  <a:pt x="134765" y="81372"/>
                  <a:pt x="134638" y="81740"/>
                  <a:pt x="134386" y="82056"/>
                </a:cubicBezTo>
                <a:cubicBezTo>
                  <a:pt x="134133" y="82371"/>
                  <a:pt x="133702" y="82634"/>
                  <a:pt x="133091" y="82845"/>
                </a:cubicBezTo>
                <a:cubicBezTo>
                  <a:pt x="132481" y="83055"/>
                  <a:pt x="131671" y="83213"/>
                  <a:pt x="130660" y="83319"/>
                </a:cubicBezTo>
                <a:cubicBezTo>
                  <a:pt x="129650" y="83424"/>
                  <a:pt x="128366" y="83476"/>
                  <a:pt x="126809" y="83476"/>
                </a:cubicBezTo>
                <a:cubicBezTo>
                  <a:pt x="125251" y="83476"/>
                  <a:pt x="123967" y="83424"/>
                  <a:pt x="122957" y="83319"/>
                </a:cubicBezTo>
                <a:cubicBezTo>
                  <a:pt x="121946" y="83213"/>
                  <a:pt x="121136" y="83055"/>
                  <a:pt x="120526" y="82845"/>
                </a:cubicBezTo>
                <a:cubicBezTo>
                  <a:pt x="119915" y="82634"/>
                  <a:pt x="119484" y="82371"/>
                  <a:pt x="119231" y="82056"/>
                </a:cubicBezTo>
                <a:cubicBezTo>
                  <a:pt x="118979" y="81740"/>
                  <a:pt x="118852" y="81372"/>
                  <a:pt x="118852" y="80951"/>
                </a:cubicBezTo>
                <a:lnTo>
                  <a:pt x="118852" y="24626"/>
                </a:lnTo>
                <a:cubicBezTo>
                  <a:pt x="118852" y="24205"/>
                  <a:pt x="118958" y="23837"/>
                  <a:pt x="119168" y="23521"/>
                </a:cubicBezTo>
                <a:cubicBezTo>
                  <a:pt x="119379" y="23205"/>
                  <a:pt x="119757" y="22942"/>
                  <a:pt x="120305" y="22732"/>
                </a:cubicBezTo>
                <a:cubicBezTo>
                  <a:pt x="120852" y="22521"/>
                  <a:pt x="121557" y="22364"/>
                  <a:pt x="122420" y="22258"/>
                </a:cubicBezTo>
                <a:cubicBezTo>
                  <a:pt x="123283" y="22153"/>
                  <a:pt x="124367" y="22100"/>
                  <a:pt x="125672" y="22100"/>
                </a:cubicBezTo>
                <a:cubicBezTo>
                  <a:pt x="127019" y="22100"/>
                  <a:pt x="128135" y="22153"/>
                  <a:pt x="129019" y="22258"/>
                </a:cubicBezTo>
                <a:cubicBezTo>
                  <a:pt x="129903" y="22364"/>
                  <a:pt x="130587" y="22521"/>
                  <a:pt x="131071" y="22732"/>
                </a:cubicBezTo>
                <a:cubicBezTo>
                  <a:pt x="131555" y="22942"/>
                  <a:pt x="131902" y="23205"/>
                  <a:pt x="132113" y="23521"/>
                </a:cubicBezTo>
                <a:cubicBezTo>
                  <a:pt x="132323" y="23837"/>
                  <a:pt x="132428" y="24205"/>
                  <a:pt x="132428" y="24626"/>
                </a:cubicBezTo>
                <a:lnTo>
                  <a:pt x="132428" y="31635"/>
                </a:lnTo>
                <a:cubicBezTo>
                  <a:pt x="133902" y="29517"/>
                  <a:pt x="135291" y="27770"/>
                  <a:pt x="136596" y="26394"/>
                </a:cubicBezTo>
                <a:cubicBezTo>
                  <a:pt x="137901" y="25018"/>
                  <a:pt x="139143" y="23928"/>
                  <a:pt x="140321" y="23125"/>
                </a:cubicBezTo>
                <a:cubicBezTo>
                  <a:pt x="141500" y="22319"/>
                  <a:pt x="142679" y="21758"/>
                  <a:pt x="143857" y="21441"/>
                </a:cubicBezTo>
                <a:cubicBezTo>
                  <a:pt x="145036" y="21123"/>
                  <a:pt x="146215" y="20964"/>
                  <a:pt x="147394" y="20964"/>
                </a:cubicBezTo>
                <a:cubicBezTo>
                  <a:pt x="147941" y="20964"/>
                  <a:pt x="148530" y="20995"/>
                  <a:pt x="149162" y="21059"/>
                </a:cubicBezTo>
                <a:cubicBezTo>
                  <a:pt x="149793" y="21122"/>
                  <a:pt x="150445" y="21227"/>
                  <a:pt x="151119" y="21374"/>
                </a:cubicBezTo>
                <a:cubicBezTo>
                  <a:pt x="151793" y="21522"/>
                  <a:pt x="152382" y="21690"/>
                  <a:pt x="152887" y="21879"/>
                </a:cubicBezTo>
                <a:cubicBezTo>
                  <a:pt x="153392" y="22069"/>
                  <a:pt x="153761" y="22269"/>
                  <a:pt x="153992" y="22479"/>
                </a:cubicBezTo>
                <a:cubicBezTo>
                  <a:pt x="154224" y="22690"/>
                  <a:pt x="154392" y="22921"/>
                  <a:pt x="154497" y="23174"/>
                </a:cubicBezTo>
                <a:cubicBezTo>
                  <a:pt x="154602" y="23426"/>
                  <a:pt x="154697" y="23774"/>
                  <a:pt x="154781" y="24216"/>
                </a:cubicBezTo>
                <a:cubicBezTo>
                  <a:pt x="154866" y="24658"/>
                  <a:pt x="154929" y="25321"/>
                  <a:pt x="154971" y="26205"/>
                </a:cubicBezTo>
                <a:cubicBezTo>
                  <a:pt x="155013" y="27089"/>
                  <a:pt x="155034" y="28289"/>
                  <a:pt x="155034" y="29804"/>
                </a:cubicBezTo>
                <a:close/>
                <a:moveTo>
                  <a:pt x="220773" y="52218"/>
                </a:moveTo>
                <a:cubicBezTo>
                  <a:pt x="220773" y="57028"/>
                  <a:pt x="220141" y="61415"/>
                  <a:pt x="218878" y="65380"/>
                </a:cubicBezTo>
                <a:cubicBezTo>
                  <a:pt x="217616" y="69345"/>
                  <a:pt x="215700" y="72761"/>
                  <a:pt x="213132" y="75629"/>
                </a:cubicBezTo>
                <a:cubicBezTo>
                  <a:pt x="210565" y="78497"/>
                  <a:pt x="207344" y="80711"/>
                  <a:pt x="203471" y="82273"/>
                </a:cubicBezTo>
                <a:cubicBezTo>
                  <a:pt x="199598" y="83833"/>
                  <a:pt x="195073" y="84613"/>
                  <a:pt x="189895" y="84613"/>
                </a:cubicBezTo>
                <a:cubicBezTo>
                  <a:pt x="184886" y="84613"/>
                  <a:pt x="180529" y="83917"/>
                  <a:pt x="176825" y="82525"/>
                </a:cubicBezTo>
                <a:cubicBezTo>
                  <a:pt x="173120" y="81134"/>
                  <a:pt x="170047" y="79109"/>
                  <a:pt x="167606" y="76452"/>
                </a:cubicBezTo>
                <a:cubicBezTo>
                  <a:pt x="165164" y="73794"/>
                  <a:pt x="163354" y="70525"/>
                  <a:pt x="162175" y="66645"/>
                </a:cubicBezTo>
                <a:cubicBezTo>
                  <a:pt x="160996" y="62764"/>
                  <a:pt x="160407" y="58335"/>
                  <a:pt x="160407" y="53359"/>
                </a:cubicBezTo>
                <a:cubicBezTo>
                  <a:pt x="160407" y="48549"/>
                  <a:pt x="161049" y="44151"/>
                  <a:pt x="162333" y="40166"/>
                </a:cubicBezTo>
                <a:cubicBezTo>
                  <a:pt x="163617" y="36180"/>
                  <a:pt x="165543" y="32763"/>
                  <a:pt x="168111" y="29916"/>
                </a:cubicBezTo>
                <a:cubicBezTo>
                  <a:pt x="170679" y="27070"/>
                  <a:pt x="173888" y="24866"/>
                  <a:pt x="177740" y="23306"/>
                </a:cubicBezTo>
                <a:cubicBezTo>
                  <a:pt x="181592" y="21745"/>
                  <a:pt x="186107" y="20964"/>
                  <a:pt x="191285" y="20964"/>
                </a:cubicBezTo>
                <a:cubicBezTo>
                  <a:pt x="196336" y="20964"/>
                  <a:pt x="200714" y="21649"/>
                  <a:pt x="204418" y="23020"/>
                </a:cubicBezTo>
                <a:cubicBezTo>
                  <a:pt x="208123" y="24391"/>
                  <a:pt x="211185" y="26405"/>
                  <a:pt x="213606" y="29062"/>
                </a:cubicBezTo>
                <a:cubicBezTo>
                  <a:pt x="216026" y="31719"/>
                  <a:pt x="217826" y="34988"/>
                  <a:pt x="219005" y="38869"/>
                </a:cubicBezTo>
                <a:cubicBezTo>
                  <a:pt x="220183" y="42750"/>
                  <a:pt x="220773" y="47200"/>
                  <a:pt x="220773" y="52218"/>
                </a:cubicBezTo>
                <a:moveTo>
                  <a:pt x="204418" y="52852"/>
                </a:moveTo>
                <a:cubicBezTo>
                  <a:pt x="204418" y="50073"/>
                  <a:pt x="204197" y="47516"/>
                  <a:pt x="203755" y="45180"/>
                </a:cubicBezTo>
                <a:cubicBezTo>
                  <a:pt x="203313" y="42843"/>
                  <a:pt x="202566" y="40812"/>
                  <a:pt x="201514" y="39086"/>
                </a:cubicBezTo>
                <a:cubicBezTo>
                  <a:pt x="200461" y="37360"/>
                  <a:pt x="199062" y="36013"/>
                  <a:pt x="197315" y="35045"/>
                </a:cubicBezTo>
                <a:cubicBezTo>
                  <a:pt x="195568" y="34077"/>
                  <a:pt x="193368" y="33593"/>
                  <a:pt x="190716" y="33593"/>
                </a:cubicBezTo>
                <a:cubicBezTo>
                  <a:pt x="188359" y="33593"/>
                  <a:pt x="186296" y="34024"/>
                  <a:pt x="184528" y="34887"/>
                </a:cubicBezTo>
                <a:cubicBezTo>
                  <a:pt x="182760" y="35750"/>
                  <a:pt x="181308" y="37013"/>
                  <a:pt x="180171" y="38676"/>
                </a:cubicBezTo>
                <a:cubicBezTo>
                  <a:pt x="179035" y="40339"/>
                  <a:pt x="178182" y="42338"/>
                  <a:pt x="177614" y="44674"/>
                </a:cubicBezTo>
                <a:cubicBezTo>
                  <a:pt x="177046" y="47011"/>
                  <a:pt x="176761" y="49673"/>
                  <a:pt x="176761" y="52662"/>
                </a:cubicBezTo>
                <a:cubicBezTo>
                  <a:pt x="176761" y="55440"/>
                  <a:pt x="176993" y="57998"/>
                  <a:pt x="177456" y="60334"/>
                </a:cubicBezTo>
                <a:cubicBezTo>
                  <a:pt x="177919" y="62670"/>
                  <a:pt x="178666" y="64702"/>
                  <a:pt x="179698" y="66428"/>
                </a:cubicBezTo>
                <a:cubicBezTo>
                  <a:pt x="180729" y="68153"/>
                  <a:pt x="182129" y="69490"/>
                  <a:pt x="183897" y="70437"/>
                </a:cubicBezTo>
                <a:cubicBezTo>
                  <a:pt x="185665" y="71384"/>
                  <a:pt x="187854" y="71858"/>
                  <a:pt x="190464" y="71858"/>
                </a:cubicBezTo>
                <a:cubicBezTo>
                  <a:pt x="192863" y="71858"/>
                  <a:pt x="194947" y="71426"/>
                  <a:pt x="196715" y="70563"/>
                </a:cubicBezTo>
                <a:cubicBezTo>
                  <a:pt x="198483" y="69700"/>
                  <a:pt x="199935" y="68448"/>
                  <a:pt x="201072" y="66806"/>
                </a:cubicBezTo>
                <a:cubicBezTo>
                  <a:pt x="202208" y="65165"/>
                  <a:pt x="203050" y="63176"/>
                  <a:pt x="203598" y="60839"/>
                </a:cubicBezTo>
                <a:cubicBezTo>
                  <a:pt x="204145" y="58503"/>
                  <a:pt x="204418" y="55840"/>
                  <a:pt x="204418" y="52852"/>
                </a:cubicBezTo>
                <a:close/>
                <a:moveTo>
                  <a:pt x="287279" y="80949"/>
                </a:moveTo>
                <a:cubicBezTo>
                  <a:pt x="287279" y="81370"/>
                  <a:pt x="287153" y="81739"/>
                  <a:pt x="286901" y="82056"/>
                </a:cubicBezTo>
                <a:cubicBezTo>
                  <a:pt x="286648" y="82371"/>
                  <a:pt x="286227" y="82634"/>
                  <a:pt x="285638" y="82845"/>
                </a:cubicBezTo>
                <a:cubicBezTo>
                  <a:pt x="285048" y="83055"/>
                  <a:pt x="284238" y="83213"/>
                  <a:pt x="283207" y="83319"/>
                </a:cubicBezTo>
                <a:cubicBezTo>
                  <a:pt x="282175" y="83424"/>
                  <a:pt x="280902" y="83476"/>
                  <a:pt x="279386" y="83476"/>
                </a:cubicBezTo>
                <a:cubicBezTo>
                  <a:pt x="277829" y="83476"/>
                  <a:pt x="276534" y="83424"/>
                  <a:pt x="275503" y="83319"/>
                </a:cubicBezTo>
                <a:cubicBezTo>
                  <a:pt x="274472" y="83213"/>
                  <a:pt x="273661" y="83055"/>
                  <a:pt x="273072" y="82845"/>
                </a:cubicBezTo>
                <a:cubicBezTo>
                  <a:pt x="272483" y="82634"/>
                  <a:pt x="272062" y="82371"/>
                  <a:pt x="271809" y="82056"/>
                </a:cubicBezTo>
                <a:cubicBezTo>
                  <a:pt x="271557" y="81740"/>
                  <a:pt x="271430" y="81372"/>
                  <a:pt x="271430" y="80951"/>
                </a:cubicBezTo>
                <a:lnTo>
                  <a:pt x="271430" y="48810"/>
                </a:lnTo>
                <a:cubicBezTo>
                  <a:pt x="271430" y="46074"/>
                  <a:pt x="271230" y="43927"/>
                  <a:pt x="270830" y="42370"/>
                </a:cubicBezTo>
                <a:cubicBezTo>
                  <a:pt x="270431" y="40812"/>
                  <a:pt x="269852" y="39476"/>
                  <a:pt x="269094" y="38360"/>
                </a:cubicBezTo>
                <a:cubicBezTo>
                  <a:pt x="268336" y="37244"/>
                  <a:pt x="267358" y="36381"/>
                  <a:pt x="266158" y="35771"/>
                </a:cubicBezTo>
                <a:cubicBezTo>
                  <a:pt x="264958" y="35161"/>
                  <a:pt x="263558" y="34856"/>
                  <a:pt x="261959" y="34856"/>
                </a:cubicBezTo>
                <a:cubicBezTo>
                  <a:pt x="259938" y="34856"/>
                  <a:pt x="257896" y="35592"/>
                  <a:pt x="255834" y="37066"/>
                </a:cubicBezTo>
                <a:cubicBezTo>
                  <a:pt x="253771" y="38539"/>
                  <a:pt x="251624" y="40686"/>
                  <a:pt x="249393" y="43506"/>
                </a:cubicBezTo>
                <a:lnTo>
                  <a:pt x="249393" y="80951"/>
                </a:lnTo>
                <a:cubicBezTo>
                  <a:pt x="249393" y="81372"/>
                  <a:pt x="249267" y="81740"/>
                  <a:pt x="249014" y="82056"/>
                </a:cubicBezTo>
                <a:cubicBezTo>
                  <a:pt x="248762" y="82371"/>
                  <a:pt x="248330" y="82634"/>
                  <a:pt x="247720" y="82845"/>
                </a:cubicBezTo>
                <a:cubicBezTo>
                  <a:pt x="247109" y="83055"/>
                  <a:pt x="246299" y="83213"/>
                  <a:pt x="245289" y="83319"/>
                </a:cubicBezTo>
                <a:cubicBezTo>
                  <a:pt x="244278" y="83424"/>
                  <a:pt x="242994" y="83476"/>
                  <a:pt x="241437" y="83476"/>
                </a:cubicBezTo>
                <a:cubicBezTo>
                  <a:pt x="239879" y="83476"/>
                  <a:pt x="238595" y="83424"/>
                  <a:pt x="237585" y="83319"/>
                </a:cubicBezTo>
                <a:cubicBezTo>
                  <a:pt x="236575" y="83213"/>
                  <a:pt x="235764" y="83055"/>
                  <a:pt x="235154" y="82845"/>
                </a:cubicBezTo>
                <a:cubicBezTo>
                  <a:pt x="234544" y="82634"/>
                  <a:pt x="234112" y="82371"/>
                  <a:pt x="233860" y="82056"/>
                </a:cubicBezTo>
                <a:cubicBezTo>
                  <a:pt x="233607" y="81740"/>
                  <a:pt x="233481" y="81372"/>
                  <a:pt x="233481" y="80951"/>
                </a:cubicBezTo>
                <a:lnTo>
                  <a:pt x="233481" y="24626"/>
                </a:lnTo>
                <a:cubicBezTo>
                  <a:pt x="233481" y="24205"/>
                  <a:pt x="233586" y="23837"/>
                  <a:pt x="233796" y="23521"/>
                </a:cubicBezTo>
                <a:cubicBezTo>
                  <a:pt x="234007" y="23205"/>
                  <a:pt x="234386" y="22942"/>
                  <a:pt x="234933" y="22732"/>
                </a:cubicBezTo>
                <a:cubicBezTo>
                  <a:pt x="235480" y="22521"/>
                  <a:pt x="236185" y="22364"/>
                  <a:pt x="237048" y="22258"/>
                </a:cubicBezTo>
                <a:cubicBezTo>
                  <a:pt x="237911" y="22153"/>
                  <a:pt x="238995" y="22100"/>
                  <a:pt x="240300" y="22100"/>
                </a:cubicBezTo>
                <a:cubicBezTo>
                  <a:pt x="241647" y="22100"/>
                  <a:pt x="242763" y="22153"/>
                  <a:pt x="243647" y="22258"/>
                </a:cubicBezTo>
                <a:cubicBezTo>
                  <a:pt x="244531" y="22364"/>
                  <a:pt x="245215" y="22521"/>
                  <a:pt x="245699" y="22732"/>
                </a:cubicBezTo>
                <a:cubicBezTo>
                  <a:pt x="246183" y="22942"/>
                  <a:pt x="246530" y="23205"/>
                  <a:pt x="246741" y="23521"/>
                </a:cubicBezTo>
                <a:cubicBezTo>
                  <a:pt x="246951" y="23837"/>
                  <a:pt x="247057" y="24205"/>
                  <a:pt x="247057" y="24626"/>
                </a:cubicBezTo>
                <a:lnTo>
                  <a:pt x="247057" y="31130"/>
                </a:lnTo>
                <a:cubicBezTo>
                  <a:pt x="250172" y="27741"/>
                  <a:pt x="253340" y="25200"/>
                  <a:pt x="256560" y="23505"/>
                </a:cubicBezTo>
                <a:cubicBezTo>
                  <a:pt x="259780" y="21811"/>
                  <a:pt x="263137" y="20964"/>
                  <a:pt x="266631" y="20964"/>
                </a:cubicBezTo>
                <a:cubicBezTo>
                  <a:pt x="270462" y="20964"/>
                  <a:pt x="273693" y="21596"/>
                  <a:pt x="276324" y="22860"/>
                </a:cubicBezTo>
                <a:cubicBezTo>
                  <a:pt x="278955" y="24124"/>
                  <a:pt x="281081" y="25842"/>
                  <a:pt x="282702" y="28012"/>
                </a:cubicBezTo>
                <a:cubicBezTo>
                  <a:pt x="284322" y="30182"/>
                  <a:pt x="285490" y="32720"/>
                  <a:pt x="286206" y="35629"/>
                </a:cubicBezTo>
                <a:cubicBezTo>
                  <a:pt x="286922" y="38536"/>
                  <a:pt x="287279" y="42034"/>
                  <a:pt x="287279" y="46121"/>
                </a:cubicBezTo>
                <a:lnTo>
                  <a:pt x="287279" y="80949"/>
                </a:lnTo>
                <a:close/>
                <a:moveTo>
                  <a:pt x="353913" y="28541"/>
                </a:moveTo>
                <a:cubicBezTo>
                  <a:pt x="353913" y="30562"/>
                  <a:pt x="353682" y="32056"/>
                  <a:pt x="353219" y="33024"/>
                </a:cubicBezTo>
                <a:cubicBezTo>
                  <a:pt x="352756" y="33993"/>
                  <a:pt x="352187" y="34477"/>
                  <a:pt x="351514" y="34477"/>
                </a:cubicBezTo>
                <a:lnTo>
                  <a:pt x="344884" y="34477"/>
                </a:lnTo>
                <a:cubicBezTo>
                  <a:pt x="345810" y="35478"/>
                  <a:pt x="346473" y="36615"/>
                  <a:pt x="346873" y="37888"/>
                </a:cubicBezTo>
                <a:cubicBezTo>
                  <a:pt x="347273" y="39162"/>
                  <a:pt x="347473" y="40487"/>
                  <a:pt x="347473" y="41864"/>
                </a:cubicBezTo>
                <a:cubicBezTo>
                  <a:pt x="347473" y="45148"/>
                  <a:pt x="346925" y="48063"/>
                  <a:pt x="345831" y="50610"/>
                </a:cubicBezTo>
                <a:cubicBezTo>
                  <a:pt x="344736" y="53157"/>
                  <a:pt x="343168" y="55304"/>
                  <a:pt x="341127" y="57051"/>
                </a:cubicBezTo>
                <a:cubicBezTo>
                  <a:pt x="339085" y="58798"/>
                  <a:pt x="336622" y="60124"/>
                  <a:pt x="333739" y="61029"/>
                </a:cubicBezTo>
                <a:cubicBezTo>
                  <a:pt x="330855" y="61934"/>
                  <a:pt x="327645" y="62386"/>
                  <a:pt x="324109" y="62386"/>
                </a:cubicBezTo>
                <a:cubicBezTo>
                  <a:pt x="322299" y="62386"/>
                  <a:pt x="320573" y="62165"/>
                  <a:pt x="318931" y="61723"/>
                </a:cubicBezTo>
                <a:cubicBezTo>
                  <a:pt x="317290" y="61281"/>
                  <a:pt x="316027" y="60766"/>
                  <a:pt x="315143" y="60176"/>
                </a:cubicBezTo>
                <a:cubicBezTo>
                  <a:pt x="314638" y="60724"/>
                  <a:pt x="314185" y="61376"/>
                  <a:pt x="313785" y="62134"/>
                </a:cubicBezTo>
                <a:cubicBezTo>
                  <a:pt x="313385" y="62891"/>
                  <a:pt x="313185" y="63733"/>
                  <a:pt x="313185" y="64659"/>
                </a:cubicBezTo>
                <a:cubicBezTo>
                  <a:pt x="313185" y="65880"/>
                  <a:pt x="313722" y="66880"/>
                  <a:pt x="314796" y="67659"/>
                </a:cubicBezTo>
                <a:cubicBezTo>
                  <a:pt x="315869" y="68438"/>
                  <a:pt x="317374" y="68869"/>
                  <a:pt x="319310" y="68953"/>
                </a:cubicBezTo>
                <a:lnTo>
                  <a:pt x="333013" y="69460"/>
                </a:lnTo>
                <a:cubicBezTo>
                  <a:pt x="336212" y="69587"/>
                  <a:pt x="339064" y="70041"/>
                  <a:pt x="341569" y="70822"/>
                </a:cubicBezTo>
                <a:cubicBezTo>
                  <a:pt x="344073" y="71603"/>
                  <a:pt x="346178" y="72702"/>
                  <a:pt x="347883" y="74117"/>
                </a:cubicBezTo>
                <a:cubicBezTo>
                  <a:pt x="349588" y="75533"/>
                  <a:pt x="350893" y="77233"/>
                  <a:pt x="351798" y="79218"/>
                </a:cubicBezTo>
                <a:cubicBezTo>
                  <a:pt x="352703" y="81203"/>
                  <a:pt x="353156" y="83463"/>
                  <a:pt x="353156" y="85996"/>
                </a:cubicBezTo>
                <a:cubicBezTo>
                  <a:pt x="353156" y="88784"/>
                  <a:pt x="352545" y="91413"/>
                  <a:pt x="351324" y="93883"/>
                </a:cubicBezTo>
                <a:cubicBezTo>
                  <a:pt x="350104" y="96355"/>
                  <a:pt x="348272" y="98499"/>
                  <a:pt x="345831" y="100316"/>
                </a:cubicBezTo>
                <a:cubicBezTo>
                  <a:pt x="343389" y="102133"/>
                  <a:pt x="340327" y="103569"/>
                  <a:pt x="336643" y="104624"/>
                </a:cubicBezTo>
                <a:cubicBezTo>
                  <a:pt x="332960" y="105680"/>
                  <a:pt x="328656" y="106208"/>
                  <a:pt x="323730" y="106208"/>
                </a:cubicBezTo>
                <a:cubicBezTo>
                  <a:pt x="318931" y="106208"/>
                  <a:pt x="314838" y="105829"/>
                  <a:pt x="311449" y="105070"/>
                </a:cubicBezTo>
                <a:cubicBezTo>
                  <a:pt x="308060" y="104311"/>
                  <a:pt x="305282" y="103256"/>
                  <a:pt x="303114" y="101907"/>
                </a:cubicBezTo>
                <a:cubicBezTo>
                  <a:pt x="300946" y="100558"/>
                  <a:pt x="299367" y="98946"/>
                  <a:pt x="298378" y="97070"/>
                </a:cubicBezTo>
                <a:cubicBezTo>
                  <a:pt x="297389" y="95194"/>
                  <a:pt x="296894" y="93139"/>
                  <a:pt x="296894" y="90906"/>
                </a:cubicBezTo>
                <a:cubicBezTo>
                  <a:pt x="296894" y="89514"/>
                  <a:pt x="297073" y="88185"/>
                  <a:pt x="297431" y="86920"/>
                </a:cubicBezTo>
                <a:cubicBezTo>
                  <a:pt x="297789" y="85656"/>
                  <a:pt x="298315" y="84443"/>
                  <a:pt x="299009" y="83283"/>
                </a:cubicBezTo>
                <a:cubicBezTo>
                  <a:pt x="299704" y="82124"/>
                  <a:pt x="300557" y="81018"/>
                  <a:pt x="301567" y="79964"/>
                </a:cubicBezTo>
                <a:cubicBezTo>
                  <a:pt x="302577" y="78910"/>
                  <a:pt x="303735" y="77899"/>
                  <a:pt x="305040" y="76929"/>
                </a:cubicBezTo>
                <a:cubicBezTo>
                  <a:pt x="303230" y="75957"/>
                  <a:pt x="301830" y="74637"/>
                  <a:pt x="300841" y="72969"/>
                </a:cubicBezTo>
                <a:cubicBezTo>
                  <a:pt x="299851" y="71299"/>
                  <a:pt x="299357" y="69472"/>
                  <a:pt x="299357" y="67485"/>
                </a:cubicBezTo>
                <a:cubicBezTo>
                  <a:pt x="299357" y="64992"/>
                  <a:pt x="299925" y="62721"/>
                  <a:pt x="301062" y="60672"/>
                </a:cubicBezTo>
                <a:cubicBezTo>
                  <a:pt x="302198" y="58622"/>
                  <a:pt x="303672" y="56773"/>
                  <a:pt x="305482" y="55125"/>
                </a:cubicBezTo>
                <a:cubicBezTo>
                  <a:pt x="304008" y="53651"/>
                  <a:pt x="302830" y="51883"/>
                  <a:pt x="301946" y="49821"/>
                </a:cubicBezTo>
                <a:cubicBezTo>
                  <a:pt x="301062" y="47758"/>
                  <a:pt x="300620" y="45190"/>
                  <a:pt x="300620" y="42117"/>
                </a:cubicBezTo>
                <a:cubicBezTo>
                  <a:pt x="300620" y="38834"/>
                  <a:pt x="301198" y="35897"/>
                  <a:pt x="302356" y="33308"/>
                </a:cubicBezTo>
                <a:cubicBezTo>
                  <a:pt x="303514" y="30720"/>
                  <a:pt x="305124" y="28531"/>
                  <a:pt x="307187" y="26741"/>
                </a:cubicBezTo>
                <a:cubicBezTo>
                  <a:pt x="309249" y="24952"/>
                  <a:pt x="311712" y="23584"/>
                  <a:pt x="314575" y="22637"/>
                </a:cubicBezTo>
                <a:cubicBezTo>
                  <a:pt x="317437" y="21690"/>
                  <a:pt x="320594" y="21216"/>
                  <a:pt x="324046" y="21216"/>
                </a:cubicBezTo>
                <a:cubicBezTo>
                  <a:pt x="325814" y="21216"/>
                  <a:pt x="327509" y="21328"/>
                  <a:pt x="329129" y="21550"/>
                </a:cubicBezTo>
                <a:cubicBezTo>
                  <a:pt x="330750" y="21771"/>
                  <a:pt x="332255" y="22081"/>
                  <a:pt x="333644" y="22479"/>
                </a:cubicBezTo>
                <a:lnTo>
                  <a:pt x="351514" y="22479"/>
                </a:lnTo>
                <a:cubicBezTo>
                  <a:pt x="352229" y="22479"/>
                  <a:pt x="352808" y="22942"/>
                  <a:pt x="353250" y="23868"/>
                </a:cubicBezTo>
                <a:cubicBezTo>
                  <a:pt x="353692" y="24795"/>
                  <a:pt x="353913" y="26352"/>
                  <a:pt x="353913" y="28541"/>
                </a:cubicBezTo>
                <a:moveTo>
                  <a:pt x="333518" y="41770"/>
                </a:moveTo>
                <a:cubicBezTo>
                  <a:pt x="333518" y="38749"/>
                  <a:pt x="332676" y="36400"/>
                  <a:pt x="330992" y="34721"/>
                </a:cubicBezTo>
                <a:cubicBezTo>
                  <a:pt x="329308" y="33043"/>
                  <a:pt x="326930" y="32203"/>
                  <a:pt x="323857" y="32203"/>
                </a:cubicBezTo>
                <a:cubicBezTo>
                  <a:pt x="322299" y="32203"/>
                  <a:pt x="320931" y="32466"/>
                  <a:pt x="319752" y="32991"/>
                </a:cubicBezTo>
                <a:cubicBezTo>
                  <a:pt x="318574" y="33514"/>
                  <a:pt x="317595" y="34227"/>
                  <a:pt x="316816" y="35130"/>
                </a:cubicBezTo>
                <a:cubicBezTo>
                  <a:pt x="316037" y="36032"/>
                  <a:pt x="315459" y="37081"/>
                  <a:pt x="315080" y="38277"/>
                </a:cubicBezTo>
                <a:cubicBezTo>
                  <a:pt x="314701" y="39473"/>
                  <a:pt x="314511" y="40721"/>
                  <a:pt x="314511" y="42022"/>
                </a:cubicBezTo>
                <a:cubicBezTo>
                  <a:pt x="314511" y="44874"/>
                  <a:pt x="315353" y="47129"/>
                  <a:pt x="317037" y="48787"/>
                </a:cubicBezTo>
                <a:cubicBezTo>
                  <a:pt x="318721" y="50444"/>
                  <a:pt x="321057" y="51273"/>
                  <a:pt x="324046" y="51273"/>
                </a:cubicBezTo>
                <a:cubicBezTo>
                  <a:pt x="325646" y="51273"/>
                  <a:pt x="327035" y="51022"/>
                  <a:pt x="328214" y="50519"/>
                </a:cubicBezTo>
                <a:cubicBezTo>
                  <a:pt x="329392" y="50015"/>
                  <a:pt x="330371" y="49323"/>
                  <a:pt x="331150" y="48441"/>
                </a:cubicBezTo>
                <a:cubicBezTo>
                  <a:pt x="331929" y="47560"/>
                  <a:pt x="332518" y="46542"/>
                  <a:pt x="332918" y="45389"/>
                </a:cubicBezTo>
                <a:cubicBezTo>
                  <a:pt x="333318" y="44235"/>
                  <a:pt x="333518" y="43029"/>
                  <a:pt x="333518" y="41770"/>
                </a:cubicBezTo>
                <a:moveTo>
                  <a:pt x="337243" y="86813"/>
                </a:moveTo>
                <a:cubicBezTo>
                  <a:pt x="337243" y="84903"/>
                  <a:pt x="336485" y="83439"/>
                  <a:pt x="334970" y="82421"/>
                </a:cubicBezTo>
                <a:cubicBezTo>
                  <a:pt x="333455" y="81401"/>
                  <a:pt x="331371" y="80849"/>
                  <a:pt x="328719" y="80763"/>
                </a:cubicBezTo>
                <a:lnTo>
                  <a:pt x="317416" y="80446"/>
                </a:lnTo>
                <a:cubicBezTo>
                  <a:pt x="316321" y="81252"/>
                  <a:pt x="315448" y="82027"/>
                  <a:pt x="314796" y="82770"/>
                </a:cubicBezTo>
                <a:cubicBezTo>
                  <a:pt x="314143" y="83513"/>
                  <a:pt x="313617" y="84224"/>
                  <a:pt x="313217" y="84903"/>
                </a:cubicBezTo>
                <a:cubicBezTo>
                  <a:pt x="312817" y="85583"/>
                  <a:pt x="312554" y="86242"/>
                  <a:pt x="312428" y="86878"/>
                </a:cubicBezTo>
                <a:cubicBezTo>
                  <a:pt x="312301" y="87515"/>
                  <a:pt x="312238" y="88173"/>
                  <a:pt x="312238" y="88852"/>
                </a:cubicBezTo>
                <a:cubicBezTo>
                  <a:pt x="312238" y="90975"/>
                  <a:pt x="313301" y="92588"/>
                  <a:pt x="315427" y="93692"/>
                </a:cubicBezTo>
                <a:cubicBezTo>
                  <a:pt x="317553" y="94796"/>
                  <a:pt x="320552" y="95347"/>
                  <a:pt x="324425" y="95347"/>
                </a:cubicBezTo>
                <a:cubicBezTo>
                  <a:pt x="326824" y="95347"/>
                  <a:pt x="328845" y="95103"/>
                  <a:pt x="330487" y="94615"/>
                </a:cubicBezTo>
                <a:cubicBezTo>
                  <a:pt x="332129" y="94127"/>
                  <a:pt x="333455" y="93479"/>
                  <a:pt x="334465" y="92672"/>
                </a:cubicBezTo>
                <a:cubicBezTo>
                  <a:pt x="335475" y="91865"/>
                  <a:pt x="336191" y="90963"/>
                  <a:pt x="336612" y="89964"/>
                </a:cubicBezTo>
                <a:cubicBezTo>
                  <a:pt x="337033" y="88967"/>
                  <a:pt x="337243" y="87917"/>
                  <a:pt x="337243" y="86813"/>
                </a:cubicBezTo>
                <a:close/>
                <a:moveTo>
                  <a:pt x="451569" y="70658"/>
                </a:moveTo>
                <a:cubicBezTo>
                  <a:pt x="451569" y="71711"/>
                  <a:pt x="451537" y="72605"/>
                  <a:pt x="451474" y="73342"/>
                </a:cubicBezTo>
                <a:cubicBezTo>
                  <a:pt x="451411" y="74078"/>
                  <a:pt x="451316" y="74710"/>
                  <a:pt x="451190" y="75236"/>
                </a:cubicBezTo>
                <a:cubicBezTo>
                  <a:pt x="451064" y="75762"/>
                  <a:pt x="450895" y="76215"/>
                  <a:pt x="450685" y="76594"/>
                </a:cubicBezTo>
                <a:cubicBezTo>
                  <a:pt x="450475" y="76973"/>
                  <a:pt x="450138" y="77409"/>
                  <a:pt x="449675" y="77902"/>
                </a:cubicBezTo>
                <a:cubicBezTo>
                  <a:pt x="449212" y="78394"/>
                  <a:pt x="448317" y="79025"/>
                  <a:pt x="446991" y="79796"/>
                </a:cubicBezTo>
                <a:cubicBezTo>
                  <a:pt x="445665" y="80567"/>
                  <a:pt x="444044" y="81306"/>
                  <a:pt x="442129" y="82014"/>
                </a:cubicBezTo>
                <a:cubicBezTo>
                  <a:pt x="440214" y="82721"/>
                  <a:pt x="438025" y="83309"/>
                  <a:pt x="435562" y="83780"/>
                </a:cubicBezTo>
                <a:cubicBezTo>
                  <a:pt x="433099" y="84251"/>
                  <a:pt x="430437" y="84487"/>
                  <a:pt x="427574" y="84487"/>
                </a:cubicBezTo>
                <a:cubicBezTo>
                  <a:pt x="421976" y="84487"/>
                  <a:pt x="416924" y="83622"/>
                  <a:pt x="412420" y="81894"/>
                </a:cubicBezTo>
                <a:cubicBezTo>
                  <a:pt x="407915" y="80165"/>
                  <a:pt x="404085" y="77583"/>
                  <a:pt x="400927" y="74147"/>
                </a:cubicBezTo>
                <a:cubicBezTo>
                  <a:pt x="397770" y="70711"/>
                  <a:pt x="395350" y="66422"/>
                  <a:pt x="393666" y="61279"/>
                </a:cubicBezTo>
                <a:cubicBezTo>
                  <a:pt x="391982" y="56136"/>
                  <a:pt x="391140" y="50149"/>
                  <a:pt x="391140" y="43319"/>
                </a:cubicBezTo>
                <a:cubicBezTo>
                  <a:pt x="391140" y="36362"/>
                  <a:pt x="392066" y="30186"/>
                  <a:pt x="393919" y="24790"/>
                </a:cubicBezTo>
                <a:cubicBezTo>
                  <a:pt x="395771" y="19394"/>
                  <a:pt x="398360" y="14862"/>
                  <a:pt x="401685" y="11194"/>
                </a:cubicBezTo>
                <a:cubicBezTo>
                  <a:pt x="405011" y="7525"/>
                  <a:pt x="408999" y="4742"/>
                  <a:pt x="413651" y="2845"/>
                </a:cubicBezTo>
                <a:cubicBezTo>
                  <a:pt x="418303" y="948"/>
                  <a:pt x="423428" y="0"/>
                  <a:pt x="429027" y="0"/>
                </a:cubicBezTo>
                <a:cubicBezTo>
                  <a:pt x="431300" y="0"/>
                  <a:pt x="433489" y="193"/>
                  <a:pt x="435594" y="578"/>
                </a:cubicBezTo>
                <a:cubicBezTo>
                  <a:pt x="437698" y="964"/>
                  <a:pt x="439645" y="1467"/>
                  <a:pt x="441434" y="2090"/>
                </a:cubicBezTo>
                <a:cubicBezTo>
                  <a:pt x="443223" y="2711"/>
                  <a:pt x="444834" y="3428"/>
                  <a:pt x="446265" y="4242"/>
                </a:cubicBezTo>
                <a:cubicBezTo>
                  <a:pt x="447696" y="5057"/>
                  <a:pt x="448696" y="5753"/>
                  <a:pt x="449264" y="6332"/>
                </a:cubicBezTo>
                <a:cubicBezTo>
                  <a:pt x="449833" y="6910"/>
                  <a:pt x="450222" y="7388"/>
                  <a:pt x="450432" y="7767"/>
                </a:cubicBezTo>
                <a:cubicBezTo>
                  <a:pt x="450643" y="8146"/>
                  <a:pt x="450811" y="8630"/>
                  <a:pt x="450938" y="9219"/>
                </a:cubicBezTo>
                <a:cubicBezTo>
                  <a:pt x="451064" y="9808"/>
                  <a:pt x="451159" y="10503"/>
                  <a:pt x="451222" y="11303"/>
                </a:cubicBezTo>
                <a:cubicBezTo>
                  <a:pt x="451285" y="12103"/>
                  <a:pt x="451316" y="13092"/>
                  <a:pt x="451316" y="14271"/>
                </a:cubicBezTo>
                <a:cubicBezTo>
                  <a:pt x="451316" y="15533"/>
                  <a:pt x="451274" y="16607"/>
                  <a:pt x="451190" y="17491"/>
                </a:cubicBezTo>
                <a:cubicBezTo>
                  <a:pt x="451106" y="18375"/>
                  <a:pt x="450959" y="19091"/>
                  <a:pt x="450748" y="19638"/>
                </a:cubicBezTo>
                <a:cubicBezTo>
                  <a:pt x="450538" y="20185"/>
                  <a:pt x="450285" y="20585"/>
                  <a:pt x="449990" y="20838"/>
                </a:cubicBezTo>
                <a:cubicBezTo>
                  <a:pt x="449696" y="21090"/>
                  <a:pt x="449359" y="21216"/>
                  <a:pt x="448980" y="21216"/>
                </a:cubicBezTo>
                <a:cubicBezTo>
                  <a:pt x="448349" y="21216"/>
                  <a:pt x="447549" y="20845"/>
                  <a:pt x="446581" y="20102"/>
                </a:cubicBezTo>
                <a:cubicBezTo>
                  <a:pt x="445612" y="19358"/>
                  <a:pt x="444360" y="18530"/>
                  <a:pt x="442824" y="17617"/>
                </a:cubicBezTo>
                <a:cubicBezTo>
                  <a:pt x="441287" y="16704"/>
                  <a:pt x="439456" y="15876"/>
                  <a:pt x="437330" y="15133"/>
                </a:cubicBezTo>
                <a:cubicBezTo>
                  <a:pt x="435204" y="14390"/>
                  <a:pt x="432668" y="14018"/>
                  <a:pt x="429721" y="14018"/>
                </a:cubicBezTo>
                <a:cubicBezTo>
                  <a:pt x="426480" y="14018"/>
                  <a:pt x="423586" y="14681"/>
                  <a:pt x="421039" y="16007"/>
                </a:cubicBezTo>
                <a:cubicBezTo>
                  <a:pt x="418492" y="17333"/>
                  <a:pt x="416324" y="19227"/>
                  <a:pt x="414535" y="21690"/>
                </a:cubicBezTo>
                <a:cubicBezTo>
                  <a:pt x="412746" y="24153"/>
                  <a:pt x="411388" y="27131"/>
                  <a:pt x="410462" y="30625"/>
                </a:cubicBezTo>
                <a:cubicBezTo>
                  <a:pt x="409536" y="34119"/>
                  <a:pt x="409073" y="38055"/>
                  <a:pt x="409073" y="42433"/>
                </a:cubicBezTo>
                <a:cubicBezTo>
                  <a:pt x="409073" y="47232"/>
                  <a:pt x="409568" y="51389"/>
                  <a:pt x="410557" y="54904"/>
                </a:cubicBezTo>
                <a:cubicBezTo>
                  <a:pt x="411546" y="58419"/>
                  <a:pt x="412956" y="61313"/>
                  <a:pt x="414788" y="63586"/>
                </a:cubicBezTo>
                <a:cubicBezTo>
                  <a:pt x="416619" y="65859"/>
                  <a:pt x="418829" y="67554"/>
                  <a:pt x="421418" y="68669"/>
                </a:cubicBezTo>
                <a:cubicBezTo>
                  <a:pt x="424007" y="69785"/>
                  <a:pt x="426922" y="70342"/>
                  <a:pt x="430163" y="70342"/>
                </a:cubicBezTo>
                <a:cubicBezTo>
                  <a:pt x="433110" y="70342"/>
                  <a:pt x="435657" y="69992"/>
                  <a:pt x="437804" y="69291"/>
                </a:cubicBezTo>
                <a:cubicBezTo>
                  <a:pt x="439951" y="68590"/>
                  <a:pt x="441792" y="67814"/>
                  <a:pt x="443329" y="66964"/>
                </a:cubicBezTo>
                <a:cubicBezTo>
                  <a:pt x="444865" y="66114"/>
                  <a:pt x="446128" y="65349"/>
                  <a:pt x="447117" y="64669"/>
                </a:cubicBezTo>
                <a:cubicBezTo>
                  <a:pt x="448107" y="63989"/>
                  <a:pt x="448875" y="63649"/>
                  <a:pt x="449422" y="63649"/>
                </a:cubicBezTo>
                <a:cubicBezTo>
                  <a:pt x="449843" y="63649"/>
                  <a:pt x="450180" y="63733"/>
                  <a:pt x="450432" y="63902"/>
                </a:cubicBezTo>
                <a:cubicBezTo>
                  <a:pt x="450685" y="64070"/>
                  <a:pt x="450895" y="64407"/>
                  <a:pt x="451064" y="64912"/>
                </a:cubicBezTo>
                <a:cubicBezTo>
                  <a:pt x="451232" y="65417"/>
                  <a:pt x="451359" y="66122"/>
                  <a:pt x="451443" y="67027"/>
                </a:cubicBezTo>
                <a:cubicBezTo>
                  <a:pt x="451527" y="67932"/>
                  <a:pt x="451569" y="69143"/>
                  <a:pt x="451569" y="70658"/>
                </a:cubicBezTo>
                <a:close/>
                <a:moveTo>
                  <a:pt x="519823" y="52218"/>
                </a:moveTo>
                <a:cubicBezTo>
                  <a:pt x="519823" y="57028"/>
                  <a:pt x="519191" y="61415"/>
                  <a:pt x="517928" y="65380"/>
                </a:cubicBezTo>
                <a:cubicBezTo>
                  <a:pt x="516666" y="69345"/>
                  <a:pt x="514750" y="72761"/>
                  <a:pt x="512182" y="75629"/>
                </a:cubicBezTo>
                <a:cubicBezTo>
                  <a:pt x="509614" y="78497"/>
                  <a:pt x="506394" y="80711"/>
                  <a:pt x="502521" y="82273"/>
                </a:cubicBezTo>
                <a:cubicBezTo>
                  <a:pt x="498648" y="83833"/>
                  <a:pt x="494123" y="84613"/>
                  <a:pt x="488945" y="84613"/>
                </a:cubicBezTo>
                <a:cubicBezTo>
                  <a:pt x="483936" y="84613"/>
                  <a:pt x="479579" y="83917"/>
                  <a:pt x="475874" y="82525"/>
                </a:cubicBezTo>
                <a:cubicBezTo>
                  <a:pt x="472170" y="81134"/>
                  <a:pt x="469097" y="79109"/>
                  <a:pt x="466655" y="76452"/>
                </a:cubicBezTo>
                <a:cubicBezTo>
                  <a:pt x="464214" y="73794"/>
                  <a:pt x="462404" y="70525"/>
                  <a:pt x="461225" y="66645"/>
                </a:cubicBezTo>
                <a:cubicBezTo>
                  <a:pt x="460046" y="62764"/>
                  <a:pt x="459457" y="58335"/>
                  <a:pt x="459457" y="53359"/>
                </a:cubicBezTo>
                <a:cubicBezTo>
                  <a:pt x="459457" y="48549"/>
                  <a:pt x="460099" y="44151"/>
                  <a:pt x="461383" y="40166"/>
                </a:cubicBezTo>
                <a:cubicBezTo>
                  <a:pt x="462667" y="36180"/>
                  <a:pt x="464593" y="32763"/>
                  <a:pt x="467161" y="29916"/>
                </a:cubicBezTo>
                <a:cubicBezTo>
                  <a:pt x="469728" y="27070"/>
                  <a:pt x="472938" y="24866"/>
                  <a:pt x="476790" y="23306"/>
                </a:cubicBezTo>
                <a:cubicBezTo>
                  <a:pt x="480642" y="21745"/>
                  <a:pt x="485157" y="20964"/>
                  <a:pt x="490334" y="20964"/>
                </a:cubicBezTo>
                <a:cubicBezTo>
                  <a:pt x="495386" y="20964"/>
                  <a:pt x="499764" y="21649"/>
                  <a:pt x="503468" y="23020"/>
                </a:cubicBezTo>
                <a:cubicBezTo>
                  <a:pt x="507173" y="24391"/>
                  <a:pt x="510235" y="26405"/>
                  <a:pt x="512656" y="29062"/>
                </a:cubicBezTo>
                <a:cubicBezTo>
                  <a:pt x="515076" y="31719"/>
                  <a:pt x="516876" y="34988"/>
                  <a:pt x="518055" y="38869"/>
                </a:cubicBezTo>
                <a:cubicBezTo>
                  <a:pt x="519233" y="42750"/>
                  <a:pt x="519823" y="47200"/>
                  <a:pt x="519823" y="52218"/>
                </a:cubicBezTo>
                <a:moveTo>
                  <a:pt x="503468" y="52852"/>
                </a:moveTo>
                <a:cubicBezTo>
                  <a:pt x="503468" y="50073"/>
                  <a:pt x="503247" y="47516"/>
                  <a:pt x="502805" y="45180"/>
                </a:cubicBezTo>
                <a:cubicBezTo>
                  <a:pt x="502363" y="42843"/>
                  <a:pt x="501616" y="40812"/>
                  <a:pt x="500564" y="39086"/>
                </a:cubicBezTo>
                <a:cubicBezTo>
                  <a:pt x="499511" y="37360"/>
                  <a:pt x="498112" y="36013"/>
                  <a:pt x="496365" y="35045"/>
                </a:cubicBezTo>
                <a:cubicBezTo>
                  <a:pt x="494618" y="34077"/>
                  <a:pt x="492418" y="33593"/>
                  <a:pt x="489766" y="33593"/>
                </a:cubicBezTo>
                <a:cubicBezTo>
                  <a:pt x="487409" y="33593"/>
                  <a:pt x="485346" y="34024"/>
                  <a:pt x="483578" y="34887"/>
                </a:cubicBezTo>
                <a:cubicBezTo>
                  <a:pt x="481810" y="35750"/>
                  <a:pt x="480358" y="37013"/>
                  <a:pt x="479221" y="38676"/>
                </a:cubicBezTo>
                <a:cubicBezTo>
                  <a:pt x="478085" y="40339"/>
                  <a:pt x="477232" y="42338"/>
                  <a:pt x="476664" y="44674"/>
                </a:cubicBezTo>
                <a:cubicBezTo>
                  <a:pt x="476095" y="47011"/>
                  <a:pt x="475811" y="49673"/>
                  <a:pt x="475811" y="52662"/>
                </a:cubicBezTo>
                <a:cubicBezTo>
                  <a:pt x="475811" y="55440"/>
                  <a:pt x="476043" y="57998"/>
                  <a:pt x="476506" y="60334"/>
                </a:cubicBezTo>
                <a:cubicBezTo>
                  <a:pt x="476969" y="62670"/>
                  <a:pt x="477716" y="64702"/>
                  <a:pt x="478748" y="66428"/>
                </a:cubicBezTo>
                <a:cubicBezTo>
                  <a:pt x="479779" y="68153"/>
                  <a:pt x="481179" y="69490"/>
                  <a:pt x="482947" y="70437"/>
                </a:cubicBezTo>
                <a:cubicBezTo>
                  <a:pt x="484715" y="71384"/>
                  <a:pt x="486904" y="71858"/>
                  <a:pt x="489514" y="71858"/>
                </a:cubicBezTo>
                <a:cubicBezTo>
                  <a:pt x="491913" y="71858"/>
                  <a:pt x="493997" y="71426"/>
                  <a:pt x="495765" y="70563"/>
                </a:cubicBezTo>
                <a:cubicBezTo>
                  <a:pt x="497533" y="69700"/>
                  <a:pt x="498985" y="68448"/>
                  <a:pt x="500122" y="66806"/>
                </a:cubicBezTo>
                <a:cubicBezTo>
                  <a:pt x="501258" y="65165"/>
                  <a:pt x="502100" y="63176"/>
                  <a:pt x="502648" y="60839"/>
                </a:cubicBezTo>
                <a:cubicBezTo>
                  <a:pt x="503195" y="58503"/>
                  <a:pt x="503468" y="55840"/>
                  <a:pt x="503468" y="52852"/>
                </a:cubicBezTo>
                <a:close/>
                <a:moveTo>
                  <a:pt x="586330" y="80949"/>
                </a:moveTo>
                <a:cubicBezTo>
                  <a:pt x="586330" y="81370"/>
                  <a:pt x="586203" y="81739"/>
                  <a:pt x="585951" y="82056"/>
                </a:cubicBezTo>
                <a:cubicBezTo>
                  <a:pt x="585698" y="82371"/>
                  <a:pt x="585277" y="82634"/>
                  <a:pt x="584688" y="82845"/>
                </a:cubicBezTo>
                <a:cubicBezTo>
                  <a:pt x="584099" y="83055"/>
                  <a:pt x="583288" y="83213"/>
                  <a:pt x="582257" y="83319"/>
                </a:cubicBezTo>
                <a:cubicBezTo>
                  <a:pt x="581226" y="83424"/>
                  <a:pt x="579952" y="83476"/>
                  <a:pt x="578437" y="83476"/>
                </a:cubicBezTo>
                <a:cubicBezTo>
                  <a:pt x="576879" y="83476"/>
                  <a:pt x="575585" y="83424"/>
                  <a:pt x="574553" y="83319"/>
                </a:cubicBezTo>
                <a:cubicBezTo>
                  <a:pt x="573522" y="83213"/>
                  <a:pt x="572712" y="83055"/>
                  <a:pt x="572122" y="82845"/>
                </a:cubicBezTo>
                <a:cubicBezTo>
                  <a:pt x="571533" y="82634"/>
                  <a:pt x="571112" y="82371"/>
                  <a:pt x="570859" y="82056"/>
                </a:cubicBezTo>
                <a:cubicBezTo>
                  <a:pt x="570607" y="81740"/>
                  <a:pt x="570481" y="81372"/>
                  <a:pt x="570481" y="80951"/>
                </a:cubicBezTo>
                <a:lnTo>
                  <a:pt x="570481" y="48810"/>
                </a:lnTo>
                <a:cubicBezTo>
                  <a:pt x="570481" y="46074"/>
                  <a:pt x="570281" y="43927"/>
                  <a:pt x="569881" y="42370"/>
                </a:cubicBezTo>
                <a:cubicBezTo>
                  <a:pt x="569481" y="40812"/>
                  <a:pt x="568902" y="39476"/>
                  <a:pt x="568144" y="38360"/>
                </a:cubicBezTo>
                <a:cubicBezTo>
                  <a:pt x="567386" y="37244"/>
                  <a:pt x="566408" y="36381"/>
                  <a:pt x="565208" y="35771"/>
                </a:cubicBezTo>
                <a:cubicBezTo>
                  <a:pt x="564008" y="35161"/>
                  <a:pt x="562609" y="34856"/>
                  <a:pt x="561009" y="34856"/>
                </a:cubicBezTo>
                <a:cubicBezTo>
                  <a:pt x="558988" y="34856"/>
                  <a:pt x="556947" y="35592"/>
                  <a:pt x="554884" y="37066"/>
                </a:cubicBezTo>
                <a:cubicBezTo>
                  <a:pt x="552821" y="38539"/>
                  <a:pt x="550674" y="40686"/>
                  <a:pt x="548443" y="43506"/>
                </a:cubicBezTo>
                <a:lnTo>
                  <a:pt x="548443" y="80951"/>
                </a:lnTo>
                <a:cubicBezTo>
                  <a:pt x="548443" y="81372"/>
                  <a:pt x="548317" y="81740"/>
                  <a:pt x="548064" y="82056"/>
                </a:cubicBezTo>
                <a:cubicBezTo>
                  <a:pt x="547812" y="82371"/>
                  <a:pt x="547380" y="82634"/>
                  <a:pt x="546770" y="82845"/>
                </a:cubicBezTo>
                <a:cubicBezTo>
                  <a:pt x="546160" y="83055"/>
                  <a:pt x="545349" y="83213"/>
                  <a:pt x="544339" y="83319"/>
                </a:cubicBezTo>
                <a:cubicBezTo>
                  <a:pt x="543329" y="83424"/>
                  <a:pt x="542045" y="83476"/>
                  <a:pt x="540487" y="83476"/>
                </a:cubicBezTo>
                <a:cubicBezTo>
                  <a:pt x="538930" y="83476"/>
                  <a:pt x="537646" y="83424"/>
                  <a:pt x="536635" y="83319"/>
                </a:cubicBezTo>
                <a:cubicBezTo>
                  <a:pt x="535625" y="83213"/>
                  <a:pt x="534815" y="83055"/>
                  <a:pt x="534204" y="82845"/>
                </a:cubicBezTo>
                <a:cubicBezTo>
                  <a:pt x="533594" y="82634"/>
                  <a:pt x="533162" y="82371"/>
                  <a:pt x="532910" y="82056"/>
                </a:cubicBezTo>
                <a:cubicBezTo>
                  <a:pt x="532657" y="81740"/>
                  <a:pt x="532531" y="81372"/>
                  <a:pt x="532531" y="80951"/>
                </a:cubicBezTo>
                <a:lnTo>
                  <a:pt x="532531" y="24626"/>
                </a:lnTo>
                <a:cubicBezTo>
                  <a:pt x="532531" y="24205"/>
                  <a:pt x="532636" y="23837"/>
                  <a:pt x="532847" y="23521"/>
                </a:cubicBezTo>
                <a:cubicBezTo>
                  <a:pt x="533057" y="23205"/>
                  <a:pt x="533436" y="22942"/>
                  <a:pt x="533983" y="22732"/>
                </a:cubicBezTo>
                <a:cubicBezTo>
                  <a:pt x="534531" y="22521"/>
                  <a:pt x="535236" y="22364"/>
                  <a:pt x="536099" y="22258"/>
                </a:cubicBezTo>
                <a:cubicBezTo>
                  <a:pt x="536962" y="22153"/>
                  <a:pt x="538046" y="22100"/>
                  <a:pt x="539351" y="22100"/>
                </a:cubicBezTo>
                <a:cubicBezTo>
                  <a:pt x="540698" y="22100"/>
                  <a:pt x="541813" y="22153"/>
                  <a:pt x="542697" y="22258"/>
                </a:cubicBezTo>
                <a:cubicBezTo>
                  <a:pt x="543581" y="22364"/>
                  <a:pt x="544265" y="22521"/>
                  <a:pt x="544749" y="22732"/>
                </a:cubicBezTo>
                <a:cubicBezTo>
                  <a:pt x="545233" y="22942"/>
                  <a:pt x="545581" y="23205"/>
                  <a:pt x="545791" y="23521"/>
                </a:cubicBezTo>
                <a:cubicBezTo>
                  <a:pt x="546002" y="23837"/>
                  <a:pt x="546107" y="24205"/>
                  <a:pt x="546107" y="24626"/>
                </a:cubicBezTo>
                <a:lnTo>
                  <a:pt x="546107" y="31130"/>
                </a:lnTo>
                <a:cubicBezTo>
                  <a:pt x="549222" y="27741"/>
                  <a:pt x="552390" y="25200"/>
                  <a:pt x="555610" y="23505"/>
                </a:cubicBezTo>
                <a:cubicBezTo>
                  <a:pt x="558830" y="21811"/>
                  <a:pt x="562188" y="20964"/>
                  <a:pt x="565682" y="20964"/>
                </a:cubicBezTo>
                <a:cubicBezTo>
                  <a:pt x="569512" y="20964"/>
                  <a:pt x="572743" y="21596"/>
                  <a:pt x="575374" y="22860"/>
                </a:cubicBezTo>
                <a:cubicBezTo>
                  <a:pt x="578005" y="24124"/>
                  <a:pt x="580131" y="25842"/>
                  <a:pt x="581752" y="28012"/>
                </a:cubicBezTo>
                <a:cubicBezTo>
                  <a:pt x="583372" y="30182"/>
                  <a:pt x="584541" y="32720"/>
                  <a:pt x="585256" y="35629"/>
                </a:cubicBezTo>
                <a:cubicBezTo>
                  <a:pt x="585972" y="38536"/>
                  <a:pt x="586330" y="42034"/>
                  <a:pt x="586330" y="46121"/>
                </a:cubicBezTo>
                <a:lnTo>
                  <a:pt x="586330" y="80949"/>
                </a:lnTo>
                <a:close/>
                <a:moveTo>
                  <a:pt x="634372" y="75351"/>
                </a:moveTo>
                <a:cubicBezTo>
                  <a:pt x="634372" y="77212"/>
                  <a:pt x="634256" y="78640"/>
                  <a:pt x="634024" y="79634"/>
                </a:cubicBezTo>
                <a:cubicBezTo>
                  <a:pt x="633793" y="80628"/>
                  <a:pt x="633488" y="81326"/>
                  <a:pt x="633109" y="81728"/>
                </a:cubicBezTo>
                <a:cubicBezTo>
                  <a:pt x="632730" y="82129"/>
                  <a:pt x="632172" y="82488"/>
                  <a:pt x="631435" y="82806"/>
                </a:cubicBezTo>
                <a:cubicBezTo>
                  <a:pt x="630699" y="83123"/>
                  <a:pt x="629836" y="83397"/>
                  <a:pt x="628846" y="83630"/>
                </a:cubicBezTo>
                <a:cubicBezTo>
                  <a:pt x="627857" y="83863"/>
                  <a:pt x="626784" y="84043"/>
                  <a:pt x="625626" y="84169"/>
                </a:cubicBezTo>
                <a:cubicBezTo>
                  <a:pt x="624468" y="84297"/>
                  <a:pt x="623300" y="84360"/>
                  <a:pt x="622122" y="84360"/>
                </a:cubicBezTo>
                <a:cubicBezTo>
                  <a:pt x="618964" y="84360"/>
                  <a:pt x="616228" y="83961"/>
                  <a:pt x="613913" y="83161"/>
                </a:cubicBezTo>
                <a:cubicBezTo>
                  <a:pt x="611598" y="82361"/>
                  <a:pt x="609682" y="81130"/>
                  <a:pt x="608167" y="79467"/>
                </a:cubicBezTo>
                <a:cubicBezTo>
                  <a:pt x="606651" y="77804"/>
                  <a:pt x="605536" y="75710"/>
                  <a:pt x="604820" y="73184"/>
                </a:cubicBezTo>
                <a:cubicBezTo>
                  <a:pt x="604105" y="70658"/>
                  <a:pt x="603747" y="67669"/>
                  <a:pt x="603747" y="64217"/>
                </a:cubicBezTo>
                <a:lnTo>
                  <a:pt x="603747" y="35361"/>
                </a:lnTo>
                <a:lnTo>
                  <a:pt x="596990" y="35361"/>
                </a:lnTo>
                <a:cubicBezTo>
                  <a:pt x="596190" y="35361"/>
                  <a:pt x="595580" y="34866"/>
                  <a:pt x="595159" y="33877"/>
                </a:cubicBezTo>
                <a:cubicBezTo>
                  <a:pt x="594738" y="32888"/>
                  <a:pt x="594528" y="31235"/>
                  <a:pt x="594528" y="28920"/>
                </a:cubicBezTo>
                <a:cubicBezTo>
                  <a:pt x="594528" y="27699"/>
                  <a:pt x="594580" y="26668"/>
                  <a:pt x="594686" y="25826"/>
                </a:cubicBezTo>
                <a:cubicBezTo>
                  <a:pt x="594791" y="24984"/>
                  <a:pt x="594949" y="24321"/>
                  <a:pt x="595159" y="23837"/>
                </a:cubicBezTo>
                <a:cubicBezTo>
                  <a:pt x="595370" y="23353"/>
                  <a:pt x="595633" y="23005"/>
                  <a:pt x="595948" y="22795"/>
                </a:cubicBezTo>
                <a:cubicBezTo>
                  <a:pt x="596264" y="22585"/>
                  <a:pt x="596632" y="22479"/>
                  <a:pt x="597053" y="22479"/>
                </a:cubicBezTo>
                <a:lnTo>
                  <a:pt x="603747" y="22479"/>
                </a:lnTo>
                <a:lnTo>
                  <a:pt x="603747" y="9862"/>
                </a:lnTo>
                <a:cubicBezTo>
                  <a:pt x="603747" y="9439"/>
                  <a:pt x="603862" y="9058"/>
                  <a:pt x="604094" y="8720"/>
                </a:cubicBezTo>
                <a:cubicBezTo>
                  <a:pt x="604326" y="8382"/>
                  <a:pt x="604746" y="8097"/>
                  <a:pt x="605357" y="7865"/>
                </a:cubicBezTo>
                <a:cubicBezTo>
                  <a:pt x="605967" y="7633"/>
                  <a:pt x="606788" y="7463"/>
                  <a:pt x="607820" y="7358"/>
                </a:cubicBezTo>
                <a:cubicBezTo>
                  <a:pt x="608851" y="7252"/>
                  <a:pt x="610124" y="7198"/>
                  <a:pt x="611640" y="7198"/>
                </a:cubicBezTo>
                <a:cubicBezTo>
                  <a:pt x="613197" y="7198"/>
                  <a:pt x="614492" y="7252"/>
                  <a:pt x="615523" y="7358"/>
                </a:cubicBezTo>
                <a:cubicBezTo>
                  <a:pt x="616554" y="7463"/>
                  <a:pt x="617365" y="7633"/>
                  <a:pt x="617954" y="7865"/>
                </a:cubicBezTo>
                <a:cubicBezTo>
                  <a:pt x="618543" y="8097"/>
                  <a:pt x="618964" y="8382"/>
                  <a:pt x="619217" y="8720"/>
                </a:cubicBezTo>
                <a:cubicBezTo>
                  <a:pt x="619470" y="9058"/>
                  <a:pt x="619596" y="9439"/>
                  <a:pt x="619596" y="9862"/>
                </a:cubicBezTo>
                <a:lnTo>
                  <a:pt x="619596" y="22479"/>
                </a:lnTo>
                <a:lnTo>
                  <a:pt x="631846" y="22479"/>
                </a:lnTo>
                <a:cubicBezTo>
                  <a:pt x="632267" y="22479"/>
                  <a:pt x="632635" y="22585"/>
                  <a:pt x="632951" y="22795"/>
                </a:cubicBezTo>
                <a:cubicBezTo>
                  <a:pt x="633267" y="23005"/>
                  <a:pt x="633530" y="23353"/>
                  <a:pt x="633740" y="23837"/>
                </a:cubicBezTo>
                <a:cubicBezTo>
                  <a:pt x="633951" y="24321"/>
                  <a:pt x="634108" y="24984"/>
                  <a:pt x="634214" y="25826"/>
                </a:cubicBezTo>
                <a:cubicBezTo>
                  <a:pt x="634319" y="26668"/>
                  <a:pt x="634372" y="27699"/>
                  <a:pt x="634372" y="28920"/>
                </a:cubicBezTo>
                <a:cubicBezTo>
                  <a:pt x="634372" y="31235"/>
                  <a:pt x="634161" y="32888"/>
                  <a:pt x="633740" y="33877"/>
                </a:cubicBezTo>
                <a:cubicBezTo>
                  <a:pt x="633319" y="34866"/>
                  <a:pt x="632709" y="35361"/>
                  <a:pt x="631909" y="35361"/>
                </a:cubicBezTo>
                <a:lnTo>
                  <a:pt x="619596" y="35361"/>
                </a:lnTo>
                <a:lnTo>
                  <a:pt x="619596" y="61771"/>
                </a:lnTo>
                <a:cubicBezTo>
                  <a:pt x="619596" y="64838"/>
                  <a:pt x="620080" y="67139"/>
                  <a:pt x="621048" y="68673"/>
                </a:cubicBezTo>
                <a:cubicBezTo>
                  <a:pt x="622016" y="70207"/>
                  <a:pt x="623742" y="70974"/>
                  <a:pt x="626226" y="70974"/>
                </a:cubicBezTo>
                <a:cubicBezTo>
                  <a:pt x="627068" y="70974"/>
                  <a:pt x="627826" y="70900"/>
                  <a:pt x="628499" y="70753"/>
                </a:cubicBezTo>
                <a:cubicBezTo>
                  <a:pt x="629173" y="70606"/>
                  <a:pt x="629773" y="70437"/>
                  <a:pt x="630299" y="70248"/>
                </a:cubicBezTo>
                <a:cubicBezTo>
                  <a:pt x="630825" y="70058"/>
                  <a:pt x="631267" y="69890"/>
                  <a:pt x="631625" y="69743"/>
                </a:cubicBezTo>
                <a:cubicBezTo>
                  <a:pt x="631983" y="69595"/>
                  <a:pt x="632309" y="69522"/>
                  <a:pt x="632604" y="69522"/>
                </a:cubicBezTo>
                <a:cubicBezTo>
                  <a:pt x="632856" y="69522"/>
                  <a:pt x="633098" y="69595"/>
                  <a:pt x="633330" y="69743"/>
                </a:cubicBezTo>
                <a:cubicBezTo>
                  <a:pt x="633561" y="69890"/>
                  <a:pt x="633740" y="70185"/>
                  <a:pt x="633866" y="70629"/>
                </a:cubicBezTo>
                <a:cubicBezTo>
                  <a:pt x="633993" y="71071"/>
                  <a:pt x="634108" y="71672"/>
                  <a:pt x="634214" y="72434"/>
                </a:cubicBezTo>
                <a:cubicBezTo>
                  <a:pt x="634319" y="73194"/>
                  <a:pt x="634372" y="74167"/>
                  <a:pt x="634372" y="75351"/>
                </a:cubicBezTo>
                <a:close/>
                <a:moveTo>
                  <a:pt x="681660" y="29804"/>
                </a:moveTo>
                <a:cubicBezTo>
                  <a:pt x="681660" y="31319"/>
                  <a:pt x="681618" y="32561"/>
                  <a:pt x="681533" y="33529"/>
                </a:cubicBezTo>
                <a:cubicBezTo>
                  <a:pt x="681449" y="34498"/>
                  <a:pt x="681323" y="35255"/>
                  <a:pt x="681155" y="35803"/>
                </a:cubicBezTo>
                <a:cubicBezTo>
                  <a:pt x="680986" y="36350"/>
                  <a:pt x="680765" y="36729"/>
                  <a:pt x="680492" y="36939"/>
                </a:cubicBezTo>
                <a:cubicBezTo>
                  <a:pt x="680218" y="37150"/>
                  <a:pt x="679871" y="37255"/>
                  <a:pt x="679450" y="37255"/>
                </a:cubicBezTo>
                <a:cubicBezTo>
                  <a:pt x="679113" y="37255"/>
                  <a:pt x="678734" y="37181"/>
                  <a:pt x="678313" y="37034"/>
                </a:cubicBezTo>
                <a:cubicBezTo>
                  <a:pt x="677892" y="36887"/>
                  <a:pt x="677419" y="36729"/>
                  <a:pt x="676892" y="36560"/>
                </a:cubicBezTo>
                <a:cubicBezTo>
                  <a:pt x="676366" y="36392"/>
                  <a:pt x="675787" y="36234"/>
                  <a:pt x="675156" y="36087"/>
                </a:cubicBezTo>
                <a:cubicBezTo>
                  <a:pt x="674524" y="35939"/>
                  <a:pt x="673830" y="35866"/>
                  <a:pt x="673072" y="35866"/>
                </a:cubicBezTo>
                <a:cubicBezTo>
                  <a:pt x="672188" y="35866"/>
                  <a:pt x="671304" y="36046"/>
                  <a:pt x="670420" y="36406"/>
                </a:cubicBezTo>
                <a:cubicBezTo>
                  <a:pt x="669536" y="36766"/>
                  <a:pt x="668621" y="37327"/>
                  <a:pt x="667673" y="38090"/>
                </a:cubicBezTo>
                <a:cubicBezTo>
                  <a:pt x="666726" y="38853"/>
                  <a:pt x="665737" y="39870"/>
                  <a:pt x="664706" y="41140"/>
                </a:cubicBezTo>
                <a:cubicBezTo>
                  <a:pt x="663674" y="42411"/>
                  <a:pt x="662569" y="43979"/>
                  <a:pt x="661391" y="45843"/>
                </a:cubicBezTo>
                <a:lnTo>
                  <a:pt x="661391" y="80951"/>
                </a:lnTo>
                <a:cubicBezTo>
                  <a:pt x="661391" y="81372"/>
                  <a:pt x="661264" y="81740"/>
                  <a:pt x="661012" y="82056"/>
                </a:cubicBezTo>
                <a:cubicBezTo>
                  <a:pt x="660759" y="82371"/>
                  <a:pt x="660328" y="82634"/>
                  <a:pt x="659717" y="82845"/>
                </a:cubicBezTo>
                <a:cubicBezTo>
                  <a:pt x="659107" y="83055"/>
                  <a:pt x="658296" y="83213"/>
                  <a:pt x="657286" y="83319"/>
                </a:cubicBezTo>
                <a:cubicBezTo>
                  <a:pt x="656276" y="83424"/>
                  <a:pt x="654992" y="83476"/>
                  <a:pt x="653434" y="83476"/>
                </a:cubicBezTo>
                <a:cubicBezTo>
                  <a:pt x="651877" y="83476"/>
                  <a:pt x="650593" y="83424"/>
                  <a:pt x="649583" y="83319"/>
                </a:cubicBezTo>
                <a:cubicBezTo>
                  <a:pt x="648572" y="83213"/>
                  <a:pt x="647762" y="83055"/>
                  <a:pt x="647152" y="82845"/>
                </a:cubicBezTo>
                <a:cubicBezTo>
                  <a:pt x="646541" y="82634"/>
                  <a:pt x="646110" y="82371"/>
                  <a:pt x="645857" y="82056"/>
                </a:cubicBezTo>
                <a:cubicBezTo>
                  <a:pt x="645605" y="81740"/>
                  <a:pt x="645478" y="81372"/>
                  <a:pt x="645478" y="80951"/>
                </a:cubicBezTo>
                <a:lnTo>
                  <a:pt x="645478" y="24626"/>
                </a:lnTo>
                <a:cubicBezTo>
                  <a:pt x="645478" y="24205"/>
                  <a:pt x="645583" y="23837"/>
                  <a:pt x="645794" y="23521"/>
                </a:cubicBezTo>
                <a:cubicBezTo>
                  <a:pt x="646004" y="23205"/>
                  <a:pt x="646383" y="22942"/>
                  <a:pt x="646931" y="22732"/>
                </a:cubicBezTo>
                <a:cubicBezTo>
                  <a:pt x="647478" y="22521"/>
                  <a:pt x="648183" y="22364"/>
                  <a:pt x="649046" y="22258"/>
                </a:cubicBezTo>
                <a:cubicBezTo>
                  <a:pt x="649909" y="22153"/>
                  <a:pt x="650993" y="22100"/>
                  <a:pt x="652298" y="22100"/>
                </a:cubicBezTo>
                <a:cubicBezTo>
                  <a:pt x="653645" y="22100"/>
                  <a:pt x="654760" y="22153"/>
                  <a:pt x="655644" y="22258"/>
                </a:cubicBezTo>
                <a:cubicBezTo>
                  <a:pt x="656528" y="22364"/>
                  <a:pt x="657212" y="22521"/>
                  <a:pt x="657697" y="22732"/>
                </a:cubicBezTo>
                <a:cubicBezTo>
                  <a:pt x="658181" y="22942"/>
                  <a:pt x="658528" y="23205"/>
                  <a:pt x="658738" y="23521"/>
                </a:cubicBezTo>
                <a:cubicBezTo>
                  <a:pt x="658949" y="23837"/>
                  <a:pt x="659054" y="24205"/>
                  <a:pt x="659054" y="24626"/>
                </a:cubicBezTo>
                <a:lnTo>
                  <a:pt x="659054" y="31635"/>
                </a:lnTo>
                <a:cubicBezTo>
                  <a:pt x="660528" y="29517"/>
                  <a:pt x="661917" y="27770"/>
                  <a:pt x="663222" y="26394"/>
                </a:cubicBezTo>
                <a:cubicBezTo>
                  <a:pt x="664527" y="25018"/>
                  <a:pt x="665769" y="23928"/>
                  <a:pt x="666947" y="23125"/>
                </a:cubicBezTo>
                <a:cubicBezTo>
                  <a:pt x="668126" y="22319"/>
                  <a:pt x="669305" y="21758"/>
                  <a:pt x="670483" y="21441"/>
                </a:cubicBezTo>
                <a:cubicBezTo>
                  <a:pt x="671662" y="21123"/>
                  <a:pt x="672841" y="20964"/>
                  <a:pt x="674019" y="20964"/>
                </a:cubicBezTo>
                <a:cubicBezTo>
                  <a:pt x="674567" y="20964"/>
                  <a:pt x="675156" y="20995"/>
                  <a:pt x="675787" y="21059"/>
                </a:cubicBezTo>
                <a:cubicBezTo>
                  <a:pt x="676419" y="21122"/>
                  <a:pt x="677071" y="21227"/>
                  <a:pt x="677745" y="21374"/>
                </a:cubicBezTo>
                <a:cubicBezTo>
                  <a:pt x="678418" y="21522"/>
                  <a:pt x="679008" y="21690"/>
                  <a:pt x="679513" y="21879"/>
                </a:cubicBezTo>
                <a:cubicBezTo>
                  <a:pt x="680018" y="22069"/>
                  <a:pt x="680386" y="22269"/>
                  <a:pt x="680618" y="22479"/>
                </a:cubicBezTo>
                <a:cubicBezTo>
                  <a:pt x="680849" y="22690"/>
                  <a:pt x="681018" y="22921"/>
                  <a:pt x="681123" y="23174"/>
                </a:cubicBezTo>
                <a:cubicBezTo>
                  <a:pt x="681228" y="23426"/>
                  <a:pt x="681323" y="23774"/>
                  <a:pt x="681407" y="24216"/>
                </a:cubicBezTo>
                <a:cubicBezTo>
                  <a:pt x="681491" y="24658"/>
                  <a:pt x="681555" y="25321"/>
                  <a:pt x="681597" y="26205"/>
                </a:cubicBezTo>
                <a:cubicBezTo>
                  <a:pt x="681639" y="27089"/>
                  <a:pt x="681660" y="28289"/>
                  <a:pt x="681660" y="29804"/>
                </a:cubicBezTo>
                <a:close/>
                <a:moveTo>
                  <a:pt x="737139" y="81138"/>
                </a:moveTo>
                <a:cubicBezTo>
                  <a:pt x="737139" y="81727"/>
                  <a:pt x="736928" y="82191"/>
                  <a:pt x="736507" y="82529"/>
                </a:cubicBezTo>
                <a:cubicBezTo>
                  <a:pt x="736086" y="82866"/>
                  <a:pt x="735423" y="83108"/>
                  <a:pt x="734518" y="83255"/>
                </a:cubicBezTo>
                <a:cubicBezTo>
                  <a:pt x="733613" y="83403"/>
                  <a:pt x="732277" y="83476"/>
                  <a:pt x="730509" y="83476"/>
                </a:cubicBezTo>
                <a:cubicBezTo>
                  <a:pt x="728614" y="83476"/>
                  <a:pt x="727236" y="83403"/>
                  <a:pt x="726373" y="83255"/>
                </a:cubicBezTo>
                <a:cubicBezTo>
                  <a:pt x="725510" y="83108"/>
                  <a:pt x="724899" y="82866"/>
                  <a:pt x="724542" y="82529"/>
                </a:cubicBezTo>
                <a:cubicBezTo>
                  <a:pt x="724184" y="82192"/>
                  <a:pt x="724005" y="81729"/>
                  <a:pt x="724005" y="81140"/>
                </a:cubicBezTo>
                <a:lnTo>
                  <a:pt x="724005" y="76657"/>
                </a:lnTo>
                <a:cubicBezTo>
                  <a:pt x="721690" y="79141"/>
                  <a:pt x="719048" y="81087"/>
                  <a:pt x="716080" y="82498"/>
                </a:cubicBezTo>
                <a:cubicBezTo>
                  <a:pt x="713113" y="83908"/>
                  <a:pt x="709819" y="84613"/>
                  <a:pt x="706198" y="84613"/>
                </a:cubicBezTo>
                <a:cubicBezTo>
                  <a:pt x="703209" y="84613"/>
                  <a:pt x="700463" y="84222"/>
                  <a:pt x="697958" y="83441"/>
                </a:cubicBezTo>
                <a:cubicBezTo>
                  <a:pt x="695453" y="82659"/>
                  <a:pt x="693285" y="81498"/>
                  <a:pt x="691454" y="79956"/>
                </a:cubicBezTo>
                <a:cubicBezTo>
                  <a:pt x="689623" y="78414"/>
                  <a:pt x="688202" y="76504"/>
                  <a:pt x="687192" y="74224"/>
                </a:cubicBezTo>
                <a:cubicBezTo>
                  <a:pt x="686182" y="71943"/>
                  <a:pt x="685676" y="69282"/>
                  <a:pt x="685676" y="66240"/>
                </a:cubicBezTo>
                <a:cubicBezTo>
                  <a:pt x="685676" y="62945"/>
                  <a:pt x="686318" y="60083"/>
                  <a:pt x="687602" y="57654"/>
                </a:cubicBezTo>
                <a:cubicBezTo>
                  <a:pt x="688886" y="55226"/>
                  <a:pt x="690802" y="53220"/>
                  <a:pt x="693348" y="51636"/>
                </a:cubicBezTo>
                <a:cubicBezTo>
                  <a:pt x="695895" y="50052"/>
                  <a:pt x="699063" y="48880"/>
                  <a:pt x="702852" y="48120"/>
                </a:cubicBezTo>
                <a:cubicBezTo>
                  <a:pt x="706640" y="47359"/>
                  <a:pt x="711039" y="46979"/>
                  <a:pt x="716049" y="46979"/>
                </a:cubicBezTo>
                <a:lnTo>
                  <a:pt x="721542" y="46979"/>
                </a:lnTo>
                <a:lnTo>
                  <a:pt x="721542" y="43585"/>
                </a:lnTo>
                <a:cubicBezTo>
                  <a:pt x="721542" y="41825"/>
                  <a:pt x="721363" y="40285"/>
                  <a:pt x="721006" y="38966"/>
                </a:cubicBezTo>
                <a:cubicBezTo>
                  <a:pt x="720648" y="37645"/>
                  <a:pt x="720058" y="36545"/>
                  <a:pt x="719238" y="35665"/>
                </a:cubicBezTo>
                <a:cubicBezTo>
                  <a:pt x="718417" y="34784"/>
                  <a:pt x="717322" y="34135"/>
                  <a:pt x="715954" y="33717"/>
                </a:cubicBezTo>
                <a:cubicBezTo>
                  <a:pt x="714586" y="33297"/>
                  <a:pt x="712892" y="33087"/>
                  <a:pt x="710871" y="33087"/>
                </a:cubicBezTo>
                <a:cubicBezTo>
                  <a:pt x="708219" y="33087"/>
                  <a:pt x="705851" y="33382"/>
                  <a:pt x="703767" y="33971"/>
                </a:cubicBezTo>
                <a:cubicBezTo>
                  <a:pt x="701683" y="34561"/>
                  <a:pt x="699842" y="35213"/>
                  <a:pt x="698242" y="35929"/>
                </a:cubicBezTo>
                <a:cubicBezTo>
                  <a:pt x="696642" y="36645"/>
                  <a:pt x="695306" y="37297"/>
                  <a:pt x="694232" y="37886"/>
                </a:cubicBezTo>
                <a:cubicBezTo>
                  <a:pt x="693159" y="38476"/>
                  <a:pt x="692286" y="38770"/>
                  <a:pt x="691612" y="38770"/>
                </a:cubicBezTo>
                <a:cubicBezTo>
                  <a:pt x="691149" y="38770"/>
                  <a:pt x="690739" y="38622"/>
                  <a:pt x="690381" y="38326"/>
                </a:cubicBezTo>
                <a:cubicBezTo>
                  <a:pt x="690023" y="38030"/>
                  <a:pt x="689728" y="37608"/>
                  <a:pt x="689497" y="37058"/>
                </a:cubicBezTo>
                <a:cubicBezTo>
                  <a:pt x="689265" y="36508"/>
                  <a:pt x="689086" y="35831"/>
                  <a:pt x="688960" y="35027"/>
                </a:cubicBezTo>
                <a:cubicBezTo>
                  <a:pt x="688834" y="34222"/>
                  <a:pt x="688771" y="33333"/>
                  <a:pt x="688771" y="32361"/>
                </a:cubicBezTo>
                <a:cubicBezTo>
                  <a:pt x="688771" y="31050"/>
                  <a:pt x="688876" y="30013"/>
                  <a:pt x="689086" y="29251"/>
                </a:cubicBezTo>
                <a:cubicBezTo>
                  <a:pt x="689297" y="28490"/>
                  <a:pt x="689697" y="27802"/>
                  <a:pt x="690286" y="27189"/>
                </a:cubicBezTo>
                <a:cubicBezTo>
                  <a:pt x="690875" y="26575"/>
                  <a:pt x="691907" y="25900"/>
                  <a:pt x="693380" y="25163"/>
                </a:cubicBezTo>
                <a:cubicBezTo>
                  <a:pt x="694853" y="24426"/>
                  <a:pt x="696579" y="23742"/>
                  <a:pt x="698558" y="23111"/>
                </a:cubicBezTo>
                <a:cubicBezTo>
                  <a:pt x="700536" y="22479"/>
                  <a:pt x="702694" y="21964"/>
                  <a:pt x="705030" y="21564"/>
                </a:cubicBezTo>
                <a:cubicBezTo>
                  <a:pt x="707366" y="21164"/>
                  <a:pt x="709776" y="20964"/>
                  <a:pt x="712260" y="20964"/>
                </a:cubicBezTo>
                <a:cubicBezTo>
                  <a:pt x="716680" y="20964"/>
                  <a:pt x="720458" y="21396"/>
                  <a:pt x="723594" y="22260"/>
                </a:cubicBezTo>
                <a:cubicBezTo>
                  <a:pt x="726731" y="23123"/>
                  <a:pt x="729309" y="24451"/>
                  <a:pt x="731330" y="26242"/>
                </a:cubicBezTo>
                <a:cubicBezTo>
                  <a:pt x="733350" y="28033"/>
                  <a:pt x="734824" y="30339"/>
                  <a:pt x="735750" y="33162"/>
                </a:cubicBezTo>
                <a:cubicBezTo>
                  <a:pt x="736676" y="35986"/>
                  <a:pt x="737139" y="39335"/>
                  <a:pt x="737139" y="43212"/>
                </a:cubicBezTo>
                <a:lnTo>
                  <a:pt x="737139" y="81138"/>
                </a:lnTo>
                <a:moveTo>
                  <a:pt x="721542" y="56956"/>
                </a:moveTo>
                <a:lnTo>
                  <a:pt x="715480" y="56956"/>
                </a:lnTo>
                <a:cubicBezTo>
                  <a:pt x="712913" y="56956"/>
                  <a:pt x="710724" y="57147"/>
                  <a:pt x="708913" y="57528"/>
                </a:cubicBezTo>
                <a:cubicBezTo>
                  <a:pt x="707103" y="57910"/>
                  <a:pt x="705630" y="58483"/>
                  <a:pt x="704493" y="59247"/>
                </a:cubicBezTo>
                <a:cubicBezTo>
                  <a:pt x="703357" y="60010"/>
                  <a:pt x="702525" y="60933"/>
                  <a:pt x="701999" y="62015"/>
                </a:cubicBezTo>
                <a:cubicBezTo>
                  <a:pt x="701473" y="63097"/>
                  <a:pt x="701210" y="64337"/>
                  <a:pt x="701210" y="65737"/>
                </a:cubicBezTo>
                <a:cubicBezTo>
                  <a:pt x="701210" y="68113"/>
                  <a:pt x="701957" y="69979"/>
                  <a:pt x="703452" y="71337"/>
                </a:cubicBezTo>
                <a:cubicBezTo>
                  <a:pt x="704946" y="72695"/>
                  <a:pt x="707019" y="73373"/>
                  <a:pt x="709671" y="73373"/>
                </a:cubicBezTo>
                <a:cubicBezTo>
                  <a:pt x="711902" y="73373"/>
                  <a:pt x="713954" y="72801"/>
                  <a:pt x="715828" y="71657"/>
                </a:cubicBezTo>
                <a:cubicBezTo>
                  <a:pt x="717701" y="70511"/>
                  <a:pt x="719606" y="68835"/>
                  <a:pt x="721542" y="66629"/>
                </a:cubicBezTo>
                <a:lnTo>
                  <a:pt x="721542" y="56956"/>
                </a:lnTo>
                <a:close/>
                <a:moveTo>
                  <a:pt x="795487" y="71984"/>
                </a:moveTo>
                <a:cubicBezTo>
                  <a:pt x="795487" y="73079"/>
                  <a:pt x="795456" y="73994"/>
                  <a:pt x="795393" y="74731"/>
                </a:cubicBezTo>
                <a:cubicBezTo>
                  <a:pt x="795329" y="75468"/>
                  <a:pt x="795245" y="76089"/>
                  <a:pt x="795140" y="76594"/>
                </a:cubicBezTo>
                <a:cubicBezTo>
                  <a:pt x="795035" y="77099"/>
                  <a:pt x="794908" y="77509"/>
                  <a:pt x="794761" y="77825"/>
                </a:cubicBezTo>
                <a:cubicBezTo>
                  <a:pt x="794614" y="78141"/>
                  <a:pt x="794288" y="78541"/>
                  <a:pt x="793782" y="79025"/>
                </a:cubicBezTo>
                <a:cubicBezTo>
                  <a:pt x="793277" y="79509"/>
                  <a:pt x="792414" y="80098"/>
                  <a:pt x="791193" y="80793"/>
                </a:cubicBezTo>
                <a:cubicBezTo>
                  <a:pt x="789973" y="81487"/>
                  <a:pt x="788584" y="82108"/>
                  <a:pt x="787026" y="82656"/>
                </a:cubicBezTo>
                <a:cubicBezTo>
                  <a:pt x="785468" y="83203"/>
                  <a:pt x="783774" y="83645"/>
                  <a:pt x="781943" y="83982"/>
                </a:cubicBezTo>
                <a:cubicBezTo>
                  <a:pt x="780112" y="84318"/>
                  <a:pt x="778228" y="84487"/>
                  <a:pt x="776292" y="84487"/>
                </a:cubicBezTo>
                <a:cubicBezTo>
                  <a:pt x="771956" y="84487"/>
                  <a:pt x="768114" y="83813"/>
                  <a:pt x="764768" y="82466"/>
                </a:cubicBezTo>
                <a:cubicBezTo>
                  <a:pt x="761421" y="81119"/>
                  <a:pt x="758611" y="79130"/>
                  <a:pt x="756338" y="76499"/>
                </a:cubicBezTo>
                <a:cubicBezTo>
                  <a:pt x="754065" y="73868"/>
                  <a:pt x="752349" y="70658"/>
                  <a:pt x="751192" y="66870"/>
                </a:cubicBezTo>
                <a:cubicBezTo>
                  <a:pt x="750034" y="63081"/>
                  <a:pt x="749455" y="58745"/>
                  <a:pt x="749455" y="53862"/>
                </a:cubicBezTo>
                <a:cubicBezTo>
                  <a:pt x="749455" y="48221"/>
                  <a:pt x="750160" y="43348"/>
                  <a:pt x="751571" y="39244"/>
                </a:cubicBezTo>
                <a:cubicBezTo>
                  <a:pt x="752981" y="35140"/>
                  <a:pt x="754949" y="31740"/>
                  <a:pt x="757475" y="29046"/>
                </a:cubicBezTo>
                <a:cubicBezTo>
                  <a:pt x="760000" y="26352"/>
                  <a:pt x="762989" y="24353"/>
                  <a:pt x="766441" y="23048"/>
                </a:cubicBezTo>
                <a:cubicBezTo>
                  <a:pt x="769893" y="21743"/>
                  <a:pt x="773682" y="21090"/>
                  <a:pt x="777807" y="21090"/>
                </a:cubicBezTo>
                <a:cubicBezTo>
                  <a:pt x="779491" y="21090"/>
                  <a:pt x="781143" y="21237"/>
                  <a:pt x="782764" y="21532"/>
                </a:cubicBezTo>
                <a:cubicBezTo>
                  <a:pt x="784384" y="21827"/>
                  <a:pt x="785900" y="22227"/>
                  <a:pt x="787310" y="22732"/>
                </a:cubicBezTo>
                <a:cubicBezTo>
                  <a:pt x="788720" y="23237"/>
                  <a:pt x="789983" y="23805"/>
                  <a:pt x="791099" y="24437"/>
                </a:cubicBezTo>
                <a:cubicBezTo>
                  <a:pt x="792214" y="25068"/>
                  <a:pt x="793004" y="25615"/>
                  <a:pt x="793467" y="26078"/>
                </a:cubicBezTo>
                <a:cubicBezTo>
                  <a:pt x="793930" y="26542"/>
                  <a:pt x="794256" y="26931"/>
                  <a:pt x="794445" y="27247"/>
                </a:cubicBezTo>
                <a:cubicBezTo>
                  <a:pt x="794635" y="27562"/>
                  <a:pt x="794782" y="27973"/>
                  <a:pt x="794887" y="28478"/>
                </a:cubicBezTo>
                <a:cubicBezTo>
                  <a:pt x="794993" y="28983"/>
                  <a:pt x="795077" y="29604"/>
                  <a:pt x="795140" y="30341"/>
                </a:cubicBezTo>
                <a:cubicBezTo>
                  <a:pt x="795203" y="31077"/>
                  <a:pt x="795235" y="31972"/>
                  <a:pt x="795235" y="33024"/>
                </a:cubicBezTo>
                <a:cubicBezTo>
                  <a:pt x="795235" y="35466"/>
                  <a:pt x="795024" y="37181"/>
                  <a:pt x="794603" y="38171"/>
                </a:cubicBezTo>
                <a:cubicBezTo>
                  <a:pt x="794182" y="39160"/>
                  <a:pt x="793635" y="39654"/>
                  <a:pt x="792962" y="39654"/>
                </a:cubicBezTo>
                <a:cubicBezTo>
                  <a:pt x="792246" y="39654"/>
                  <a:pt x="791488" y="39360"/>
                  <a:pt x="790688" y="38770"/>
                </a:cubicBezTo>
                <a:cubicBezTo>
                  <a:pt x="789889" y="38181"/>
                  <a:pt x="788941" y="37529"/>
                  <a:pt x="787847" y="36813"/>
                </a:cubicBezTo>
                <a:cubicBezTo>
                  <a:pt x="786752" y="36097"/>
                  <a:pt x="785447" y="35445"/>
                  <a:pt x="783932" y="34856"/>
                </a:cubicBezTo>
                <a:cubicBezTo>
                  <a:pt x="782416" y="34266"/>
                  <a:pt x="780606" y="33971"/>
                  <a:pt x="778502" y="33971"/>
                </a:cubicBezTo>
                <a:cubicBezTo>
                  <a:pt x="774376" y="33971"/>
                  <a:pt x="771219" y="35561"/>
                  <a:pt x="769030" y="38739"/>
                </a:cubicBezTo>
                <a:cubicBezTo>
                  <a:pt x="766841" y="41917"/>
                  <a:pt x="765746" y="46579"/>
                  <a:pt x="765746" y="52725"/>
                </a:cubicBezTo>
                <a:cubicBezTo>
                  <a:pt x="765746" y="55756"/>
                  <a:pt x="766020" y="58429"/>
                  <a:pt x="766567" y="60745"/>
                </a:cubicBezTo>
                <a:cubicBezTo>
                  <a:pt x="767115" y="63060"/>
                  <a:pt x="767925" y="64996"/>
                  <a:pt x="768998" y="66554"/>
                </a:cubicBezTo>
                <a:cubicBezTo>
                  <a:pt x="770072" y="68111"/>
                  <a:pt x="771419" y="69280"/>
                  <a:pt x="773040" y="70058"/>
                </a:cubicBezTo>
                <a:cubicBezTo>
                  <a:pt x="774660" y="70837"/>
                  <a:pt x="776544" y="71226"/>
                  <a:pt x="778691" y="71226"/>
                </a:cubicBezTo>
                <a:cubicBezTo>
                  <a:pt x="780880" y="71226"/>
                  <a:pt x="782764" y="70900"/>
                  <a:pt x="784342" y="70248"/>
                </a:cubicBezTo>
                <a:cubicBezTo>
                  <a:pt x="785921" y="69595"/>
                  <a:pt x="787300" y="68869"/>
                  <a:pt x="788478" y="68069"/>
                </a:cubicBezTo>
                <a:cubicBezTo>
                  <a:pt x="789657" y="67269"/>
                  <a:pt x="790646" y="66543"/>
                  <a:pt x="791446" y="65891"/>
                </a:cubicBezTo>
                <a:cubicBezTo>
                  <a:pt x="792246" y="65238"/>
                  <a:pt x="792919" y="64912"/>
                  <a:pt x="793467" y="64912"/>
                </a:cubicBezTo>
                <a:cubicBezTo>
                  <a:pt x="793846" y="64912"/>
                  <a:pt x="794161" y="65017"/>
                  <a:pt x="794414" y="65228"/>
                </a:cubicBezTo>
                <a:cubicBezTo>
                  <a:pt x="794666" y="65438"/>
                  <a:pt x="794866" y="65828"/>
                  <a:pt x="795014" y="66396"/>
                </a:cubicBezTo>
                <a:cubicBezTo>
                  <a:pt x="795161" y="66964"/>
                  <a:pt x="795277" y="67690"/>
                  <a:pt x="795361" y="68574"/>
                </a:cubicBezTo>
                <a:cubicBezTo>
                  <a:pt x="795445" y="69458"/>
                  <a:pt x="795487" y="70595"/>
                  <a:pt x="795487" y="71984"/>
                </a:cubicBezTo>
                <a:close/>
                <a:moveTo>
                  <a:pt x="840739" y="75351"/>
                </a:moveTo>
                <a:cubicBezTo>
                  <a:pt x="840739" y="77212"/>
                  <a:pt x="840623" y="78640"/>
                  <a:pt x="840391" y="79634"/>
                </a:cubicBezTo>
                <a:cubicBezTo>
                  <a:pt x="840160" y="80628"/>
                  <a:pt x="839854" y="81326"/>
                  <a:pt x="839476" y="81728"/>
                </a:cubicBezTo>
                <a:cubicBezTo>
                  <a:pt x="839097" y="82129"/>
                  <a:pt x="838539" y="82488"/>
                  <a:pt x="837802" y="82806"/>
                </a:cubicBezTo>
                <a:cubicBezTo>
                  <a:pt x="837066" y="83123"/>
                  <a:pt x="836203" y="83397"/>
                  <a:pt x="835213" y="83630"/>
                </a:cubicBezTo>
                <a:cubicBezTo>
                  <a:pt x="834224" y="83863"/>
                  <a:pt x="833151" y="84043"/>
                  <a:pt x="831993" y="84169"/>
                </a:cubicBezTo>
                <a:cubicBezTo>
                  <a:pt x="830835" y="84297"/>
                  <a:pt x="829667" y="84360"/>
                  <a:pt x="828489" y="84360"/>
                </a:cubicBezTo>
                <a:cubicBezTo>
                  <a:pt x="825331" y="84360"/>
                  <a:pt x="822595" y="83961"/>
                  <a:pt x="820280" y="83161"/>
                </a:cubicBezTo>
                <a:cubicBezTo>
                  <a:pt x="817965" y="82361"/>
                  <a:pt x="816049" y="81130"/>
                  <a:pt x="814534" y="79467"/>
                </a:cubicBezTo>
                <a:cubicBezTo>
                  <a:pt x="813018" y="77804"/>
                  <a:pt x="811903" y="75710"/>
                  <a:pt x="811187" y="73184"/>
                </a:cubicBezTo>
                <a:cubicBezTo>
                  <a:pt x="810471" y="70658"/>
                  <a:pt x="810114" y="67669"/>
                  <a:pt x="810114" y="64217"/>
                </a:cubicBezTo>
                <a:lnTo>
                  <a:pt x="810114" y="35361"/>
                </a:lnTo>
                <a:lnTo>
                  <a:pt x="803357" y="35361"/>
                </a:lnTo>
                <a:cubicBezTo>
                  <a:pt x="802557" y="35361"/>
                  <a:pt x="801947" y="34866"/>
                  <a:pt x="801526" y="33877"/>
                </a:cubicBezTo>
                <a:cubicBezTo>
                  <a:pt x="801105" y="32888"/>
                  <a:pt x="800895" y="31235"/>
                  <a:pt x="800895" y="28920"/>
                </a:cubicBezTo>
                <a:cubicBezTo>
                  <a:pt x="800895" y="27699"/>
                  <a:pt x="800947" y="26668"/>
                  <a:pt x="801052" y="25826"/>
                </a:cubicBezTo>
                <a:cubicBezTo>
                  <a:pt x="801158" y="24984"/>
                  <a:pt x="801316" y="24321"/>
                  <a:pt x="801526" y="23837"/>
                </a:cubicBezTo>
                <a:cubicBezTo>
                  <a:pt x="801737" y="23353"/>
                  <a:pt x="802000" y="23005"/>
                  <a:pt x="802315" y="22795"/>
                </a:cubicBezTo>
                <a:cubicBezTo>
                  <a:pt x="802631" y="22585"/>
                  <a:pt x="802999" y="22479"/>
                  <a:pt x="803420" y="22479"/>
                </a:cubicBezTo>
                <a:lnTo>
                  <a:pt x="810114" y="22479"/>
                </a:lnTo>
                <a:lnTo>
                  <a:pt x="810114" y="9862"/>
                </a:lnTo>
                <a:cubicBezTo>
                  <a:pt x="810114" y="9439"/>
                  <a:pt x="810229" y="9058"/>
                  <a:pt x="810461" y="8720"/>
                </a:cubicBezTo>
                <a:cubicBezTo>
                  <a:pt x="810692" y="8382"/>
                  <a:pt x="811113" y="8097"/>
                  <a:pt x="811724" y="7865"/>
                </a:cubicBezTo>
                <a:cubicBezTo>
                  <a:pt x="812334" y="7633"/>
                  <a:pt x="813155" y="7463"/>
                  <a:pt x="814186" y="7358"/>
                </a:cubicBezTo>
                <a:cubicBezTo>
                  <a:pt x="815218" y="7252"/>
                  <a:pt x="816491" y="7198"/>
                  <a:pt x="818007" y="7198"/>
                </a:cubicBezTo>
                <a:cubicBezTo>
                  <a:pt x="819564" y="7198"/>
                  <a:pt x="820859" y="7252"/>
                  <a:pt x="821890" y="7358"/>
                </a:cubicBezTo>
                <a:cubicBezTo>
                  <a:pt x="822921" y="7463"/>
                  <a:pt x="823732" y="7633"/>
                  <a:pt x="824321" y="7865"/>
                </a:cubicBezTo>
                <a:cubicBezTo>
                  <a:pt x="824910" y="8097"/>
                  <a:pt x="825331" y="8382"/>
                  <a:pt x="825584" y="8720"/>
                </a:cubicBezTo>
                <a:cubicBezTo>
                  <a:pt x="825837" y="9058"/>
                  <a:pt x="825963" y="9439"/>
                  <a:pt x="825963" y="9862"/>
                </a:cubicBezTo>
                <a:lnTo>
                  <a:pt x="825963" y="22479"/>
                </a:lnTo>
                <a:lnTo>
                  <a:pt x="838213" y="22479"/>
                </a:lnTo>
                <a:cubicBezTo>
                  <a:pt x="838634" y="22479"/>
                  <a:pt x="839002" y="22585"/>
                  <a:pt x="839318" y="22795"/>
                </a:cubicBezTo>
                <a:cubicBezTo>
                  <a:pt x="839633" y="23005"/>
                  <a:pt x="839897" y="23353"/>
                  <a:pt x="840107" y="23837"/>
                </a:cubicBezTo>
                <a:cubicBezTo>
                  <a:pt x="840318" y="24321"/>
                  <a:pt x="840475" y="24984"/>
                  <a:pt x="840581" y="25826"/>
                </a:cubicBezTo>
                <a:cubicBezTo>
                  <a:pt x="840686" y="26668"/>
                  <a:pt x="840739" y="27699"/>
                  <a:pt x="840739" y="28920"/>
                </a:cubicBezTo>
                <a:cubicBezTo>
                  <a:pt x="840739" y="31235"/>
                  <a:pt x="840528" y="32888"/>
                  <a:pt x="840107" y="33877"/>
                </a:cubicBezTo>
                <a:cubicBezTo>
                  <a:pt x="839686" y="34866"/>
                  <a:pt x="839076" y="35361"/>
                  <a:pt x="838276" y="35361"/>
                </a:cubicBezTo>
                <a:lnTo>
                  <a:pt x="825963" y="35361"/>
                </a:lnTo>
                <a:lnTo>
                  <a:pt x="825963" y="61771"/>
                </a:lnTo>
                <a:cubicBezTo>
                  <a:pt x="825963" y="64838"/>
                  <a:pt x="826447" y="67139"/>
                  <a:pt x="827415" y="68673"/>
                </a:cubicBezTo>
                <a:cubicBezTo>
                  <a:pt x="828383" y="70207"/>
                  <a:pt x="830109" y="70974"/>
                  <a:pt x="832593" y="70974"/>
                </a:cubicBezTo>
                <a:cubicBezTo>
                  <a:pt x="833435" y="70974"/>
                  <a:pt x="834193" y="70900"/>
                  <a:pt x="834866" y="70753"/>
                </a:cubicBezTo>
                <a:cubicBezTo>
                  <a:pt x="835540" y="70606"/>
                  <a:pt x="836140" y="70437"/>
                  <a:pt x="836666" y="70248"/>
                </a:cubicBezTo>
                <a:cubicBezTo>
                  <a:pt x="837192" y="70058"/>
                  <a:pt x="837634" y="69890"/>
                  <a:pt x="837992" y="69743"/>
                </a:cubicBezTo>
                <a:cubicBezTo>
                  <a:pt x="838350" y="69595"/>
                  <a:pt x="838676" y="69522"/>
                  <a:pt x="838970" y="69522"/>
                </a:cubicBezTo>
                <a:cubicBezTo>
                  <a:pt x="839223" y="69522"/>
                  <a:pt x="839465" y="69595"/>
                  <a:pt x="839697" y="69743"/>
                </a:cubicBezTo>
                <a:cubicBezTo>
                  <a:pt x="839928" y="69890"/>
                  <a:pt x="840107" y="70185"/>
                  <a:pt x="840233" y="70629"/>
                </a:cubicBezTo>
                <a:cubicBezTo>
                  <a:pt x="840360" y="71071"/>
                  <a:pt x="840475" y="71672"/>
                  <a:pt x="840581" y="72434"/>
                </a:cubicBezTo>
                <a:cubicBezTo>
                  <a:pt x="840686" y="73194"/>
                  <a:pt x="840739" y="74167"/>
                  <a:pt x="840739" y="75351"/>
                </a:cubicBezTo>
                <a:close/>
              </a:path>
            </a:pathLst>
          </a:custGeom>
          <a:solidFill xmlns:a="http://schemas.openxmlformats.org/drawingml/2006/main">
            <a:srgbClr val="FFE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131B9-57CF-48CA-A161-2AF7DDB5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817" y="142723"/>
            <a:ext cx="7618714" cy="3277726"/>
          </a:xfrm>
          <a:custGeom xmlns:a="http://schemas.openxmlformats.org/drawingml/2006/main">
            <a:pathLst>
              <a:path w="7618714" h="3277726">
                <a:moveTo>
                  <a:pt x="50515" y="155595"/>
                </a:moveTo>
                <a:lnTo>
                  <a:pt x="101030" y="54565"/>
                </a:lnTo>
                <a:lnTo>
                  <a:pt x="60618" y="54565"/>
                </a:lnTo>
                <a:lnTo>
                  <a:pt x="60618" y="20206"/>
                </a:lnTo>
                <a:lnTo>
                  <a:pt x="7598508" y="20206"/>
                </a:lnTo>
                <a:lnTo>
                  <a:pt x="7598508" y="3277726"/>
                </a:lnTo>
                <a:lnTo>
                  <a:pt x="7618714" y="3277726"/>
                </a:lnTo>
                <a:lnTo>
                  <a:pt x="7618714" y="0"/>
                </a:lnTo>
                <a:lnTo>
                  <a:pt x="40412" y="0"/>
                </a:lnTo>
                <a:lnTo>
                  <a:pt x="40412" y="54565"/>
                </a:lnTo>
                <a:lnTo>
                  <a:pt x="0" y="54565"/>
                </a:lnTo>
                <a:lnTo>
                  <a:pt x="50515" y="15559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PhaseI:ContractGeneration">
            <a:extLst xmlns:a="http://schemas.openxmlformats.org/drawingml/2006/main">
              <a:ext uri="{FF2B5EF4-FFF2-40B4-BE49-F238E27FC236}">
                <a16:creationId xmlns:a16="http://schemas.microsoft.com/office/drawing/2014/main" id="{15F98F52-6C07-4364-ADE3-F87C9E7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410" y="2149924"/>
            <a:ext cx="2280805" cy="134118"/>
          </a:xfrm>
          <a:custGeom xmlns:a="http://schemas.openxmlformats.org/drawingml/2006/main">
            <a:pathLst>
              <a:path w="2280805" h="134118">
                <a:moveTo>
                  <a:pt x="83918" y="46461"/>
                </a:moveTo>
                <a:cubicBezTo>
                  <a:pt x="83918" y="53336"/>
                  <a:pt x="82845" y="59422"/>
                  <a:pt x="80698" y="64721"/>
                </a:cubicBezTo>
                <a:cubicBezTo>
                  <a:pt x="78551" y="70019"/>
                  <a:pt x="75426" y="74481"/>
                  <a:pt x="71321" y="78108"/>
                </a:cubicBezTo>
                <a:cubicBezTo>
                  <a:pt x="67217" y="81733"/>
                  <a:pt x="62181" y="84492"/>
                  <a:pt x="56214" y="86384"/>
                </a:cubicBezTo>
                <a:cubicBezTo>
                  <a:pt x="50247" y="88276"/>
                  <a:pt x="43222" y="89223"/>
                  <a:pt x="35140" y="89223"/>
                </a:cubicBezTo>
                <a:lnTo>
                  <a:pt x="24910" y="89223"/>
                </a:lnTo>
                <a:lnTo>
                  <a:pt x="24910" y="128426"/>
                </a:lnTo>
                <a:cubicBezTo>
                  <a:pt x="24910" y="129060"/>
                  <a:pt x="24705" y="129630"/>
                  <a:pt x="24295" y="130137"/>
                </a:cubicBezTo>
                <a:cubicBezTo>
                  <a:pt x="23884" y="130642"/>
                  <a:pt x="23205" y="131054"/>
                  <a:pt x="22258" y="131371"/>
                </a:cubicBezTo>
                <a:cubicBezTo>
                  <a:pt x="21311" y="131687"/>
                  <a:pt x="20048" y="131939"/>
                  <a:pt x="18470" y="132129"/>
                </a:cubicBezTo>
                <a:cubicBezTo>
                  <a:pt x="16891" y="132318"/>
                  <a:pt x="14870" y="132413"/>
                  <a:pt x="12408" y="132413"/>
                </a:cubicBezTo>
                <a:cubicBezTo>
                  <a:pt x="10008" y="132413"/>
                  <a:pt x="8004" y="132318"/>
                  <a:pt x="6393" y="132129"/>
                </a:cubicBezTo>
                <a:cubicBezTo>
                  <a:pt x="4783" y="131939"/>
                  <a:pt x="3504" y="131687"/>
                  <a:pt x="2557" y="131371"/>
                </a:cubicBezTo>
                <a:cubicBezTo>
                  <a:pt x="1610" y="131055"/>
                  <a:pt x="947" y="130645"/>
                  <a:pt x="568" y="130140"/>
                </a:cubicBezTo>
                <a:cubicBezTo>
                  <a:pt x="189" y="129635"/>
                  <a:pt x="0" y="129066"/>
                  <a:pt x="0" y="128435"/>
                </a:cubicBezTo>
                <a:lnTo>
                  <a:pt x="0" y="18185"/>
                </a:lnTo>
                <a:cubicBezTo>
                  <a:pt x="0" y="15218"/>
                  <a:pt x="774" y="12992"/>
                  <a:pt x="2321" y="11508"/>
                </a:cubicBezTo>
                <a:cubicBezTo>
                  <a:pt x="3868" y="10024"/>
                  <a:pt x="5904" y="9282"/>
                  <a:pt x="8430" y="9282"/>
                </a:cubicBezTo>
                <a:lnTo>
                  <a:pt x="37318" y="9282"/>
                </a:lnTo>
                <a:cubicBezTo>
                  <a:pt x="40223" y="9282"/>
                  <a:pt x="42985" y="9393"/>
                  <a:pt x="45606" y="9614"/>
                </a:cubicBezTo>
                <a:cubicBezTo>
                  <a:pt x="48226" y="9835"/>
                  <a:pt x="51368" y="10308"/>
                  <a:pt x="55030" y="11034"/>
                </a:cubicBezTo>
                <a:cubicBezTo>
                  <a:pt x="58692" y="11759"/>
                  <a:pt x="62402" y="13098"/>
                  <a:pt x="66159" y="15054"/>
                </a:cubicBezTo>
                <a:cubicBezTo>
                  <a:pt x="69916" y="17009"/>
                  <a:pt x="73121" y="19485"/>
                  <a:pt x="75773" y="22480"/>
                </a:cubicBezTo>
                <a:cubicBezTo>
                  <a:pt x="78425" y="25476"/>
                  <a:pt x="80446" y="28976"/>
                  <a:pt x="81835" y="32982"/>
                </a:cubicBezTo>
                <a:cubicBezTo>
                  <a:pt x="83224" y="36986"/>
                  <a:pt x="83918" y="41479"/>
                  <a:pt x="83918" y="46461"/>
                </a:cubicBezTo>
                <a:moveTo>
                  <a:pt x="57872" y="48264"/>
                </a:moveTo>
                <a:cubicBezTo>
                  <a:pt x="57872" y="44000"/>
                  <a:pt x="57114" y="40488"/>
                  <a:pt x="55598" y="37730"/>
                </a:cubicBezTo>
                <a:cubicBezTo>
                  <a:pt x="54083" y="34969"/>
                  <a:pt x="52220" y="32931"/>
                  <a:pt x="50010" y="31614"/>
                </a:cubicBezTo>
                <a:cubicBezTo>
                  <a:pt x="47800" y="30298"/>
                  <a:pt x="45480" y="29468"/>
                  <a:pt x="43048" y="29122"/>
                </a:cubicBezTo>
                <a:cubicBezTo>
                  <a:pt x="40617" y="28777"/>
                  <a:pt x="38107" y="28604"/>
                  <a:pt x="35519" y="28604"/>
                </a:cubicBezTo>
                <a:lnTo>
                  <a:pt x="24910" y="28604"/>
                </a:lnTo>
                <a:lnTo>
                  <a:pt x="24910" y="69900"/>
                </a:lnTo>
                <a:lnTo>
                  <a:pt x="36087" y="69900"/>
                </a:lnTo>
                <a:cubicBezTo>
                  <a:pt x="40065" y="69900"/>
                  <a:pt x="43396" y="69368"/>
                  <a:pt x="46079" y="68302"/>
                </a:cubicBezTo>
                <a:cubicBezTo>
                  <a:pt x="48763" y="67235"/>
                  <a:pt x="50957" y="65745"/>
                  <a:pt x="52662" y="63833"/>
                </a:cubicBezTo>
                <a:cubicBezTo>
                  <a:pt x="54367" y="61921"/>
                  <a:pt x="55661" y="59632"/>
                  <a:pt x="56545" y="56966"/>
                </a:cubicBezTo>
                <a:cubicBezTo>
                  <a:pt x="57430" y="54300"/>
                  <a:pt x="57872" y="51399"/>
                  <a:pt x="57872" y="48264"/>
                </a:cubicBezTo>
                <a:close/>
                <a:moveTo>
                  <a:pt x="182319" y="128621"/>
                </a:moveTo>
                <a:cubicBezTo>
                  <a:pt x="182319" y="129253"/>
                  <a:pt x="182130" y="129806"/>
                  <a:pt x="181751" y="130282"/>
                </a:cubicBezTo>
                <a:cubicBezTo>
                  <a:pt x="181372" y="130756"/>
                  <a:pt x="180740" y="131150"/>
                  <a:pt x="179856" y="131466"/>
                </a:cubicBezTo>
                <a:cubicBezTo>
                  <a:pt x="178972" y="131782"/>
                  <a:pt x="177757" y="132018"/>
                  <a:pt x="176210" y="132176"/>
                </a:cubicBezTo>
                <a:cubicBezTo>
                  <a:pt x="174663" y="132334"/>
                  <a:pt x="172753" y="132413"/>
                  <a:pt x="170480" y="132413"/>
                </a:cubicBezTo>
                <a:cubicBezTo>
                  <a:pt x="168143" y="132413"/>
                  <a:pt x="166202" y="132334"/>
                  <a:pt x="164655" y="132176"/>
                </a:cubicBezTo>
                <a:cubicBezTo>
                  <a:pt x="163108" y="132018"/>
                  <a:pt x="161892" y="131782"/>
                  <a:pt x="161008" y="131466"/>
                </a:cubicBezTo>
                <a:cubicBezTo>
                  <a:pt x="160124" y="131150"/>
                  <a:pt x="159493" y="130756"/>
                  <a:pt x="159114" y="130282"/>
                </a:cubicBezTo>
                <a:cubicBezTo>
                  <a:pt x="158735" y="129808"/>
                  <a:pt x="158545" y="129256"/>
                  <a:pt x="158545" y="128624"/>
                </a:cubicBezTo>
                <a:lnTo>
                  <a:pt x="158545" y="80414"/>
                </a:lnTo>
                <a:cubicBezTo>
                  <a:pt x="158545" y="76310"/>
                  <a:pt x="158245" y="73089"/>
                  <a:pt x="157646" y="70753"/>
                </a:cubicBezTo>
                <a:cubicBezTo>
                  <a:pt x="157046" y="68417"/>
                  <a:pt x="156177" y="66412"/>
                  <a:pt x="155041" y="64738"/>
                </a:cubicBezTo>
                <a:cubicBezTo>
                  <a:pt x="153904" y="63065"/>
                  <a:pt x="152436" y="61771"/>
                  <a:pt x="150637" y="60855"/>
                </a:cubicBezTo>
                <a:cubicBezTo>
                  <a:pt x="148837" y="59939"/>
                  <a:pt x="146737" y="59482"/>
                  <a:pt x="144338" y="59482"/>
                </a:cubicBezTo>
                <a:cubicBezTo>
                  <a:pt x="141307" y="59482"/>
                  <a:pt x="138245" y="60587"/>
                  <a:pt x="135150" y="62797"/>
                </a:cubicBezTo>
                <a:cubicBezTo>
                  <a:pt x="132056" y="65007"/>
                  <a:pt x="128836" y="68227"/>
                  <a:pt x="125489" y="72458"/>
                </a:cubicBezTo>
                <a:lnTo>
                  <a:pt x="125489" y="128624"/>
                </a:lnTo>
                <a:cubicBezTo>
                  <a:pt x="125489" y="129256"/>
                  <a:pt x="125300" y="129808"/>
                  <a:pt x="124921" y="130282"/>
                </a:cubicBezTo>
                <a:cubicBezTo>
                  <a:pt x="124542" y="130756"/>
                  <a:pt x="123895" y="131150"/>
                  <a:pt x="122979" y="131466"/>
                </a:cubicBezTo>
                <a:cubicBezTo>
                  <a:pt x="122064" y="131782"/>
                  <a:pt x="120848" y="132018"/>
                  <a:pt x="119333" y="132176"/>
                </a:cubicBezTo>
                <a:cubicBezTo>
                  <a:pt x="117817" y="132334"/>
                  <a:pt x="115892" y="132413"/>
                  <a:pt x="113555" y="132413"/>
                </a:cubicBezTo>
                <a:cubicBezTo>
                  <a:pt x="111219" y="132413"/>
                  <a:pt x="109293" y="132334"/>
                  <a:pt x="107778" y="132176"/>
                </a:cubicBezTo>
                <a:cubicBezTo>
                  <a:pt x="106262" y="132018"/>
                  <a:pt x="105047" y="131782"/>
                  <a:pt x="104131" y="131466"/>
                </a:cubicBezTo>
                <a:cubicBezTo>
                  <a:pt x="103215" y="131150"/>
                  <a:pt x="102568" y="130756"/>
                  <a:pt x="102189" y="130282"/>
                </a:cubicBezTo>
                <a:cubicBezTo>
                  <a:pt x="101810" y="129808"/>
                  <a:pt x="101621" y="129256"/>
                  <a:pt x="101621" y="128624"/>
                </a:cubicBezTo>
                <a:lnTo>
                  <a:pt x="101621" y="4073"/>
                </a:lnTo>
                <a:cubicBezTo>
                  <a:pt x="101621" y="3441"/>
                  <a:pt x="101810" y="2873"/>
                  <a:pt x="102189" y="2368"/>
                </a:cubicBezTo>
                <a:cubicBezTo>
                  <a:pt x="102568" y="1863"/>
                  <a:pt x="103215" y="1437"/>
                  <a:pt x="104131" y="1089"/>
                </a:cubicBezTo>
                <a:cubicBezTo>
                  <a:pt x="105047" y="742"/>
                  <a:pt x="106262" y="474"/>
                  <a:pt x="107778" y="284"/>
                </a:cubicBezTo>
                <a:cubicBezTo>
                  <a:pt x="109293" y="95"/>
                  <a:pt x="111219" y="0"/>
                  <a:pt x="113555" y="0"/>
                </a:cubicBezTo>
                <a:cubicBezTo>
                  <a:pt x="115892" y="0"/>
                  <a:pt x="117817" y="95"/>
                  <a:pt x="119333" y="284"/>
                </a:cubicBezTo>
                <a:cubicBezTo>
                  <a:pt x="120848" y="474"/>
                  <a:pt x="122064" y="742"/>
                  <a:pt x="122979" y="1089"/>
                </a:cubicBezTo>
                <a:cubicBezTo>
                  <a:pt x="123895" y="1435"/>
                  <a:pt x="124542" y="1860"/>
                  <a:pt x="124921" y="2365"/>
                </a:cubicBezTo>
                <a:cubicBezTo>
                  <a:pt x="125300" y="2868"/>
                  <a:pt x="125489" y="3435"/>
                  <a:pt x="125489" y="4067"/>
                </a:cubicBezTo>
                <a:lnTo>
                  <a:pt x="125489" y="50685"/>
                </a:lnTo>
                <a:cubicBezTo>
                  <a:pt x="129594" y="46640"/>
                  <a:pt x="133777" y="43622"/>
                  <a:pt x="138039" y="41631"/>
                </a:cubicBezTo>
                <a:cubicBezTo>
                  <a:pt x="142302" y="39640"/>
                  <a:pt x="146737" y="38644"/>
                  <a:pt x="151347" y="38644"/>
                </a:cubicBezTo>
                <a:cubicBezTo>
                  <a:pt x="157093" y="38644"/>
                  <a:pt x="161939" y="39592"/>
                  <a:pt x="165886" y="41489"/>
                </a:cubicBezTo>
                <a:cubicBezTo>
                  <a:pt x="169832" y="43385"/>
                  <a:pt x="173021" y="45977"/>
                  <a:pt x="175452" y="49264"/>
                </a:cubicBezTo>
                <a:cubicBezTo>
                  <a:pt x="177883" y="52550"/>
                  <a:pt x="179635" y="56390"/>
                  <a:pt x="180709" y="60784"/>
                </a:cubicBezTo>
                <a:cubicBezTo>
                  <a:pt x="181782" y="65176"/>
                  <a:pt x="182319" y="70501"/>
                  <a:pt x="182319" y="76759"/>
                </a:cubicBezTo>
                <a:lnTo>
                  <a:pt x="182319" y="128621"/>
                </a:lnTo>
                <a:close/>
                <a:moveTo>
                  <a:pt x="277617" y="128906"/>
                </a:moveTo>
                <a:cubicBezTo>
                  <a:pt x="277617" y="129790"/>
                  <a:pt x="277301" y="130485"/>
                  <a:pt x="276669" y="130992"/>
                </a:cubicBezTo>
                <a:cubicBezTo>
                  <a:pt x="276038" y="131497"/>
                  <a:pt x="275043" y="131861"/>
                  <a:pt x="273686" y="132082"/>
                </a:cubicBezTo>
                <a:cubicBezTo>
                  <a:pt x="272328" y="132303"/>
                  <a:pt x="270323" y="132413"/>
                  <a:pt x="267671" y="132413"/>
                </a:cubicBezTo>
                <a:cubicBezTo>
                  <a:pt x="264830" y="132413"/>
                  <a:pt x="262762" y="132303"/>
                  <a:pt x="261467" y="132082"/>
                </a:cubicBezTo>
                <a:cubicBezTo>
                  <a:pt x="260173" y="131861"/>
                  <a:pt x="259257" y="131497"/>
                  <a:pt x="258721" y="130992"/>
                </a:cubicBezTo>
                <a:cubicBezTo>
                  <a:pt x="258184" y="130487"/>
                  <a:pt x="257916" y="129793"/>
                  <a:pt x="257916" y="128909"/>
                </a:cubicBezTo>
                <a:lnTo>
                  <a:pt x="257916" y="122184"/>
                </a:lnTo>
                <a:cubicBezTo>
                  <a:pt x="254443" y="125909"/>
                  <a:pt x="250480" y="128830"/>
                  <a:pt x="246029" y="130945"/>
                </a:cubicBezTo>
                <a:cubicBezTo>
                  <a:pt x="241577" y="133060"/>
                  <a:pt x="236636" y="134118"/>
                  <a:pt x="231206" y="134118"/>
                </a:cubicBezTo>
                <a:cubicBezTo>
                  <a:pt x="226722" y="134118"/>
                  <a:pt x="222602" y="133532"/>
                  <a:pt x="218845" y="132360"/>
                </a:cubicBezTo>
                <a:cubicBezTo>
                  <a:pt x="215088" y="131188"/>
                  <a:pt x="211836" y="129445"/>
                  <a:pt x="209089" y="127133"/>
                </a:cubicBezTo>
                <a:cubicBezTo>
                  <a:pt x="206343" y="124820"/>
                  <a:pt x="204212" y="121954"/>
                  <a:pt x="202696" y="118534"/>
                </a:cubicBezTo>
                <a:cubicBezTo>
                  <a:pt x="201181" y="115113"/>
                  <a:pt x="200423" y="111121"/>
                  <a:pt x="200423" y="106559"/>
                </a:cubicBezTo>
                <a:cubicBezTo>
                  <a:pt x="200423" y="101616"/>
                  <a:pt x="201386" y="97323"/>
                  <a:pt x="203312" y="93680"/>
                </a:cubicBezTo>
                <a:cubicBezTo>
                  <a:pt x="205238" y="90037"/>
                  <a:pt x="208111" y="87028"/>
                  <a:pt x="211931" y="84652"/>
                </a:cubicBezTo>
                <a:cubicBezTo>
                  <a:pt x="215751" y="82277"/>
                  <a:pt x="220503" y="80519"/>
                  <a:pt x="226186" y="79378"/>
                </a:cubicBezTo>
                <a:cubicBezTo>
                  <a:pt x="231869" y="78237"/>
                  <a:pt x="238467" y="77667"/>
                  <a:pt x="245981" y="77667"/>
                </a:cubicBezTo>
                <a:lnTo>
                  <a:pt x="254222" y="77667"/>
                </a:lnTo>
                <a:lnTo>
                  <a:pt x="254222" y="72576"/>
                </a:lnTo>
                <a:cubicBezTo>
                  <a:pt x="254222" y="69936"/>
                  <a:pt x="253953" y="67626"/>
                  <a:pt x="253417" y="65647"/>
                </a:cubicBezTo>
                <a:cubicBezTo>
                  <a:pt x="252880" y="63666"/>
                  <a:pt x="251996" y="62015"/>
                  <a:pt x="250764" y="60695"/>
                </a:cubicBezTo>
                <a:cubicBezTo>
                  <a:pt x="249533" y="59375"/>
                  <a:pt x="247891" y="58401"/>
                  <a:pt x="245839" y="57774"/>
                </a:cubicBezTo>
                <a:cubicBezTo>
                  <a:pt x="243787" y="57144"/>
                  <a:pt x="241246" y="56830"/>
                  <a:pt x="238215" y="56830"/>
                </a:cubicBezTo>
                <a:cubicBezTo>
                  <a:pt x="234237" y="56830"/>
                  <a:pt x="230685" y="57272"/>
                  <a:pt x="227559" y="58156"/>
                </a:cubicBezTo>
                <a:cubicBezTo>
                  <a:pt x="224433" y="59040"/>
                  <a:pt x="221671" y="60018"/>
                  <a:pt x="219271" y="61092"/>
                </a:cubicBezTo>
                <a:cubicBezTo>
                  <a:pt x="216872" y="62165"/>
                  <a:pt x="214867" y="63144"/>
                  <a:pt x="213257" y="64028"/>
                </a:cubicBezTo>
                <a:cubicBezTo>
                  <a:pt x="211647" y="64912"/>
                  <a:pt x="210337" y="65354"/>
                  <a:pt x="209326" y="65354"/>
                </a:cubicBezTo>
                <a:cubicBezTo>
                  <a:pt x="208632" y="65354"/>
                  <a:pt x="208016" y="65132"/>
                  <a:pt x="207479" y="64688"/>
                </a:cubicBezTo>
                <a:cubicBezTo>
                  <a:pt x="206943" y="64244"/>
                  <a:pt x="206501" y="63610"/>
                  <a:pt x="206153" y="62785"/>
                </a:cubicBezTo>
                <a:cubicBezTo>
                  <a:pt x="205806" y="61960"/>
                  <a:pt x="205538" y="60945"/>
                  <a:pt x="205348" y="59739"/>
                </a:cubicBezTo>
                <a:cubicBezTo>
                  <a:pt x="205159" y="58532"/>
                  <a:pt x="205064" y="57199"/>
                  <a:pt x="205064" y="55740"/>
                </a:cubicBezTo>
                <a:cubicBezTo>
                  <a:pt x="205064" y="53773"/>
                  <a:pt x="205222" y="52218"/>
                  <a:pt x="205538" y="51076"/>
                </a:cubicBezTo>
                <a:cubicBezTo>
                  <a:pt x="205853" y="49933"/>
                  <a:pt x="206453" y="48902"/>
                  <a:pt x="207337" y="47983"/>
                </a:cubicBezTo>
                <a:cubicBezTo>
                  <a:pt x="208221" y="47061"/>
                  <a:pt x="209768" y="46048"/>
                  <a:pt x="211978" y="44943"/>
                </a:cubicBezTo>
                <a:cubicBezTo>
                  <a:pt x="214188" y="43838"/>
                  <a:pt x="216777" y="42812"/>
                  <a:pt x="219745" y="41865"/>
                </a:cubicBezTo>
                <a:cubicBezTo>
                  <a:pt x="222713" y="40917"/>
                  <a:pt x="225949" y="40144"/>
                  <a:pt x="229453" y="39544"/>
                </a:cubicBezTo>
                <a:cubicBezTo>
                  <a:pt x="232958" y="38944"/>
                  <a:pt x="236573" y="38644"/>
                  <a:pt x="240298" y="38644"/>
                </a:cubicBezTo>
                <a:cubicBezTo>
                  <a:pt x="246928" y="38644"/>
                  <a:pt x="252596" y="39292"/>
                  <a:pt x="257300" y="40589"/>
                </a:cubicBezTo>
                <a:cubicBezTo>
                  <a:pt x="262004" y="41883"/>
                  <a:pt x="265872" y="43874"/>
                  <a:pt x="268903" y="46562"/>
                </a:cubicBezTo>
                <a:cubicBezTo>
                  <a:pt x="271934" y="49247"/>
                  <a:pt x="274144" y="52708"/>
                  <a:pt x="275533" y="56942"/>
                </a:cubicBezTo>
                <a:cubicBezTo>
                  <a:pt x="276922" y="61177"/>
                  <a:pt x="277617" y="66202"/>
                  <a:pt x="277617" y="72017"/>
                </a:cubicBezTo>
                <a:lnTo>
                  <a:pt x="277617" y="128906"/>
                </a:lnTo>
                <a:moveTo>
                  <a:pt x="254222" y="92632"/>
                </a:moveTo>
                <a:lnTo>
                  <a:pt x="245129" y="92632"/>
                </a:lnTo>
                <a:cubicBezTo>
                  <a:pt x="241277" y="92632"/>
                  <a:pt x="237994" y="92918"/>
                  <a:pt x="235278" y="93491"/>
                </a:cubicBezTo>
                <a:cubicBezTo>
                  <a:pt x="232563" y="94063"/>
                  <a:pt x="230353" y="94922"/>
                  <a:pt x="228648" y="96069"/>
                </a:cubicBezTo>
                <a:cubicBezTo>
                  <a:pt x="226943" y="97213"/>
                  <a:pt x="225696" y="98597"/>
                  <a:pt x="224907" y="100221"/>
                </a:cubicBezTo>
                <a:cubicBezTo>
                  <a:pt x="224118" y="101843"/>
                  <a:pt x="223723" y="103704"/>
                  <a:pt x="223723" y="105804"/>
                </a:cubicBezTo>
                <a:cubicBezTo>
                  <a:pt x="223723" y="109367"/>
                  <a:pt x="224844" y="112168"/>
                  <a:pt x="227085" y="114204"/>
                </a:cubicBezTo>
                <a:cubicBezTo>
                  <a:pt x="229327" y="116240"/>
                  <a:pt x="232437" y="117259"/>
                  <a:pt x="236415" y="117259"/>
                </a:cubicBezTo>
                <a:cubicBezTo>
                  <a:pt x="239762" y="117259"/>
                  <a:pt x="242840" y="116400"/>
                  <a:pt x="245650" y="114683"/>
                </a:cubicBezTo>
                <a:cubicBezTo>
                  <a:pt x="248460" y="112965"/>
                  <a:pt x="251317" y="110451"/>
                  <a:pt x="254222" y="107142"/>
                </a:cubicBezTo>
                <a:lnTo>
                  <a:pt x="254222" y="92632"/>
                </a:lnTo>
                <a:close/>
                <a:moveTo>
                  <a:pt x="361172" y="104792"/>
                </a:moveTo>
                <a:cubicBezTo>
                  <a:pt x="361172" y="109600"/>
                  <a:pt x="360272" y="113840"/>
                  <a:pt x="358473" y="117510"/>
                </a:cubicBezTo>
                <a:cubicBezTo>
                  <a:pt x="356673" y="121178"/>
                  <a:pt x="354132" y="124247"/>
                  <a:pt x="350848" y="126715"/>
                </a:cubicBezTo>
                <a:cubicBezTo>
                  <a:pt x="347565" y="129182"/>
                  <a:pt x="343681" y="131032"/>
                  <a:pt x="339198" y="132265"/>
                </a:cubicBezTo>
                <a:cubicBezTo>
                  <a:pt x="334715" y="133500"/>
                  <a:pt x="329853" y="134118"/>
                  <a:pt x="324612" y="134118"/>
                </a:cubicBezTo>
                <a:cubicBezTo>
                  <a:pt x="321455" y="134118"/>
                  <a:pt x="318440" y="133878"/>
                  <a:pt x="315566" y="133399"/>
                </a:cubicBezTo>
                <a:cubicBezTo>
                  <a:pt x="312693" y="132919"/>
                  <a:pt x="310120" y="132312"/>
                  <a:pt x="307847" y="131578"/>
                </a:cubicBezTo>
                <a:cubicBezTo>
                  <a:pt x="305574" y="130842"/>
                  <a:pt x="303680" y="130092"/>
                  <a:pt x="302164" y="129326"/>
                </a:cubicBezTo>
                <a:cubicBezTo>
                  <a:pt x="300649" y="128558"/>
                  <a:pt x="299544" y="127839"/>
                  <a:pt x="298849" y="127168"/>
                </a:cubicBezTo>
                <a:cubicBezTo>
                  <a:pt x="298155" y="126497"/>
                  <a:pt x="297618" y="125447"/>
                  <a:pt x="297239" y="124019"/>
                </a:cubicBezTo>
                <a:cubicBezTo>
                  <a:pt x="296860" y="122590"/>
                  <a:pt x="296671" y="120479"/>
                  <a:pt x="296671" y="117685"/>
                </a:cubicBezTo>
                <a:cubicBezTo>
                  <a:pt x="296671" y="115844"/>
                  <a:pt x="296734" y="114368"/>
                  <a:pt x="296860" y="113257"/>
                </a:cubicBezTo>
                <a:cubicBezTo>
                  <a:pt x="296986" y="112146"/>
                  <a:pt x="297176" y="111257"/>
                  <a:pt x="297428" y="110590"/>
                </a:cubicBezTo>
                <a:cubicBezTo>
                  <a:pt x="297681" y="109923"/>
                  <a:pt x="297997" y="109479"/>
                  <a:pt x="298376" y="109258"/>
                </a:cubicBezTo>
                <a:cubicBezTo>
                  <a:pt x="298754" y="109035"/>
                  <a:pt x="299228" y="108923"/>
                  <a:pt x="299796" y="108923"/>
                </a:cubicBezTo>
                <a:cubicBezTo>
                  <a:pt x="300491" y="108923"/>
                  <a:pt x="301517" y="109323"/>
                  <a:pt x="302875" y="110122"/>
                </a:cubicBezTo>
                <a:cubicBezTo>
                  <a:pt x="304232" y="110921"/>
                  <a:pt x="305921" y="111800"/>
                  <a:pt x="307942" y="112759"/>
                </a:cubicBezTo>
                <a:cubicBezTo>
                  <a:pt x="309962" y="113718"/>
                  <a:pt x="312315" y="114613"/>
                  <a:pt x="314998" y="115444"/>
                </a:cubicBezTo>
                <a:cubicBezTo>
                  <a:pt x="317682" y="116275"/>
                  <a:pt x="320729" y="116690"/>
                  <a:pt x="324138" y="116690"/>
                </a:cubicBezTo>
                <a:cubicBezTo>
                  <a:pt x="326285" y="116690"/>
                  <a:pt x="328195" y="116470"/>
                  <a:pt x="329869" y="116030"/>
                </a:cubicBezTo>
                <a:cubicBezTo>
                  <a:pt x="331542" y="115590"/>
                  <a:pt x="332994" y="114962"/>
                  <a:pt x="334226" y="114145"/>
                </a:cubicBezTo>
                <a:cubicBezTo>
                  <a:pt x="335457" y="113326"/>
                  <a:pt x="336388" y="112288"/>
                  <a:pt x="337020" y="111031"/>
                </a:cubicBezTo>
                <a:cubicBezTo>
                  <a:pt x="337651" y="109774"/>
                  <a:pt x="337967" y="108328"/>
                  <a:pt x="337967" y="106692"/>
                </a:cubicBezTo>
                <a:cubicBezTo>
                  <a:pt x="337967" y="104793"/>
                  <a:pt x="337383" y="103165"/>
                  <a:pt x="336215" y="101805"/>
                </a:cubicBezTo>
                <a:cubicBezTo>
                  <a:pt x="335046" y="100443"/>
                  <a:pt x="333499" y="99257"/>
                  <a:pt x="331573" y="98244"/>
                </a:cubicBezTo>
                <a:cubicBezTo>
                  <a:pt x="329648" y="97232"/>
                  <a:pt x="327469" y="96283"/>
                  <a:pt x="325038" y="95397"/>
                </a:cubicBezTo>
                <a:cubicBezTo>
                  <a:pt x="322607" y="94511"/>
                  <a:pt x="320113" y="93530"/>
                  <a:pt x="317556" y="92455"/>
                </a:cubicBezTo>
                <a:cubicBezTo>
                  <a:pt x="314998" y="91379"/>
                  <a:pt x="312504" y="90146"/>
                  <a:pt x="310073" y="88755"/>
                </a:cubicBezTo>
                <a:cubicBezTo>
                  <a:pt x="307642" y="87362"/>
                  <a:pt x="305463" y="85653"/>
                  <a:pt x="303538" y="83628"/>
                </a:cubicBezTo>
                <a:cubicBezTo>
                  <a:pt x="301612" y="81604"/>
                  <a:pt x="300065" y="79169"/>
                  <a:pt x="298896" y="76323"/>
                </a:cubicBezTo>
                <a:cubicBezTo>
                  <a:pt x="297728" y="73476"/>
                  <a:pt x="297144" y="70059"/>
                  <a:pt x="297144" y="66073"/>
                </a:cubicBezTo>
                <a:cubicBezTo>
                  <a:pt x="297144" y="62022"/>
                  <a:pt x="297934" y="58305"/>
                  <a:pt x="299512" y="54921"/>
                </a:cubicBezTo>
                <a:cubicBezTo>
                  <a:pt x="301091" y="51536"/>
                  <a:pt x="303364" y="48643"/>
                  <a:pt x="306332" y="46239"/>
                </a:cubicBezTo>
                <a:cubicBezTo>
                  <a:pt x="309299" y="43834"/>
                  <a:pt x="312914" y="41967"/>
                  <a:pt x="317177" y="40639"/>
                </a:cubicBezTo>
                <a:cubicBezTo>
                  <a:pt x="321439" y="39309"/>
                  <a:pt x="326222" y="38644"/>
                  <a:pt x="331526" y="38644"/>
                </a:cubicBezTo>
                <a:cubicBezTo>
                  <a:pt x="334178" y="38644"/>
                  <a:pt x="336751" y="38834"/>
                  <a:pt x="339245" y="39212"/>
                </a:cubicBezTo>
                <a:cubicBezTo>
                  <a:pt x="341740" y="39591"/>
                  <a:pt x="343997" y="40065"/>
                  <a:pt x="346018" y="40633"/>
                </a:cubicBezTo>
                <a:cubicBezTo>
                  <a:pt x="348038" y="41201"/>
                  <a:pt x="349743" y="41817"/>
                  <a:pt x="351132" y="42480"/>
                </a:cubicBezTo>
                <a:cubicBezTo>
                  <a:pt x="352522" y="43143"/>
                  <a:pt x="353516" y="43711"/>
                  <a:pt x="354116" y="44185"/>
                </a:cubicBezTo>
                <a:cubicBezTo>
                  <a:pt x="354716" y="44659"/>
                  <a:pt x="355142" y="45132"/>
                  <a:pt x="355395" y="45606"/>
                </a:cubicBezTo>
                <a:cubicBezTo>
                  <a:pt x="355647" y="46079"/>
                  <a:pt x="355837" y="46648"/>
                  <a:pt x="355963" y="47311"/>
                </a:cubicBezTo>
                <a:cubicBezTo>
                  <a:pt x="356089" y="47974"/>
                  <a:pt x="356200" y="48795"/>
                  <a:pt x="356294" y="49773"/>
                </a:cubicBezTo>
                <a:cubicBezTo>
                  <a:pt x="356389" y="50752"/>
                  <a:pt x="356436" y="51968"/>
                  <a:pt x="356436" y="53420"/>
                </a:cubicBezTo>
                <a:cubicBezTo>
                  <a:pt x="356436" y="55125"/>
                  <a:pt x="356389" y="56514"/>
                  <a:pt x="356294" y="57587"/>
                </a:cubicBezTo>
                <a:cubicBezTo>
                  <a:pt x="356200" y="58661"/>
                  <a:pt x="356042" y="59513"/>
                  <a:pt x="355821" y="60145"/>
                </a:cubicBezTo>
                <a:cubicBezTo>
                  <a:pt x="355600" y="60776"/>
                  <a:pt x="355300" y="61202"/>
                  <a:pt x="354921" y="61423"/>
                </a:cubicBezTo>
                <a:cubicBezTo>
                  <a:pt x="354542" y="61644"/>
                  <a:pt x="354100" y="61755"/>
                  <a:pt x="353595" y="61755"/>
                </a:cubicBezTo>
                <a:cubicBezTo>
                  <a:pt x="353027" y="61755"/>
                  <a:pt x="352143" y="61423"/>
                  <a:pt x="350943" y="60760"/>
                </a:cubicBezTo>
                <a:cubicBezTo>
                  <a:pt x="349743" y="60097"/>
                  <a:pt x="348244" y="59387"/>
                  <a:pt x="346444" y="58629"/>
                </a:cubicBezTo>
                <a:cubicBezTo>
                  <a:pt x="344644" y="57872"/>
                  <a:pt x="342561" y="57161"/>
                  <a:pt x="340193" y="56498"/>
                </a:cubicBezTo>
                <a:cubicBezTo>
                  <a:pt x="337825" y="55835"/>
                  <a:pt x="335125" y="55504"/>
                  <a:pt x="332094" y="55504"/>
                </a:cubicBezTo>
                <a:cubicBezTo>
                  <a:pt x="329948" y="55504"/>
                  <a:pt x="328085" y="55727"/>
                  <a:pt x="326506" y="56173"/>
                </a:cubicBezTo>
                <a:cubicBezTo>
                  <a:pt x="324928" y="56617"/>
                  <a:pt x="323633" y="57251"/>
                  <a:pt x="322623" y="58076"/>
                </a:cubicBezTo>
                <a:cubicBezTo>
                  <a:pt x="321613" y="58901"/>
                  <a:pt x="320855" y="59868"/>
                  <a:pt x="320350" y="60979"/>
                </a:cubicBezTo>
                <a:cubicBezTo>
                  <a:pt x="319844" y="62090"/>
                  <a:pt x="319592" y="63281"/>
                  <a:pt x="319592" y="64552"/>
                </a:cubicBezTo>
                <a:cubicBezTo>
                  <a:pt x="319592" y="66513"/>
                  <a:pt x="320192" y="68159"/>
                  <a:pt x="321392" y="69489"/>
                </a:cubicBezTo>
                <a:cubicBezTo>
                  <a:pt x="322591" y="70817"/>
                  <a:pt x="324170" y="71987"/>
                  <a:pt x="326127" y="72999"/>
                </a:cubicBezTo>
                <a:cubicBezTo>
                  <a:pt x="328085" y="74012"/>
                  <a:pt x="330311" y="74961"/>
                  <a:pt x="332805" y="75847"/>
                </a:cubicBezTo>
                <a:cubicBezTo>
                  <a:pt x="335299" y="76733"/>
                  <a:pt x="337825" y="77698"/>
                  <a:pt x="340382" y="78742"/>
                </a:cubicBezTo>
                <a:cubicBezTo>
                  <a:pt x="342939" y="79785"/>
                  <a:pt x="345465" y="81003"/>
                  <a:pt x="347959" y="82394"/>
                </a:cubicBezTo>
                <a:cubicBezTo>
                  <a:pt x="350454" y="83785"/>
                  <a:pt x="352679" y="85494"/>
                  <a:pt x="354637" y="87521"/>
                </a:cubicBezTo>
                <a:cubicBezTo>
                  <a:pt x="356594" y="89545"/>
                  <a:pt x="358173" y="91965"/>
                  <a:pt x="359373" y="94781"/>
                </a:cubicBezTo>
                <a:cubicBezTo>
                  <a:pt x="360572" y="97595"/>
                  <a:pt x="361172" y="100932"/>
                  <a:pt x="361172" y="104792"/>
                </a:cubicBezTo>
                <a:close/>
                <a:moveTo>
                  <a:pt x="457560" y="83904"/>
                </a:moveTo>
                <a:cubicBezTo>
                  <a:pt x="457560" y="86814"/>
                  <a:pt x="456913" y="88965"/>
                  <a:pt x="455619" y="90356"/>
                </a:cubicBezTo>
                <a:cubicBezTo>
                  <a:pt x="454324" y="91747"/>
                  <a:pt x="452540" y="92443"/>
                  <a:pt x="450267" y="92443"/>
                </a:cubicBezTo>
                <a:lnTo>
                  <a:pt x="398836" y="92443"/>
                </a:lnTo>
                <a:cubicBezTo>
                  <a:pt x="398836" y="96056"/>
                  <a:pt x="399263" y="99336"/>
                  <a:pt x="400115" y="102284"/>
                </a:cubicBezTo>
                <a:cubicBezTo>
                  <a:pt x="400967" y="105233"/>
                  <a:pt x="402325" y="107738"/>
                  <a:pt x="404188" y="109800"/>
                </a:cubicBezTo>
                <a:cubicBezTo>
                  <a:pt x="406051" y="111860"/>
                  <a:pt x="408450" y="113428"/>
                  <a:pt x="411386" y="114506"/>
                </a:cubicBezTo>
                <a:cubicBezTo>
                  <a:pt x="414322" y="115583"/>
                  <a:pt x="417843" y="116122"/>
                  <a:pt x="421947" y="116122"/>
                </a:cubicBezTo>
                <a:cubicBezTo>
                  <a:pt x="426115" y="116122"/>
                  <a:pt x="429777" y="115817"/>
                  <a:pt x="432934" y="115207"/>
                </a:cubicBezTo>
                <a:cubicBezTo>
                  <a:pt x="436091" y="114598"/>
                  <a:pt x="438822" y="113924"/>
                  <a:pt x="441127" y="113186"/>
                </a:cubicBezTo>
                <a:cubicBezTo>
                  <a:pt x="443432" y="112448"/>
                  <a:pt x="445342" y="111774"/>
                  <a:pt x="446857" y="111164"/>
                </a:cubicBezTo>
                <a:cubicBezTo>
                  <a:pt x="448373" y="110554"/>
                  <a:pt x="449604" y="110250"/>
                  <a:pt x="450551" y="110250"/>
                </a:cubicBezTo>
                <a:cubicBezTo>
                  <a:pt x="451120" y="110250"/>
                  <a:pt x="451593" y="110361"/>
                  <a:pt x="451972" y="110584"/>
                </a:cubicBezTo>
                <a:cubicBezTo>
                  <a:pt x="452351" y="110805"/>
                  <a:pt x="452667" y="111202"/>
                  <a:pt x="452919" y="111774"/>
                </a:cubicBezTo>
                <a:cubicBezTo>
                  <a:pt x="453172" y="112344"/>
                  <a:pt x="453345" y="113153"/>
                  <a:pt x="453440" y="114201"/>
                </a:cubicBezTo>
                <a:cubicBezTo>
                  <a:pt x="453535" y="115249"/>
                  <a:pt x="453582" y="116566"/>
                  <a:pt x="453582" y="118152"/>
                </a:cubicBezTo>
                <a:cubicBezTo>
                  <a:pt x="453582" y="119549"/>
                  <a:pt x="453551" y="120740"/>
                  <a:pt x="453488" y="121725"/>
                </a:cubicBezTo>
                <a:cubicBezTo>
                  <a:pt x="453424" y="122708"/>
                  <a:pt x="453330" y="123548"/>
                  <a:pt x="453203" y="124247"/>
                </a:cubicBezTo>
                <a:cubicBezTo>
                  <a:pt x="453077" y="124945"/>
                  <a:pt x="452888" y="125533"/>
                  <a:pt x="452635" y="126011"/>
                </a:cubicBezTo>
                <a:cubicBezTo>
                  <a:pt x="452383" y="126486"/>
                  <a:pt x="452051" y="126946"/>
                  <a:pt x="451641" y="127390"/>
                </a:cubicBezTo>
                <a:cubicBezTo>
                  <a:pt x="451230" y="127834"/>
                  <a:pt x="450109" y="128435"/>
                  <a:pt x="448278" y="129193"/>
                </a:cubicBezTo>
                <a:cubicBezTo>
                  <a:pt x="446447" y="129950"/>
                  <a:pt x="444111" y="130692"/>
                  <a:pt x="441269" y="131419"/>
                </a:cubicBezTo>
                <a:cubicBezTo>
                  <a:pt x="438428" y="132145"/>
                  <a:pt x="435176" y="132776"/>
                  <a:pt x="431513" y="133313"/>
                </a:cubicBezTo>
                <a:cubicBezTo>
                  <a:pt x="427851" y="133850"/>
                  <a:pt x="423936" y="134118"/>
                  <a:pt x="419769" y="134118"/>
                </a:cubicBezTo>
                <a:cubicBezTo>
                  <a:pt x="412254" y="134118"/>
                  <a:pt x="405672" y="133169"/>
                  <a:pt x="400020" y="131271"/>
                </a:cubicBezTo>
                <a:cubicBezTo>
                  <a:pt x="394369" y="129372"/>
                  <a:pt x="389649" y="126493"/>
                  <a:pt x="385860" y="122634"/>
                </a:cubicBezTo>
                <a:cubicBezTo>
                  <a:pt x="382072" y="118774"/>
                  <a:pt x="379246" y="113903"/>
                  <a:pt x="377383" y="108021"/>
                </a:cubicBezTo>
                <a:cubicBezTo>
                  <a:pt x="375520" y="102136"/>
                  <a:pt x="374589" y="95240"/>
                  <a:pt x="374589" y="87331"/>
                </a:cubicBezTo>
                <a:cubicBezTo>
                  <a:pt x="374589" y="79801"/>
                  <a:pt x="375568" y="73015"/>
                  <a:pt x="377525" y="66973"/>
                </a:cubicBezTo>
                <a:cubicBezTo>
                  <a:pt x="379483" y="60931"/>
                  <a:pt x="382324" y="55807"/>
                  <a:pt x="386050" y="51600"/>
                </a:cubicBezTo>
                <a:cubicBezTo>
                  <a:pt x="389775" y="47391"/>
                  <a:pt x="394306" y="44179"/>
                  <a:pt x="399641" y="41965"/>
                </a:cubicBezTo>
                <a:cubicBezTo>
                  <a:pt x="404977" y="39751"/>
                  <a:pt x="410992" y="38644"/>
                  <a:pt x="417685" y="38644"/>
                </a:cubicBezTo>
                <a:cubicBezTo>
                  <a:pt x="424757" y="38644"/>
                  <a:pt x="430803" y="39688"/>
                  <a:pt x="435823" y="41776"/>
                </a:cubicBezTo>
                <a:cubicBezTo>
                  <a:pt x="440843" y="43863"/>
                  <a:pt x="444963" y="46757"/>
                  <a:pt x="448183" y="50457"/>
                </a:cubicBezTo>
                <a:cubicBezTo>
                  <a:pt x="451404" y="54157"/>
                  <a:pt x="453772" y="58537"/>
                  <a:pt x="455287" y="63599"/>
                </a:cubicBezTo>
                <a:cubicBezTo>
                  <a:pt x="456803" y="68658"/>
                  <a:pt x="457560" y="74162"/>
                  <a:pt x="457560" y="80109"/>
                </a:cubicBezTo>
                <a:lnTo>
                  <a:pt x="457560" y="83904"/>
                </a:lnTo>
                <a:moveTo>
                  <a:pt x="434450" y="77099"/>
                </a:moveTo>
                <a:cubicBezTo>
                  <a:pt x="434639" y="70376"/>
                  <a:pt x="433297" y="65097"/>
                  <a:pt x="430424" y="61261"/>
                </a:cubicBezTo>
                <a:cubicBezTo>
                  <a:pt x="427551" y="57423"/>
                  <a:pt x="423115" y="55504"/>
                  <a:pt x="417117" y="55504"/>
                </a:cubicBezTo>
                <a:cubicBezTo>
                  <a:pt x="414086" y="55504"/>
                  <a:pt x="411449" y="56075"/>
                  <a:pt x="409208" y="57217"/>
                </a:cubicBezTo>
                <a:cubicBezTo>
                  <a:pt x="406966" y="58358"/>
                  <a:pt x="405103" y="59896"/>
                  <a:pt x="403620" y="61832"/>
                </a:cubicBezTo>
                <a:cubicBezTo>
                  <a:pt x="402136" y="63766"/>
                  <a:pt x="400999" y="66049"/>
                  <a:pt x="400210" y="68681"/>
                </a:cubicBezTo>
                <a:cubicBezTo>
                  <a:pt x="399420" y="71311"/>
                  <a:pt x="398963" y="74117"/>
                  <a:pt x="398836" y="77099"/>
                </a:cubicBezTo>
                <a:lnTo>
                  <a:pt x="434450" y="77099"/>
                </a:lnTo>
                <a:close/>
                <a:moveTo>
                  <a:pt x="547333" y="128435"/>
                </a:moveTo>
                <a:cubicBezTo>
                  <a:pt x="547333" y="129066"/>
                  <a:pt x="547127" y="129635"/>
                  <a:pt x="546717" y="130140"/>
                </a:cubicBezTo>
                <a:cubicBezTo>
                  <a:pt x="546307" y="130645"/>
                  <a:pt x="545628" y="131055"/>
                  <a:pt x="544681" y="131371"/>
                </a:cubicBezTo>
                <a:cubicBezTo>
                  <a:pt x="543733" y="131687"/>
                  <a:pt x="542471" y="131939"/>
                  <a:pt x="540892" y="132129"/>
                </a:cubicBezTo>
                <a:cubicBezTo>
                  <a:pt x="539313" y="132318"/>
                  <a:pt x="537293" y="132413"/>
                  <a:pt x="534830" y="132413"/>
                </a:cubicBezTo>
                <a:cubicBezTo>
                  <a:pt x="532431" y="132413"/>
                  <a:pt x="530426" y="132318"/>
                  <a:pt x="528816" y="132129"/>
                </a:cubicBezTo>
                <a:cubicBezTo>
                  <a:pt x="527205" y="131939"/>
                  <a:pt x="525927" y="131687"/>
                  <a:pt x="524980" y="131371"/>
                </a:cubicBezTo>
                <a:cubicBezTo>
                  <a:pt x="524032" y="131055"/>
                  <a:pt x="523354" y="130645"/>
                  <a:pt x="522943" y="130140"/>
                </a:cubicBezTo>
                <a:cubicBezTo>
                  <a:pt x="522533" y="129635"/>
                  <a:pt x="522328" y="129066"/>
                  <a:pt x="522328" y="128435"/>
                </a:cubicBezTo>
                <a:lnTo>
                  <a:pt x="522328" y="12692"/>
                </a:lnTo>
                <a:cubicBezTo>
                  <a:pt x="522328" y="12061"/>
                  <a:pt x="522533" y="11492"/>
                  <a:pt x="522943" y="10987"/>
                </a:cubicBezTo>
                <a:cubicBezTo>
                  <a:pt x="523354" y="10482"/>
                  <a:pt x="524048" y="10071"/>
                  <a:pt x="525027" y="9756"/>
                </a:cubicBezTo>
                <a:cubicBezTo>
                  <a:pt x="526006" y="9440"/>
                  <a:pt x="527284" y="9187"/>
                  <a:pt x="528863" y="8998"/>
                </a:cubicBezTo>
                <a:cubicBezTo>
                  <a:pt x="530442" y="8809"/>
                  <a:pt x="532431" y="8714"/>
                  <a:pt x="534830" y="8714"/>
                </a:cubicBezTo>
                <a:cubicBezTo>
                  <a:pt x="537293" y="8714"/>
                  <a:pt x="539313" y="8809"/>
                  <a:pt x="540892" y="8998"/>
                </a:cubicBezTo>
                <a:cubicBezTo>
                  <a:pt x="542471" y="9187"/>
                  <a:pt x="543733" y="9440"/>
                  <a:pt x="544681" y="9756"/>
                </a:cubicBezTo>
                <a:cubicBezTo>
                  <a:pt x="545628" y="10071"/>
                  <a:pt x="546307" y="10482"/>
                  <a:pt x="546717" y="10987"/>
                </a:cubicBezTo>
                <a:cubicBezTo>
                  <a:pt x="547127" y="11492"/>
                  <a:pt x="547333" y="12061"/>
                  <a:pt x="547333" y="12692"/>
                </a:cubicBezTo>
                <a:lnTo>
                  <a:pt x="547333" y="128435"/>
                </a:lnTo>
                <a:close/>
                <a:moveTo>
                  <a:pt x="602363" y="56924"/>
                </a:moveTo>
                <a:cubicBezTo>
                  <a:pt x="602363" y="59576"/>
                  <a:pt x="602142" y="61786"/>
                  <a:pt x="601700" y="63554"/>
                </a:cubicBezTo>
                <a:cubicBezTo>
                  <a:pt x="601258" y="65323"/>
                  <a:pt x="600516" y="66775"/>
                  <a:pt x="599474" y="67911"/>
                </a:cubicBezTo>
                <a:cubicBezTo>
                  <a:pt x="598433" y="69048"/>
                  <a:pt x="597059" y="69853"/>
                  <a:pt x="595354" y="70327"/>
                </a:cubicBezTo>
                <a:cubicBezTo>
                  <a:pt x="593649" y="70800"/>
                  <a:pt x="591502" y="71037"/>
                  <a:pt x="588914" y="71037"/>
                </a:cubicBezTo>
                <a:cubicBezTo>
                  <a:pt x="586325" y="71037"/>
                  <a:pt x="584178" y="70800"/>
                  <a:pt x="582473" y="70327"/>
                </a:cubicBezTo>
                <a:cubicBezTo>
                  <a:pt x="580768" y="69853"/>
                  <a:pt x="579395" y="69048"/>
                  <a:pt x="578353" y="67911"/>
                </a:cubicBezTo>
                <a:cubicBezTo>
                  <a:pt x="577311" y="66775"/>
                  <a:pt x="576600" y="65323"/>
                  <a:pt x="576222" y="63554"/>
                </a:cubicBezTo>
                <a:cubicBezTo>
                  <a:pt x="575843" y="61786"/>
                  <a:pt x="575653" y="59576"/>
                  <a:pt x="575653" y="56924"/>
                </a:cubicBezTo>
                <a:cubicBezTo>
                  <a:pt x="575653" y="54209"/>
                  <a:pt x="575843" y="51936"/>
                  <a:pt x="576222" y="50105"/>
                </a:cubicBezTo>
                <a:cubicBezTo>
                  <a:pt x="576600" y="48274"/>
                  <a:pt x="577311" y="46790"/>
                  <a:pt x="578353" y="45653"/>
                </a:cubicBezTo>
                <a:cubicBezTo>
                  <a:pt x="579395" y="44517"/>
                  <a:pt x="580768" y="43696"/>
                  <a:pt x="582473" y="43191"/>
                </a:cubicBezTo>
                <a:cubicBezTo>
                  <a:pt x="584178" y="42685"/>
                  <a:pt x="586325" y="42433"/>
                  <a:pt x="588914" y="42433"/>
                </a:cubicBezTo>
                <a:cubicBezTo>
                  <a:pt x="591502" y="42433"/>
                  <a:pt x="593649" y="42685"/>
                  <a:pt x="595354" y="43191"/>
                </a:cubicBezTo>
                <a:cubicBezTo>
                  <a:pt x="597059" y="43696"/>
                  <a:pt x="598433" y="44517"/>
                  <a:pt x="599474" y="45653"/>
                </a:cubicBezTo>
                <a:cubicBezTo>
                  <a:pt x="600516" y="46790"/>
                  <a:pt x="601258" y="48274"/>
                  <a:pt x="601700" y="50105"/>
                </a:cubicBezTo>
                <a:cubicBezTo>
                  <a:pt x="602142" y="51936"/>
                  <a:pt x="602363" y="54209"/>
                  <a:pt x="602363" y="56924"/>
                </a:cubicBezTo>
                <a:moveTo>
                  <a:pt x="602363" y="118963"/>
                </a:moveTo>
                <a:cubicBezTo>
                  <a:pt x="602363" y="121615"/>
                  <a:pt x="602142" y="123841"/>
                  <a:pt x="601700" y="125641"/>
                </a:cubicBezTo>
                <a:cubicBezTo>
                  <a:pt x="601258" y="127440"/>
                  <a:pt x="600516" y="128909"/>
                  <a:pt x="599474" y="130045"/>
                </a:cubicBezTo>
                <a:cubicBezTo>
                  <a:pt x="598433" y="131182"/>
                  <a:pt x="597059" y="131987"/>
                  <a:pt x="595354" y="132460"/>
                </a:cubicBezTo>
                <a:cubicBezTo>
                  <a:pt x="593649" y="132934"/>
                  <a:pt x="591502" y="133171"/>
                  <a:pt x="588914" y="133171"/>
                </a:cubicBezTo>
                <a:cubicBezTo>
                  <a:pt x="586325" y="133171"/>
                  <a:pt x="584178" y="132934"/>
                  <a:pt x="582473" y="132460"/>
                </a:cubicBezTo>
                <a:cubicBezTo>
                  <a:pt x="580768" y="131987"/>
                  <a:pt x="579395" y="131182"/>
                  <a:pt x="578353" y="130045"/>
                </a:cubicBezTo>
                <a:cubicBezTo>
                  <a:pt x="577311" y="128909"/>
                  <a:pt x="576600" y="127440"/>
                  <a:pt x="576222" y="125641"/>
                </a:cubicBezTo>
                <a:cubicBezTo>
                  <a:pt x="575843" y="123841"/>
                  <a:pt x="575653" y="121615"/>
                  <a:pt x="575653" y="118963"/>
                </a:cubicBezTo>
                <a:cubicBezTo>
                  <a:pt x="575653" y="116311"/>
                  <a:pt x="575843" y="114054"/>
                  <a:pt x="576222" y="112191"/>
                </a:cubicBezTo>
                <a:cubicBezTo>
                  <a:pt x="576600" y="110328"/>
                  <a:pt x="577311" y="108829"/>
                  <a:pt x="578353" y="107692"/>
                </a:cubicBezTo>
                <a:cubicBezTo>
                  <a:pt x="579395" y="106556"/>
                  <a:pt x="580768" y="105750"/>
                  <a:pt x="582473" y="105277"/>
                </a:cubicBezTo>
                <a:cubicBezTo>
                  <a:pt x="584178" y="104803"/>
                  <a:pt x="586325" y="104567"/>
                  <a:pt x="588914" y="104567"/>
                </a:cubicBezTo>
                <a:cubicBezTo>
                  <a:pt x="591502" y="104567"/>
                  <a:pt x="593649" y="104803"/>
                  <a:pt x="595354" y="105277"/>
                </a:cubicBezTo>
                <a:cubicBezTo>
                  <a:pt x="597059" y="105750"/>
                  <a:pt x="598433" y="106556"/>
                  <a:pt x="599474" y="107692"/>
                </a:cubicBezTo>
                <a:cubicBezTo>
                  <a:pt x="600516" y="108829"/>
                  <a:pt x="601258" y="110328"/>
                  <a:pt x="601700" y="112191"/>
                </a:cubicBezTo>
                <a:cubicBezTo>
                  <a:pt x="602142" y="114054"/>
                  <a:pt x="602363" y="116311"/>
                  <a:pt x="602363" y="118963"/>
                </a:cubicBezTo>
                <a:close/>
                <a:moveTo>
                  <a:pt x="755614" y="113186"/>
                </a:moveTo>
                <a:cubicBezTo>
                  <a:pt x="755614" y="114764"/>
                  <a:pt x="755567" y="116106"/>
                  <a:pt x="755472" y="117211"/>
                </a:cubicBezTo>
                <a:cubicBezTo>
                  <a:pt x="755377" y="118316"/>
                  <a:pt x="755235" y="119263"/>
                  <a:pt x="755046" y="120053"/>
                </a:cubicBezTo>
                <a:cubicBezTo>
                  <a:pt x="754856" y="120842"/>
                  <a:pt x="754604" y="121521"/>
                  <a:pt x="754288" y="122089"/>
                </a:cubicBezTo>
                <a:cubicBezTo>
                  <a:pt x="753972" y="122657"/>
                  <a:pt x="753467" y="123311"/>
                  <a:pt x="752772" y="124051"/>
                </a:cubicBezTo>
                <a:cubicBezTo>
                  <a:pt x="752078" y="124789"/>
                  <a:pt x="750736" y="125737"/>
                  <a:pt x="748747" y="126893"/>
                </a:cubicBezTo>
                <a:cubicBezTo>
                  <a:pt x="746758" y="128049"/>
                  <a:pt x="744327" y="129158"/>
                  <a:pt x="741454" y="130220"/>
                </a:cubicBezTo>
                <a:cubicBezTo>
                  <a:pt x="738581" y="131279"/>
                  <a:pt x="735297" y="132162"/>
                  <a:pt x="731603" y="132869"/>
                </a:cubicBezTo>
                <a:cubicBezTo>
                  <a:pt x="727909" y="133575"/>
                  <a:pt x="723916" y="133929"/>
                  <a:pt x="719622" y="133929"/>
                </a:cubicBezTo>
                <a:cubicBezTo>
                  <a:pt x="711224" y="133929"/>
                  <a:pt x="703646" y="132632"/>
                  <a:pt x="696890" y="130039"/>
                </a:cubicBezTo>
                <a:cubicBezTo>
                  <a:pt x="690133" y="127446"/>
                  <a:pt x="684387" y="123573"/>
                  <a:pt x="679652" y="118419"/>
                </a:cubicBezTo>
                <a:cubicBezTo>
                  <a:pt x="674916" y="113265"/>
                  <a:pt x="671285" y="106831"/>
                  <a:pt x="668759" y="99117"/>
                </a:cubicBezTo>
                <a:cubicBezTo>
                  <a:pt x="666233" y="91402"/>
                  <a:pt x="664971" y="82422"/>
                  <a:pt x="664971" y="72177"/>
                </a:cubicBezTo>
                <a:cubicBezTo>
                  <a:pt x="664971" y="61742"/>
                  <a:pt x="666360" y="52478"/>
                  <a:pt x="669138" y="44383"/>
                </a:cubicBezTo>
                <a:cubicBezTo>
                  <a:pt x="671916" y="36289"/>
                  <a:pt x="675800" y="29491"/>
                  <a:pt x="680788" y="23990"/>
                </a:cubicBezTo>
                <a:cubicBezTo>
                  <a:pt x="685777" y="18486"/>
                  <a:pt x="691759" y="14312"/>
                  <a:pt x="698737" y="11467"/>
                </a:cubicBezTo>
                <a:cubicBezTo>
                  <a:pt x="705714" y="8621"/>
                  <a:pt x="713402" y="7198"/>
                  <a:pt x="721800" y="7198"/>
                </a:cubicBezTo>
                <a:cubicBezTo>
                  <a:pt x="725210" y="7198"/>
                  <a:pt x="728494" y="7488"/>
                  <a:pt x="731651" y="8066"/>
                </a:cubicBezTo>
                <a:cubicBezTo>
                  <a:pt x="734808" y="8644"/>
                  <a:pt x="737728" y="9400"/>
                  <a:pt x="740412" y="10333"/>
                </a:cubicBezTo>
                <a:cubicBezTo>
                  <a:pt x="743096" y="11264"/>
                  <a:pt x="745511" y="12341"/>
                  <a:pt x="747658" y="13562"/>
                </a:cubicBezTo>
                <a:cubicBezTo>
                  <a:pt x="749805" y="14784"/>
                  <a:pt x="751304" y="15828"/>
                  <a:pt x="752157" y="16697"/>
                </a:cubicBezTo>
                <a:cubicBezTo>
                  <a:pt x="753009" y="17563"/>
                  <a:pt x="753593" y="18280"/>
                  <a:pt x="753909" y="18848"/>
                </a:cubicBezTo>
                <a:cubicBezTo>
                  <a:pt x="754225" y="19417"/>
                  <a:pt x="754477" y="20143"/>
                  <a:pt x="754667" y="21027"/>
                </a:cubicBezTo>
                <a:cubicBezTo>
                  <a:pt x="754856" y="21911"/>
                  <a:pt x="754998" y="22953"/>
                  <a:pt x="755093" y="24153"/>
                </a:cubicBezTo>
                <a:cubicBezTo>
                  <a:pt x="755188" y="25352"/>
                  <a:pt x="755235" y="26836"/>
                  <a:pt x="755235" y="28604"/>
                </a:cubicBezTo>
                <a:cubicBezTo>
                  <a:pt x="755235" y="30499"/>
                  <a:pt x="755172" y="32109"/>
                  <a:pt x="755046" y="33435"/>
                </a:cubicBezTo>
                <a:cubicBezTo>
                  <a:pt x="754919" y="34761"/>
                  <a:pt x="754698" y="35834"/>
                  <a:pt x="754383" y="36655"/>
                </a:cubicBezTo>
                <a:cubicBezTo>
                  <a:pt x="754067" y="37476"/>
                  <a:pt x="753688" y="38076"/>
                  <a:pt x="753246" y="38455"/>
                </a:cubicBezTo>
                <a:cubicBezTo>
                  <a:pt x="752804" y="38834"/>
                  <a:pt x="752299" y="39023"/>
                  <a:pt x="751731" y="39023"/>
                </a:cubicBezTo>
                <a:cubicBezTo>
                  <a:pt x="750783" y="39023"/>
                  <a:pt x="749584" y="38466"/>
                  <a:pt x="748131" y="37351"/>
                </a:cubicBezTo>
                <a:cubicBezTo>
                  <a:pt x="746679" y="36236"/>
                  <a:pt x="744800" y="34994"/>
                  <a:pt x="742496" y="33624"/>
                </a:cubicBezTo>
                <a:cubicBezTo>
                  <a:pt x="740191" y="32255"/>
                  <a:pt x="737444" y="31013"/>
                  <a:pt x="734255" y="29898"/>
                </a:cubicBezTo>
                <a:cubicBezTo>
                  <a:pt x="731067" y="28783"/>
                  <a:pt x="727262" y="28225"/>
                  <a:pt x="722842" y="28225"/>
                </a:cubicBezTo>
                <a:cubicBezTo>
                  <a:pt x="717980" y="28225"/>
                  <a:pt x="713639" y="29220"/>
                  <a:pt x="709819" y="31209"/>
                </a:cubicBezTo>
                <a:cubicBezTo>
                  <a:pt x="705998" y="33198"/>
                  <a:pt x="702747" y="36039"/>
                  <a:pt x="700063" y="39733"/>
                </a:cubicBezTo>
                <a:cubicBezTo>
                  <a:pt x="697379" y="43427"/>
                  <a:pt x="695343" y="47895"/>
                  <a:pt x="693954" y="53136"/>
                </a:cubicBezTo>
                <a:cubicBezTo>
                  <a:pt x="692565" y="58377"/>
                  <a:pt x="691870" y="64281"/>
                  <a:pt x="691870" y="70848"/>
                </a:cubicBezTo>
                <a:cubicBezTo>
                  <a:pt x="691870" y="78046"/>
                  <a:pt x="692612" y="84282"/>
                  <a:pt x="694096" y="89554"/>
                </a:cubicBezTo>
                <a:cubicBezTo>
                  <a:pt x="695580" y="94827"/>
                  <a:pt x="697695" y="99168"/>
                  <a:pt x="700442" y="102578"/>
                </a:cubicBezTo>
                <a:cubicBezTo>
                  <a:pt x="703189" y="105987"/>
                  <a:pt x="706504" y="108529"/>
                  <a:pt x="710387" y="110202"/>
                </a:cubicBezTo>
                <a:cubicBezTo>
                  <a:pt x="714270" y="111875"/>
                  <a:pt x="718643" y="112712"/>
                  <a:pt x="723505" y="112712"/>
                </a:cubicBezTo>
                <a:cubicBezTo>
                  <a:pt x="727925" y="112712"/>
                  <a:pt x="731745" y="112186"/>
                  <a:pt x="734966" y="111135"/>
                </a:cubicBezTo>
                <a:cubicBezTo>
                  <a:pt x="738186" y="110083"/>
                  <a:pt x="740949" y="108920"/>
                  <a:pt x="743253" y="107645"/>
                </a:cubicBezTo>
                <a:cubicBezTo>
                  <a:pt x="745558" y="106370"/>
                  <a:pt x="747453" y="105223"/>
                  <a:pt x="748936" y="104202"/>
                </a:cubicBezTo>
                <a:cubicBezTo>
                  <a:pt x="750420" y="103182"/>
                  <a:pt x="751573" y="102672"/>
                  <a:pt x="752394" y="102672"/>
                </a:cubicBezTo>
                <a:cubicBezTo>
                  <a:pt x="753025" y="102672"/>
                  <a:pt x="753530" y="102799"/>
                  <a:pt x="753909" y="103051"/>
                </a:cubicBezTo>
                <a:cubicBezTo>
                  <a:pt x="754288" y="103304"/>
                  <a:pt x="754604" y="103809"/>
                  <a:pt x="754856" y="104567"/>
                </a:cubicBezTo>
                <a:cubicBezTo>
                  <a:pt x="755109" y="105324"/>
                  <a:pt x="755298" y="106382"/>
                  <a:pt x="755424" y="107740"/>
                </a:cubicBezTo>
                <a:cubicBezTo>
                  <a:pt x="755551" y="109097"/>
                  <a:pt x="755614" y="110913"/>
                  <a:pt x="755614" y="113186"/>
                </a:cubicBezTo>
                <a:close/>
                <a:moveTo>
                  <a:pt x="857917" y="85526"/>
                </a:moveTo>
                <a:cubicBezTo>
                  <a:pt x="857917" y="92740"/>
                  <a:pt x="856970" y="99321"/>
                  <a:pt x="855076" y="105268"/>
                </a:cubicBezTo>
                <a:cubicBezTo>
                  <a:pt x="853182" y="111215"/>
                  <a:pt x="850308" y="116340"/>
                  <a:pt x="846457" y="120642"/>
                </a:cubicBezTo>
                <a:cubicBezTo>
                  <a:pt x="842605" y="124943"/>
                  <a:pt x="837774" y="128265"/>
                  <a:pt x="831965" y="130608"/>
                </a:cubicBezTo>
                <a:cubicBezTo>
                  <a:pt x="826156" y="132948"/>
                  <a:pt x="819368" y="134118"/>
                  <a:pt x="811601" y="134118"/>
                </a:cubicBezTo>
                <a:cubicBezTo>
                  <a:pt x="804087" y="134118"/>
                  <a:pt x="797552" y="133074"/>
                  <a:pt x="791995" y="130986"/>
                </a:cubicBezTo>
                <a:cubicBezTo>
                  <a:pt x="786438" y="128899"/>
                  <a:pt x="781829" y="125862"/>
                  <a:pt x="778166" y="121876"/>
                </a:cubicBezTo>
                <a:cubicBezTo>
                  <a:pt x="774504" y="117890"/>
                  <a:pt x="771789" y="112986"/>
                  <a:pt x="770021" y="107165"/>
                </a:cubicBezTo>
                <a:cubicBezTo>
                  <a:pt x="768253" y="101344"/>
                  <a:pt x="767369" y="94701"/>
                  <a:pt x="767369" y="87236"/>
                </a:cubicBezTo>
                <a:cubicBezTo>
                  <a:pt x="767369" y="80022"/>
                  <a:pt x="768332" y="73426"/>
                  <a:pt x="770258" y="67447"/>
                </a:cubicBezTo>
                <a:cubicBezTo>
                  <a:pt x="772183" y="61468"/>
                  <a:pt x="775072" y="56343"/>
                  <a:pt x="778924" y="52073"/>
                </a:cubicBezTo>
                <a:cubicBezTo>
                  <a:pt x="782776" y="47803"/>
                  <a:pt x="787591" y="44498"/>
                  <a:pt x="793368" y="42158"/>
                </a:cubicBezTo>
                <a:cubicBezTo>
                  <a:pt x="799146" y="39815"/>
                  <a:pt x="805918" y="38644"/>
                  <a:pt x="813685" y="38644"/>
                </a:cubicBezTo>
                <a:cubicBezTo>
                  <a:pt x="821262" y="38644"/>
                  <a:pt x="827829" y="39672"/>
                  <a:pt x="833386" y="41728"/>
                </a:cubicBezTo>
                <a:cubicBezTo>
                  <a:pt x="838943" y="43784"/>
                  <a:pt x="843536" y="46806"/>
                  <a:pt x="847167" y="50791"/>
                </a:cubicBezTo>
                <a:cubicBezTo>
                  <a:pt x="850798" y="54777"/>
                  <a:pt x="853497" y="59681"/>
                  <a:pt x="855265" y="65502"/>
                </a:cubicBezTo>
                <a:cubicBezTo>
                  <a:pt x="857033" y="71323"/>
                  <a:pt x="857917" y="77998"/>
                  <a:pt x="857917" y="85526"/>
                </a:cubicBezTo>
                <a:moveTo>
                  <a:pt x="833386" y="86476"/>
                </a:moveTo>
                <a:cubicBezTo>
                  <a:pt x="833386" y="82308"/>
                  <a:pt x="833054" y="78472"/>
                  <a:pt x="832391" y="74968"/>
                </a:cubicBezTo>
                <a:cubicBezTo>
                  <a:pt x="831728" y="71463"/>
                  <a:pt x="830608" y="68417"/>
                  <a:pt x="829029" y="65828"/>
                </a:cubicBezTo>
                <a:cubicBezTo>
                  <a:pt x="827450" y="63239"/>
                  <a:pt x="825351" y="61218"/>
                  <a:pt x="822730" y="59766"/>
                </a:cubicBezTo>
                <a:cubicBezTo>
                  <a:pt x="820110" y="58314"/>
                  <a:pt x="816811" y="57587"/>
                  <a:pt x="812832" y="57587"/>
                </a:cubicBezTo>
                <a:cubicBezTo>
                  <a:pt x="809296" y="57587"/>
                  <a:pt x="806202" y="58235"/>
                  <a:pt x="803550" y="59529"/>
                </a:cubicBezTo>
                <a:cubicBezTo>
                  <a:pt x="800898" y="60824"/>
                  <a:pt x="798720" y="62718"/>
                  <a:pt x="797015" y="65212"/>
                </a:cubicBezTo>
                <a:cubicBezTo>
                  <a:pt x="795310" y="67706"/>
                  <a:pt x="794031" y="70706"/>
                  <a:pt x="793179" y="74210"/>
                </a:cubicBezTo>
                <a:cubicBezTo>
                  <a:pt x="792326" y="77715"/>
                  <a:pt x="791900" y="81708"/>
                  <a:pt x="791900" y="86192"/>
                </a:cubicBezTo>
                <a:cubicBezTo>
                  <a:pt x="791900" y="90359"/>
                  <a:pt x="792248" y="94195"/>
                  <a:pt x="792942" y="97700"/>
                </a:cubicBezTo>
                <a:cubicBezTo>
                  <a:pt x="793637" y="101204"/>
                  <a:pt x="794757" y="104251"/>
                  <a:pt x="796305" y="106840"/>
                </a:cubicBezTo>
                <a:cubicBezTo>
                  <a:pt x="797852" y="109429"/>
                  <a:pt x="799951" y="111433"/>
                  <a:pt x="802603" y="112854"/>
                </a:cubicBezTo>
                <a:cubicBezTo>
                  <a:pt x="805255" y="114275"/>
                  <a:pt x="808539" y="114985"/>
                  <a:pt x="812454" y="114985"/>
                </a:cubicBezTo>
                <a:cubicBezTo>
                  <a:pt x="816053" y="114985"/>
                  <a:pt x="819178" y="114338"/>
                  <a:pt x="821830" y="113044"/>
                </a:cubicBezTo>
                <a:cubicBezTo>
                  <a:pt x="824483" y="111749"/>
                  <a:pt x="826661" y="109871"/>
                  <a:pt x="828366" y="107408"/>
                </a:cubicBezTo>
                <a:cubicBezTo>
                  <a:pt x="830071" y="104945"/>
                  <a:pt x="831334" y="101962"/>
                  <a:pt x="832155" y="98457"/>
                </a:cubicBezTo>
                <a:cubicBezTo>
                  <a:pt x="832975" y="94953"/>
                  <a:pt x="833386" y="90959"/>
                  <a:pt x="833386" y="86476"/>
                </a:cubicBezTo>
                <a:close/>
                <a:moveTo>
                  <a:pt x="957251" y="128621"/>
                </a:moveTo>
                <a:cubicBezTo>
                  <a:pt x="957251" y="129253"/>
                  <a:pt x="957061" y="129806"/>
                  <a:pt x="956683" y="130282"/>
                </a:cubicBezTo>
                <a:cubicBezTo>
                  <a:pt x="956304" y="130756"/>
                  <a:pt x="955672" y="131150"/>
                  <a:pt x="954788" y="131466"/>
                </a:cubicBezTo>
                <a:cubicBezTo>
                  <a:pt x="953904" y="131782"/>
                  <a:pt x="952689" y="132018"/>
                  <a:pt x="951142" y="132176"/>
                </a:cubicBezTo>
                <a:cubicBezTo>
                  <a:pt x="949595" y="132334"/>
                  <a:pt x="947684" y="132413"/>
                  <a:pt x="945411" y="132413"/>
                </a:cubicBezTo>
                <a:cubicBezTo>
                  <a:pt x="943075" y="132413"/>
                  <a:pt x="941133" y="132334"/>
                  <a:pt x="939586" y="132176"/>
                </a:cubicBezTo>
                <a:cubicBezTo>
                  <a:pt x="938039" y="132018"/>
                  <a:pt x="936824" y="131782"/>
                  <a:pt x="935940" y="131466"/>
                </a:cubicBezTo>
                <a:cubicBezTo>
                  <a:pt x="935056" y="131150"/>
                  <a:pt x="934424" y="130756"/>
                  <a:pt x="934045" y="130282"/>
                </a:cubicBezTo>
                <a:cubicBezTo>
                  <a:pt x="933667" y="129808"/>
                  <a:pt x="933477" y="129256"/>
                  <a:pt x="933477" y="128624"/>
                </a:cubicBezTo>
                <a:lnTo>
                  <a:pt x="933477" y="80414"/>
                </a:lnTo>
                <a:cubicBezTo>
                  <a:pt x="933477" y="76310"/>
                  <a:pt x="933177" y="73089"/>
                  <a:pt x="932577" y="70753"/>
                </a:cubicBezTo>
                <a:cubicBezTo>
                  <a:pt x="931977" y="68417"/>
                  <a:pt x="931109" y="66412"/>
                  <a:pt x="929973" y="64738"/>
                </a:cubicBezTo>
                <a:cubicBezTo>
                  <a:pt x="928836" y="63065"/>
                  <a:pt x="927368" y="61771"/>
                  <a:pt x="925568" y="60855"/>
                </a:cubicBezTo>
                <a:cubicBezTo>
                  <a:pt x="923769" y="59939"/>
                  <a:pt x="921669" y="59482"/>
                  <a:pt x="919270" y="59482"/>
                </a:cubicBezTo>
                <a:cubicBezTo>
                  <a:pt x="916239" y="59482"/>
                  <a:pt x="913176" y="60587"/>
                  <a:pt x="910082" y="62797"/>
                </a:cubicBezTo>
                <a:cubicBezTo>
                  <a:pt x="906988" y="65007"/>
                  <a:pt x="903768" y="68227"/>
                  <a:pt x="900421" y="72458"/>
                </a:cubicBezTo>
                <a:lnTo>
                  <a:pt x="900421" y="128624"/>
                </a:lnTo>
                <a:cubicBezTo>
                  <a:pt x="900421" y="129256"/>
                  <a:pt x="900232" y="129808"/>
                  <a:pt x="899853" y="130282"/>
                </a:cubicBezTo>
                <a:cubicBezTo>
                  <a:pt x="899474" y="130756"/>
                  <a:pt x="898827" y="131150"/>
                  <a:pt x="897911" y="131466"/>
                </a:cubicBezTo>
                <a:cubicBezTo>
                  <a:pt x="896996" y="131782"/>
                  <a:pt x="895780" y="132018"/>
                  <a:pt x="894265" y="132176"/>
                </a:cubicBezTo>
                <a:cubicBezTo>
                  <a:pt x="892749" y="132334"/>
                  <a:pt x="890823" y="132413"/>
                  <a:pt x="888487" y="132413"/>
                </a:cubicBezTo>
                <a:cubicBezTo>
                  <a:pt x="886151" y="132413"/>
                  <a:pt x="884225" y="132334"/>
                  <a:pt x="882709" y="132176"/>
                </a:cubicBezTo>
                <a:cubicBezTo>
                  <a:pt x="881194" y="132018"/>
                  <a:pt x="879978" y="131782"/>
                  <a:pt x="879063" y="131466"/>
                </a:cubicBezTo>
                <a:cubicBezTo>
                  <a:pt x="878147" y="131150"/>
                  <a:pt x="877500" y="130756"/>
                  <a:pt x="877121" y="130282"/>
                </a:cubicBezTo>
                <a:cubicBezTo>
                  <a:pt x="876742" y="129808"/>
                  <a:pt x="876553" y="129256"/>
                  <a:pt x="876553" y="128624"/>
                </a:cubicBezTo>
                <a:lnTo>
                  <a:pt x="876553" y="44138"/>
                </a:lnTo>
                <a:cubicBezTo>
                  <a:pt x="876553" y="43506"/>
                  <a:pt x="876711" y="42954"/>
                  <a:pt x="877026" y="42480"/>
                </a:cubicBezTo>
                <a:cubicBezTo>
                  <a:pt x="877342" y="42007"/>
                  <a:pt x="877910" y="41612"/>
                  <a:pt x="878731" y="41296"/>
                </a:cubicBezTo>
                <a:cubicBezTo>
                  <a:pt x="879552" y="40980"/>
                  <a:pt x="880610" y="40744"/>
                  <a:pt x="881904" y="40586"/>
                </a:cubicBezTo>
                <a:cubicBezTo>
                  <a:pt x="883199" y="40428"/>
                  <a:pt x="884825" y="40349"/>
                  <a:pt x="886782" y="40349"/>
                </a:cubicBezTo>
                <a:cubicBezTo>
                  <a:pt x="888803" y="40349"/>
                  <a:pt x="890476" y="40428"/>
                  <a:pt x="891802" y="40586"/>
                </a:cubicBezTo>
                <a:cubicBezTo>
                  <a:pt x="893128" y="40744"/>
                  <a:pt x="894154" y="40980"/>
                  <a:pt x="894880" y="41296"/>
                </a:cubicBezTo>
                <a:cubicBezTo>
                  <a:pt x="895606" y="41612"/>
                  <a:pt x="896127" y="42007"/>
                  <a:pt x="896443" y="42480"/>
                </a:cubicBezTo>
                <a:cubicBezTo>
                  <a:pt x="896759" y="42954"/>
                  <a:pt x="896917" y="43506"/>
                  <a:pt x="896917" y="44138"/>
                </a:cubicBezTo>
                <a:lnTo>
                  <a:pt x="896917" y="53893"/>
                </a:lnTo>
                <a:cubicBezTo>
                  <a:pt x="901589" y="48810"/>
                  <a:pt x="906341" y="44998"/>
                  <a:pt x="911171" y="42456"/>
                </a:cubicBezTo>
                <a:cubicBezTo>
                  <a:pt x="916002" y="39915"/>
                  <a:pt x="921038" y="38644"/>
                  <a:pt x="926279" y="38644"/>
                </a:cubicBezTo>
                <a:cubicBezTo>
                  <a:pt x="932025" y="38644"/>
                  <a:pt x="936871" y="39592"/>
                  <a:pt x="940818" y="41489"/>
                </a:cubicBezTo>
                <a:cubicBezTo>
                  <a:pt x="944764" y="43385"/>
                  <a:pt x="947953" y="45961"/>
                  <a:pt x="950384" y="49217"/>
                </a:cubicBezTo>
                <a:cubicBezTo>
                  <a:pt x="952815" y="52471"/>
                  <a:pt x="954567" y="56279"/>
                  <a:pt x="955641" y="60642"/>
                </a:cubicBezTo>
                <a:cubicBezTo>
                  <a:pt x="956714" y="65003"/>
                  <a:pt x="957251" y="70249"/>
                  <a:pt x="957251" y="76380"/>
                </a:cubicBezTo>
                <a:lnTo>
                  <a:pt x="957251" y="128621"/>
                </a:lnTo>
                <a:close/>
                <a:moveTo>
                  <a:pt x="1028809" y="120224"/>
                </a:moveTo>
                <a:cubicBezTo>
                  <a:pt x="1028809" y="123016"/>
                  <a:pt x="1028635" y="125158"/>
                  <a:pt x="1028288" y="126650"/>
                </a:cubicBezTo>
                <a:cubicBezTo>
                  <a:pt x="1027941" y="128140"/>
                  <a:pt x="1027483" y="129187"/>
                  <a:pt x="1026915" y="129791"/>
                </a:cubicBezTo>
                <a:cubicBezTo>
                  <a:pt x="1026346" y="130392"/>
                  <a:pt x="1025510" y="130931"/>
                  <a:pt x="1024405" y="131407"/>
                </a:cubicBezTo>
                <a:cubicBezTo>
                  <a:pt x="1023300" y="131882"/>
                  <a:pt x="1022005" y="132295"/>
                  <a:pt x="1020521" y="132644"/>
                </a:cubicBezTo>
                <a:cubicBezTo>
                  <a:pt x="1019037" y="132993"/>
                  <a:pt x="1017427" y="133263"/>
                  <a:pt x="1015691" y="133452"/>
                </a:cubicBezTo>
                <a:cubicBezTo>
                  <a:pt x="1013954" y="133643"/>
                  <a:pt x="1012202" y="133739"/>
                  <a:pt x="1010434" y="133739"/>
                </a:cubicBezTo>
                <a:cubicBezTo>
                  <a:pt x="1005698" y="133739"/>
                  <a:pt x="1001594" y="133139"/>
                  <a:pt x="998121" y="131939"/>
                </a:cubicBezTo>
                <a:cubicBezTo>
                  <a:pt x="994648" y="130740"/>
                  <a:pt x="991775" y="128893"/>
                  <a:pt x="989502" y="126399"/>
                </a:cubicBezTo>
                <a:cubicBezTo>
                  <a:pt x="987229" y="123904"/>
                  <a:pt x="985555" y="120763"/>
                  <a:pt x="984482" y="116974"/>
                </a:cubicBezTo>
                <a:cubicBezTo>
                  <a:pt x="983408" y="113186"/>
                  <a:pt x="982872" y="108702"/>
                  <a:pt x="982872" y="103525"/>
                </a:cubicBezTo>
                <a:lnTo>
                  <a:pt x="982872" y="60239"/>
                </a:lnTo>
                <a:lnTo>
                  <a:pt x="972737" y="60239"/>
                </a:lnTo>
                <a:cubicBezTo>
                  <a:pt x="971537" y="60239"/>
                  <a:pt x="970622" y="59497"/>
                  <a:pt x="969990" y="58014"/>
                </a:cubicBezTo>
                <a:cubicBezTo>
                  <a:pt x="969359" y="56530"/>
                  <a:pt x="969043" y="54051"/>
                  <a:pt x="969043" y="50578"/>
                </a:cubicBezTo>
                <a:cubicBezTo>
                  <a:pt x="969043" y="48747"/>
                  <a:pt x="969122" y="47200"/>
                  <a:pt x="969280" y="45937"/>
                </a:cubicBezTo>
                <a:cubicBezTo>
                  <a:pt x="969438" y="44674"/>
                  <a:pt x="969675" y="43680"/>
                  <a:pt x="969990" y="42954"/>
                </a:cubicBezTo>
                <a:cubicBezTo>
                  <a:pt x="970306" y="42228"/>
                  <a:pt x="970701" y="41707"/>
                  <a:pt x="971174" y="41391"/>
                </a:cubicBezTo>
                <a:cubicBezTo>
                  <a:pt x="971648" y="41075"/>
                  <a:pt x="972200" y="40917"/>
                  <a:pt x="972832" y="40917"/>
                </a:cubicBezTo>
                <a:lnTo>
                  <a:pt x="982872" y="40917"/>
                </a:lnTo>
                <a:lnTo>
                  <a:pt x="982872" y="21992"/>
                </a:lnTo>
                <a:cubicBezTo>
                  <a:pt x="982872" y="21356"/>
                  <a:pt x="983045" y="20785"/>
                  <a:pt x="983393" y="20278"/>
                </a:cubicBezTo>
                <a:cubicBezTo>
                  <a:pt x="983740" y="19771"/>
                  <a:pt x="984371" y="19344"/>
                  <a:pt x="985287" y="18996"/>
                </a:cubicBezTo>
                <a:cubicBezTo>
                  <a:pt x="986203" y="18647"/>
                  <a:pt x="987434" y="18394"/>
                  <a:pt x="988981" y="18236"/>
                </a:cubicBezTo>
                <a:cubicBezTo>
                  <a:pt x="990528" y="18076"/>
                  <a:pt x="992438" y="17996"/>
                  <a:pt x="994711" y="17996"/>
                </a:cubicBezTo>
                <a:cubicBezTo>
                  <a:pt x="997048" y="17996"/>
                  <a:pt x="998989" y="18076"/>
                  <a:pt x="1000536" y="18236"/>
                </a:cubicBezTo>
                <a:cubicBezTo>
                  <a:pt x="1002083" y="18394"/>
                  <a:pt x="1003299" y="18647"/>
                  <a:pt x="1004183" y="18996"/>
                </a:cubicBezTo>
                <a:cubicBezTo>
                  <a:pt x="1005067" y="19344"/>
                  <a:pt x="1005698" y="19771"/>
                  <a:pt x="1006077" y="20278"/>
                </a:cubicBezTo>
                <a:cubicBezTo>
                  <a:pt x="1006456" y="20785"/>
                  <a:pt x="1006645" y="21356"/>
                  <a:pt x="1006645" y="21992"/>
                </a:cubicBezTo>
                <a:lnTo>
                  <a:pt x="1006645" y="40917"/>
                </a:lnTo>
                <a:lnTo>
                  <a:pt x="1025020" y="40917"/>
                </a:lnTo>
                <a:cubicBezTo>
                  <a:pt x="1025652" y="40917"/>
                  <a:pt x="1026204" y="41075"/>
                  <a:pt x="1026678" y="41391"/>
                </a:cubicBezTo>
                <a:cubicBezTo>
                  <a:pt x="1027151" y="41707"/>
                  <a:pt x="1027546" y="42228"/>
                  <a:pt x="1027862" y="42954"/>
                </a:cubicBezTo>
                <a:cubicBezTo>
                  <a:pt x="1028178" y="43680"/>
                  <a:pt x="1028414" y="44674"/>
                  <a:pt x="1028572" y="45937"/>
                </a:cubicBezTo>
                <a:cubicBezTo>
                  <a:pt x="1028730" y="47200"/>
                  <a:pt x="1028809" y="48747"/>
                  <a:pt x="1028809" y="50578"/>
                </a:cubicBezTo>
                <a:cubicBezTo>
                  <a:pt x="1028809" y="54051"/>
                  <a:pt x="1028493" y="56530"/>
                  <a:pt x="1027862" y="58014"/>
                </a:cubicBezTo>
                <a:cubicBezTo>
                  <a:pt x="1027230" y="59497"/>
                  <a:pt x="1026315" y="60239"/>
                  <a:pt x="1025115" y="60239"/>
                </a:cubicBezTo>
                <a:lnTo>
                  <a:pt x="1006645" y="60239"/>
                </a:lnTo>
                <a:lnTo>
                  <a:pt x="1006645" y="99854"/>
                </a:lnTo>
                <a:cubicBezTo>
                  <a:pt x="1006645" y="104456"/>
                  <a:pt x="1007372" y="107907"/>
                  <a:pt x="1008824" y="110208"/>
                </a:cubicBezTo>
                <a:cubicBezTo>
                  <a:pt x="1010276" y="112509"/>
                  <a:pt x="1012865" y="113659"/>
                  <a:pt x="1016591" y="113659"/>
                </a:cubicBezTo>
                <a:cubicBezTo>
                  <a:pt x="1017854" y="113659"/>
                  <a:pt x="1018990" y="113549"/>
                  <a:pt x="1020000" y="113328"/>
                </a:cubicBezTo>
                <a:cubicBezTo>
                  <a:pt x="1021011" y="113107"/>
                  <a:pt x="1021911" y="112854"/>
                  <a:pt x="1022700" y="112570"/>
                </a:cubicBezTo>
                <a:cubicBezTo>
                  <a:pt x="1023489" y="112286"/>
                  <a:pt x="1024152" y="112033"/>
                  <a:pt x="1024689" y="111812"/>
                </a:cubicBezTo>
                <a:cubicBezTo>
                  <a:pt x="1025226" y="111591"/>
                  <a:pt x="1025715" y="111481"/>
                  <a:pt x="1026157" y="111481"/>
                </a:cubicBezTo>
                <a:cubicBezTo>
                  <a:pt x="1026536" y="111481"/>
                  <a:pt x="1026899" y="111591"/>
                  <a:pt x="1027246" y="111812"/>
                </a:cubicBezTo>
                <a:cubicBezTo>
                  <a:pt x="1027593" y="112033"/>
                  <a:pt x="1027862" y="112476"/>
                  <a:pt x="1028051" y="113141"/>
                </a:cubicBezTo>
                <a:cubicBezTo>
                  <a:pt x="1028241" y="113804"/>
                  <a:pt x="1028414" y="114707"/>
                  <a:pt x="1028572" y="115850"/>
                </a:cubicBezTo>
                <a:cubicBezTo>
                  <a:pt x="1028730" y="116990"/>
                  <a:pt x="1028809" y="118448"/>
                  <a:pt x="1028809" y="120224"/>
                </a:cubicBezTo>
                <a:close/>
                <a:moveTo>
                  <a:pt x="1100770" y="51904"/>
                </a:moveTo>
                <a:cubicBezTo>
                  <a:pt x="1100770" y="54178"/>
                  <a:pt x="1100707" y="56040"/>
                  <a:pt x="1100580" y="57493"/>
                </a:cubicBezTo>
                <a:cubicBezTo>
                  <a:pt x="1100454" y="58945"/>
                  <a:pt x="1100265" y="60082"/>
                  <a:pt x="1100012" y="60902"/>
                </a:cubicBezTo>
                <a:cubicBezTo>
                  <a:pt x="1099759" y="61723"/>
                  <a:pt x="1099428" y="62292"/>
                  <a:pt x="1099017" y="62607"/>
                </a:cubicBezTo>
                <a:cubicBezTo>
                  <a:pt x="1098607" y="62923"/>
                  <a:pt x="1098086" y="63081"/>
                  <a:pt x="1097455" y="63081"/>
                </a:cubicBezTo>
                <a:cubicBezTo>
                  <a:pt x="1096949" y="63081"/>
                  <a:pt x="1096381" y="62970"/>
                  <a:pt x="1095750" y="62749"/>
                </a:cubicBezTo>
                <a:cubicBezTo>
                  <a:pt x="1095118" y="62528"/>
                  <a:pt x="1094408" y="62292"/>
                  <a:pt x="1093619" y="62039"/>
                </a:cubicBezTo>
                <a:cubicBezTo>
                  <a:pt x="1092829" y="61786"/>
                  <a:pt x="1091961" y="61550"/>
                  <a:pt x="1091014" y="61329"/>
                </a:cubicBezTo>
                <a:cubicBezTo>
                  <a:pt x="1090067" y="61108"/>
                  <a:pt x="1089025" y="60997"/>
                  <a:pt x="1087888" y="60997"/>
                </a:cubicBezTo>
                <a:cubicBezTo>
                  <a:pt x="1086562" y="60997"/>
                  <a:pt x="1085236" y="61267"/>
                  <a:pt x="1083910" y="61808"/>
                </a:cubicBezTo>
                <a:cubicBezTo>
                  <a:pt x="1082584" y="62347"/>
                  <a:pt x="1081211" y="63188"/>
                  <a:pt x="1079790" y="64333"/>
                </a:cubicBezTo>
                <a:cubicBezTo>
                  <a:pt x="1078369" y="65477"/>
                  <a:pt x="1076885" y="67003"/>
                  <a:pt x="1075338" y="68909"/>
                </a:cubicBezTo>
                <a:cubicBezTo>
                  <a:pt x="1073791" y="70815"/>
                  <a:pt x="1072134" y="73166"/>
                  <a:pt x="1070366" y="75962"/>
                </a:cubicBezTo>
                <a:lnTo>
                  <a:pt x="1070366" y="128624"/>
                </a:lnTo>
                <a:cubicBezTo>
                  <a:pt x="1070366" y="129256"/>
                  <a:pt x="1070176" y="129808"/>
                  <a:pt x="1069798" y="130282"/>
                </a:cubicBezTo>
                <a:cubicBezTo>
                  <a:pt x="1069419" y="130756"/>
                  <a:pt x="1068771" y="131150"/>
                  <a:pt x="1067856" y="131466"/>
                </a:cubicBezTo>
                <a:cubicBezTo>
                  <a:pt x="1066940" y="131782"/>
                  <a:pt x="1065725" y="132018"/>
                  <a:pt x="1064209" y="132176"/>
                </a:cubicBezTo>
                <a:cubicBezTo>
                  <a:pt x="1062694" y="132334"/>
                  <a:pt x="1060768" y="132413"/>
                  <a:pt x="1058432" y="132413"/>
                </a:cubicBezTo>
                <a:cubicBezTo>
                  <a:pt x="1056095" y="132413"/>
                  <a:pt x="1054169" y="132334"/>
                  <a:pt x="1052654" y="132176"/>
                </a:cubicBezTo>
                <a:cubicBezTo>
                  <a:pt x="1051138" y="132018"/>
                  <a:pt x="1049923" y="131782"/>
                  <a:pt x="1049007" y="131466"/>
                </a:cubicBezTo>
                <a:cubicBezTo>
                  <a:pt x="1048092" y="131150"/>
                  <a:pt x="1047445" y="130756"/>
                  <a:pt x="1047066" y="130282"/>
                </a:cubicBezTo>
                <a:cubicBezTo>
                  <a:pt x="1046687" y="129808"/>
                  <a:pt x="1046497" y="129256"/>
                  <a:pt x="1046497" y="128624"/>
                </a:cubicBezTo>
                <a:lnTo>
                  <a:pt x="1046497" y="44138"/>
                </a:lnTo>
                <a:cubicBezTo>
                  <a:pt x="1046497" y="43506"/>
                  <a:pt x="1046655" y="42954"/>
                  <a:pt x="1046971" y="42480"/>
                </a:cubicBezTo>
                <a:cubicBezTo>
                  <a:pt x="1047287" y="42007"/>
                  <a:pt x="1047855" y="41612"/>
                  <a:pt x="1048676" y="41296"/>
                </a:cubicBezTo>
                <a:cubicBezTo>
                  <a:pt x="1049497" y="40980"/>
                  <a:pt x="1050554" y="40744"/>
                  <a:pt x="1051849" y="40586"/>
                </a:cubicBezTo>
                <a:cubicBezTo>
                  <a:pt x="1053143" y="40428"/>
                  <a:pt x="1054769" y="40349"/>
                  <a:pt x="1056727" y="40349"/>
                </a:cubicBezTo>
                <a:cubicBezTo>
                  <a:pt x="1058747" y="40349"/>
                  <a:pt x="1060421" y="40428"/>
                  <a:pt x="1061747" y="40586"/>
                </a:cubicBezTo>
                <a:cubicBezTo>
                  <a:pt x="1063073" y="40744"/>
                  <a:pt x="1064099" y="40980"/>
                  <a:pt x="1064825" y="41296"/>
                </a:cubicBezTo>
                <a:cubicBezTo>
                  <a:pt x="1065551" y="41612"/>
                  <a:pt x="1066072" y="42007"/>
                  <a:pt x="1066388" y="42480"/>
                </a:cubicBezTo>
                <a:cubicBezTo>
                  <a:pt x="1066703" y="42954"/>
                  <a:pt x="1066861" y="43506"/>
                  <a:pt x="1066861" y="44138"/>
                </a:cubicBezTo>
                <a:lnTo>
                  <a:pt x="1066861" y="54651"/>
                </a:lnTo>
                <a:cubicBezTo>
                  <a:pt x="1069071" y="51474"/>
                  <a:pt x="1071155" y="48854"/>
                  <a:pt x="1073113" y="46790"/>
                </a:cubicBezTo>
                <a:cubicBezTo>
                  <a:pt x="1075070" y="44726"/>
                  <a:pt x="1076933" y="43091"/>
                  <a:pt x="1078701" y="41885"/>
                </a:cubicBezTo>
                <a:cubicBezTo>
                  <a:pt x="1080469" y="40678"/>
                  <a:pt x="1082237" y="39836"/>
                  <a:pt x="1084005" y="39360"/>
                </a:cubicBezTo>
                <a:cubicBezTo>
                  <a:pt x="1085773" y="38883"/>
                  <a:pt x="1087541" y="38644"/>
                  <a:pt x="1089309" y="38644"/>
                </a:cubicBezTo>
                <a:cubicBezTo>
                  <a:pt x="1090130" y="38644"/>
                  <a:pt x="1091014" y="38692"/>
                  <a:pt x="1091961" y="38786"/>
                </a:cubicBezTo>
                <a:cubicBezTo>
                  <a:pt x="1092908" y="38881"/>
                  <a:pt x="1093887" y="39039"/>
                  <a:pt x="1094897" y="39260"/>
                </a:cubicBezTo>
                <a:cubicBezTo>
                  <a:pt x="1095908" y="39481"/>
                  <a:pt x="1096792" y="39733"/>
                  <a:pt x="1097549" y="40018"/>
                </a:cubicBezTo>
                <a:cubicBezTo>
                  <a:pt x="1098307" y="40302"/>
                  <a:pt x="1098860" y="40602"/>
                  <a:pt x="1099207" y="40917"/>
                </a:cubicBezTo>
                <a:cubicBezTo>
                  <a:pt x="1099554" y="41233"/>
                  <a:pt x="1099807" y="41580"/>
                  <a:pt x="1099965" y="41959"/>
                </a:cubicBezTo>
                <a:cubicBezTo>
                  <a:pt x="1100122" y="42338"/>
                  <a:pt x="1100265" y="42859"/>
                  <a:pt x="1100391" y="43522"/>
                </a:cubicBezTo>
                <a:cubicBezTo>
                  <a:pt x="1100517" y="44185"/>
                  <a:pt x="1100612" y="45180"/>
                  <a:pt x="1100675" y="46506"/>
                </a:cubicBezTo>
                <a:cubicBezTo>
                  <a:pt x="1100738" y="47832"/>
                  <a:pt x="1100770" y="49631"/>
                  <a:pt x="1100770" y="51904"/>
                </a:cubicBezTo>
                <a:close/>
                <a:moveTo>
                  <a:pt x="1182941" y="128906"/>
                </a:moveTo>
                <a:cubicBezTo>
                  <a:pt x="1182941" y="129790"/>
                  <a:pt x="1182625" y="130485"/>
                  <a:pt x="1181994" y="130992"/>
                </a:cubicBezTo>
                <a:cubicBezTo>
                  <a:pt x="1181362" y="131497"/>
                  <a:pt x="1180368" y="131861"/>
                  <a:pt x="1179010" y="132082"/>
                </a:cubicBezTo>
                <a:cubicBezTo>
                  <a:pt x="1177652" y="132303"/>
                  <a:pt x="1175648" y="132413"/>
                  <a:pt x="1172996" y="132413"/>
                </a:cubicBezTo>
                <a:cubicBezTo>
                  <a:pt x="1170154" y="132413"/>
                  <a:pt x="1168086" y="132303"/>
                  <a:pt x="1166792" y="132082"/>
                </a:cubicBezTo>
                <a:cubicBezTo>
                  <a:pt x="1165497" y="131861"/>
                  <a:pt x="1164582" y="131497"/>
                  <a:pt x="1164045" y="130992"/>
                </a:cubicBezTo>
                <a:cubicBezTo>
                  <a:pt x="1163508" y="130487"/>
                  <a:pt x="1163240" y="129793"/>
                  <a:pt x="1163240" y="128909"/>
                </a:cubicBezTo>
                <a:lnTo>
                  <a:pt x="1163240" y="122184"/>
                </a:lnTo>
                <a:cubicBezTo>
                  <a:pt x="1159767" y="125909"/>
                  <a:pt x="1155805" y="128830"/>
                  <a:pt x="1151353" y="130945"/>
                </a:cubicBezTo>
                <a:cubicBezTo>
                  <a:pt x="1146901" y="133060"/>
                  <a:pt x="1141960" y="134118"/>
                  <a:pt x="1136530" y="134118"/>
                </a:cubicBezTo>
                <a:cubicBezTo>
                  <a:pt x="1132047" y="134118"/>
                  <a:pt x="1127927" y="133532"/>
                  <a:pt x="1124169" y="132360"/>
                </a:cubicBezTo>
                <a:cubicBezTo>
                  <a:pt x="1120412" y="131188"/>
                  <a:pt x="1117160" y="129445"/>
                  <a:pt x="1114414" y="127133"/>
                </a:cubicBezTo>
                <a:cubicBezTo>
                  <a:pt x="1111667" y="124820"/>
                  <a:pt x="1109536" y="121954"/>
                  <a:pt x="1108020" y="118534"/>
                </a:cubicBezTo>
                <a:cubicBezTo>
                  <a:pt x="1106505" y="115113"/>
                  <a:pt x="1105747" y="111121"/>
                  <a:pt x="1105747" y="106559"/>
                </a:cubicBezTo>
                <a:cubicBezTo>
                  <a:pt x="1105747" y="101616"/>
                  <a:pt x="1106710" y="97323"/>
                  <a:pt x="1108636" y="93680"/>
                </a:cubicBezTo>
                <a:cubicBezTo>
                  <a:pt x="1110562" y="90037"/>
                  <a:pt x="1113435" y="87028"/>
                  <a:pt x="1117255" y="84652"/>
                </a:cubicBezTo>
                <a:cubicBezTo>
                  <a:pt x="1121075" y="82277"/>
                  <a:pt x="1125827" y="80519"/>
                  <a:pt x="1131510" y="79378"/>
                </a:cubicBezTo>
                <a:cubicBezTo>
                  <a:pt x="1137193" y="78237"/>
                  <a:pt x="1143791" y="77667"/>
                  <a:pt x="1151306" y="77667"/>
                </a:cubicBezTo>
                <a:lnTo>
                  <a:pt x="1159546" y="77667"/>
                </a:lnTo>
                <a:lnTo>
                  <a:pt x="1159546" y="72576"/>
                </a:lnTo>
                <a:cubicBezTo>
                  <a:pt x="1159546" y="69936"/>
                  <a:pt x="1159278" y="67626"/>
                  <a:pt x="1158741" y="65647"/>
                </a:cubicBezTo>
                <a:cubicBezTo>
                  <a:pt x="1158204" y="63666"/>
                  <a:pt x="1157320" y="62015"/>
                  <a:pt x="1156089" y="60695"/>
                </a:cubicBezTo>
                <a:cubicBezTo>
                  <a:pt x="1154857" y="59375"/>
                  <a:pt x="1153216" y="58401"/>
                  <a:pt x="1151164" y="57774"/>
                </a:cubicBezTo>
                <a:cubicBezTo>
                  <a:pt x="1149111" y="57144"/>
                  <a:pt x="1146570" y="56830"/>
                  <a:pt x="1143539" y="56830"/>
                </a:cubicBezTo>
                <a:cubicBezTo>
                  <a:pt x="1139561" y="56830"/>
                  <a:pt x="1136009" y="57272"/>
                  <a:pt x="1132883" y="58156"/>
                </a:cubicBezTo>
                <a:cubicBezTo>
                  <a:pt x="1129758" y="59040"/>
                  <a:pt x="1126995" y="60018"/>
                  <a:pt x="1124596" y="61092"/>
                </a:cubicBezTo>
                <a:cubicBezTo>
                  <a:pt x="1122196" y="62165"/>
                  <a:pt x="1120191" y="63144"/>
                  <a:pt x="1118581" y="64028"/>
                </a:cubicBezTo>
                <a:cubicBezTo>
                  <a:pt x="1116971" y="64912"/>
                  <a:pt x="1115661" y="65354"/>
                  <a:pt x="1114651" y="65354"/>
                </a:cubicBezTo>
                <a:cubicBezTo>
                  <a:pt x="1113956" y="65354"/>
                  <a:pt x="1113340" y="65132"/>
                  <a:pt x="1112804" y="64688"/>
                </a:cubicBezTo>
                <a:cubicBezTo>
                  <a:pt x="1112267" y="64244"/>
                  <a:pt x="1111825" y="63610"/>
                  <a:pt x="1111478" y="62785"/>
                </a:cubicBezTo>
                <a:cubicBezTo>
                  <a:pt x="1111130" y="61960"/>
                  <a:pt x="1110862" y="60945"/>
                  <a:pt x="1110672" y="59739"/>
                </a:cubicBezTo>
                <a:cubicBezTo>
                  <a:pt x="1110483" y="58532"/>
                  <a:pt x="1110388" y="57199"/>
                  <a:pt x="1110388" y="55740"/>
                </a:cubicBezTo>
                <a:cubicBezTo>
                  <a:pt x="1110388" y="53773"/>
                  <a:pt x="1110546" y="52218"/>
                  <a:pt x="1110862" y="51076"/>
                </a:cubicBezTo>
                <a:cubicBezTo>
                  <a:pt x="1111178" y="49933"/>
                  <a:pt x="1111777" y="48902"/>
                  <a:pt x="1112661" y="47983"/>
                </a:cubicBezTo>
                <a:cubicBezTo>
                  <a:pt x="1113545" y="47061"/>
                  <a:pt x="1115093" y="46048"/>
                  <a:pt x="1117303" y="44943"/>
                </a:cubicBezTo>
                <a:cubicBezTo>
                  <a:pt x="1119513" y="43838"/>
                  <a:pt x="1122101" y="42812"/>
                  <a:pt x="1125069" y="41865"/>
                </a:cubicBezTo>
                <a:cubicBezTo>
                  <a:pt x="1128037" y="40917"/>
                  <a:pt x="1131273" y="40144"/>
                  <a:pt x="1134778" y="39544"/>
                </a:cubicBezTo>
                <a:cubicBezTo>
                  <a:pt x="1138282" y="38944"/>
                  <a:pt x="1141897" y="38644"/>
                  <a:pt x="1145623" y="38644"/>
                </a:cubicBezTo>
                <a:cubicBezTo>
                  <a:pt x="1152253" y="38644"/>
                  <a:pt x="1157920" y="39292"/>
                  <a:pt x="1162624" y="40589"/>
                </a:cubicBezTo>
                <a:cubicBezTo>
                  <a:pt x="1167328" y="41883"/>
                  <a:pt x="1171196" y="43874"/>
                  <a:pt x="1174227" y="46562"/>
                </a:cubicBezTo>
                <a:cubicBezTo>
                  <a:pt x="1177258" y="49247"/>
                  <a:pt x="1179468" y="52708"/>
                  <a:pt x="1180857" y="56942"/>
                </a:cubicBezTo>
                <a:cubicBezTo>
                  <a:pt x="1182246" y="61177"/>
                  <a:pt x="1182941" y="66202"/>
                  <a:pt x="1182941" y="72017"/>
                </a:cubicBezTo>
                <a:lnTo>
                  <a:pt x="1182941" y="128906"/>
                </a:lnTo>
                <a:moveTo>
                  <a:pt x="1159546" y="92632"/>
                </a:moveTo>
                <a:lnTo>
                  <a:pt x="1150453" y="92632"/>
                </a:lnTo>
                <a:cubicBezTo>
                  <a:pt x="1146601" y="92632"/>
                  <a:pt x="1143318" y="92918"/>
                  <a:pt x="1140603" y="93491"/>
                </a:cubicBezTo>
                <a:cubicBezTo>
                  <a:pt x="1137888" y="94063"/>
                  <a:pt x="1135677" y="94922"/>
                  <a:pt x="1133973" y="96069"/>
                </a:cubicBezTo>
                <a:cubicBezTo>
                  <a:pt x="1132268" y="97213"/>
                  <a:pt x="1131021" y="98597"/>
                  <a:pt x="1130231" y="100221"/>
                </a:cubicBezTo>
                <a:cubicBezTo>
                  <a:pt x="1129442" y="101843"/>
                  <a:pt x="1129047" y="103704"/>
                  <a:pt x="1129047" y="105804"/>
                </a:cubicBezTo>
                <a:cubicBezTo>
                  <a:pt x="1129047" y="109367"/>
                  <a:pt x="1130168" y="112168"/>
                  <a:pt x="1132410" y="114204"/>
                </a:cubicBezTo>
                <a:cubicBezTo>
                  <a:pt x="1134651" y="116240"/>
                  <a:pt x="1137761" y="117259"/>
                  <a:pt x="1141739" y="117259"/>
                </a:cubicBezTo>
                <a:cubicBezTo>
                  <a:pt x="1145086" y="117259"/>
                  <a:pt x="1148164" y="116400"/>
                  <a:pt x="1150974" y="114683"/>
                </a:cubicBezTo>
                <a:cubicBezTo>
                  <a:pt x="1153784" y="112965"/>
                  <a:pt x="1156641" y="110451"/>
                  <a:pt x="1159546" y="107142"/>
                </a:cubicBezTo>
                <a:lnTo>
                  <a:pt x="1159546" y="92632"/>
                </a:lnTo>
                <a:close/>
                <a:moveTo>
                  <a:pt x="1270870" y="115175"/>
                </a:moveTo>
                <a:cubicBezTo>
                  <a:pt x="1270870" y="116816"/>
                  <a:pt x="1270823" y="118190"/>
                  <a:pt x="1270728" y="119295"/>
                </a:cubicBezTo>
                <a:cubicBezTo>
                  <a:pt x="1270634" y="120400"/>
                  <a:pt x="1270507" y="121331"/>
                  <a:pt x="1270350" y="122089"/>
                </a:cubicBezTo>
                <a:cubicBezTo>
                  <a:pt x="1270192" y="122847"/>
                  <a:pt x="1270002" y="123462"/>
                  <a:pt x="1269781" y="123936"/>
                </a:cubicBezTo>
                <a:cubicBezTo>
                  <a:pt x="1269560" y="124410"/>
                  <a:pt x="1269071" y="125009"/>
                  <a:pt x="1268313" y="125736"/>
                </a:cubicBezTo>
                <a:cubicBezTo>
                  <a:pt x="1267555" y="126462"/>
                  <a:pt x="1266261" y="127346"/>
                  <a:pt x="1264430" y="128388"/>
                </a:cubicBezTo>
                <a:cubicBezTo>
                  <a:pt x="1262599" y="129430"/>
                  <a:pt x="1260515" y="130361"/>
                  <a:pt x="1258179" y="131182"/>
                </a:cubicBezTo>
                <a:cubicBezTo>
                  <a:pt x="1255842" y="132003"/>
                  <a:pt x="1253301" y="132666"/>
                  <a:pt x="1250554" y="133171"/>
                </a:cubicBezTo>
                <a:cubicBezTo>
                  <a:pt x="1247807" y="133676"/>
                  <a:pt x="1244981" y="133929"/>
                  <a:pt x="1242077" y="133929"/>
                </a:cubicBezTo>
                <a:cubicBezTo>
                  <a:pt x="1235573" y="133929"/>
                  <a:pt x="1229811" y="132918"/>
                  <a:pt x="1224791" y="130898"/>
                </a:cubicBezTo>
                <a:cubicBezTo>
                  <a:pt x="1219771" y="128877"/>
                  <a:pt x="1215556" y="125893"/>
                  <a:pt x="1212147" y="121947"/>
                </a:cubicBezTo>
                <a:cubicBezTo>
                  <a:pt x="1208737" y="118000"/>
                  <a:pt x="1206164" y="113186"/>
                  <a:pt x="1204427" y="107503"/>
                </a:cubicBezTo>
                <a:cubicBezTo>
                  <a:pt x="1202691" y="101820"/>
                  <a:pt x="1201822" y="95316"/>
                  <a:pt x="1201822" y="87991"/>
                </a:cubicBezTo>
                <a:cubicBezTo>
                  <a:pt x="1201822" y="79530"/>
                  <a:pt x="1202880" y="72221"/>
                  <a:pt x="1204995" y="66064"/>
                </a:cubicBezTo>
                <a:cubicBezTo>
                  <a:pt x="1207111" y="59908"/>
                  <a:pt x="1210063" y="54809"/>
                  <a:pt x="1213851" y="50768"/>
                </a:cubicBezTo>
                <a:cubicBezTo>
                  <a:pt x="1217640" y="46727"/>
                  <a:pt x="1222123" y="43727"/>
                  <a:pt x="1227301" y="41770"/>
                </a:cubicBezTo>
                <a:cubicBezTo>
                  <a:pt x="1232479" y="39812"/>
                  <a:pt x="1238162" y="38834"/>
                  <a:pt x="1244350" y="38834"/>
                </a:cubicBezTo>
                <a:cubicBezTo>
                  <a:pt x="1246876" y="38834"/>
                  <a:pt x="1249354" y="39055"/>
                  <a:pt x="1251785" y="39497"/>
                </a:cubicBezTo>
                <a:cubicBezTo>
                  <a:pt x="1254216" y="39939"/>
                  <a:pt x="1256489" y="40538"/>
                  <a:pt x="1258605" y="41296"/>
                </a:cubicBezTo>
                <a:cubicBezTo>
                  <a:pt x="1260720" y="42054"/>
                  <a:pt x="1262614" y="42906"/>
                  <a:pt x="1264288" y="43854"/>
                </a:cubicBezTo>
                <a:cubicBezTo>
                  <a:pt x="1265961" y="44801"/>
                  <a:pt x="1267145" y="45622"/>
                  <a:pt x="1267840" y="46316"/>
                </a:cubicBezTo>
                <a:cubicBezTo>
                  <a:pt x="1268534" y="47011"/>
                  <a:pt x="1269024" y="47595"/>
                  <a:pt x="1269308" y="48068"/>
                </a:cubicBezTo>
                <a:cubicBezTo>
                  <a:pt x="1269592" y="48542"/>
                  <a:pt x="1269813" y="49158"/>
                  <a:pt x="1269971" y="49915"/>
                </a:cubicBezTo>
                <a:cubicBezTo>
                  <a:pt x="1270129" y="50673"/>
                  <a:pt x="1270255" y="51604"/>
                  <a:pt x="1270350" y="52709"/>
                </a:cubicBezTo>
                <a:cubicBezTo>
                  <a:pt x="1270444" y="53815"/>
                  <a:pt x="1270492" y="55156"/>
                  <a:pt x="1270492" y="56735"/>
                </a:cubicBezTo>
                <a:cubicBezTo>
                  <a:pt x="1270492" y="60397"/>
                  <a:pt x="1270176" y="62970"/>
                  <a:pt x="1269544" y="64454"/>
                </a:cubicBezTo>
                <a:cubicBezTo>
                  <a:pt x="1268913" y="65938"/>
                  <a:pt x="1268092" y="66680"/>
                  <a:pt x="1267082" y="66680"/>
                </a:cubicBezTo>
                <a:cubicBezTo>
                  <a:pt x="1266008" y="66680"/>
                  <a:pt x="1264872" y="66238"/>
                  <a:pt x="1263672" y="65354"/>
                </a:cubicBezTo>
                <a:cubicBezTo>
                  <a:pt x="1262472" y="64470"/>
                  <a:pt x="1261052" y="63491"/>
                  <a:pt x="1259410" y="62418"/>
                </a:cubicBezTo>
                <a:cubicBezTo>
                  <a:pt x="1257768" y="61344"/>
                  <a:pt x="1255811" y="60366"/>
                  <a:pt x="1253537" y="59482"/>
                </a:cubicBezTo>
                <a:cubicBezTo>
                  <a:pt x="1251264" y="58598"/>
                  <a:pt x="1248549" y="58156"/>
                  <a:pt x="1245392" y="58156"/>
                </a:cubicBezTo>
                <a:cubicBezTo>
                  <a:pt x="1239204" y="58156"/>
                  <a:pt x="1234468" y="60539"/>
                  <a:pt x="1231184" y="65307"/>
                </a:cubicBezTo>
                <a:cubicBezTo>
                  <a:pt x="1227901" y="70074"/>
                  <a:pt x="1226259" y="77067"/>
                  <a:pt x="1226259" y="86286"/>
                </a:cubicBezTo>
                <a:cubicBezTo>
                  <a:pt x="1226259" y="90833"/>
                  <a:pt x="1226670" y="94842"/>
                  <a:pt x="1227491" y="98315"/>
                </a:cubicBezTo>
                <a:cubicBezTo>
                  <a:pt x="1228311" y="101788"/>
                  <a:pt x="1229527" y="104693"/>
                  <a:pt x="1231137" y="107029"/>
                </a:cubicBezTo>
                <a:cubicBezTo>
                  <a:pt x="1232747" y="109365"/>
                  <a:pt x="1234768" y="111118"/>
                  <a:pt x="1237199" y="112286"/>
                </a:cubicBezTo>
                <a:cubicBezTo>
                  <a:pt x="1239630" y="113454"/>
                  <a:pt x="1242456" y="114038"/>
                  <a:pt x="1245676" y="114038"/>
                </a:cubicBezTo>
                <a:cubicBezTo>
                  <a:pt x="1248960" y="114038"/>
                  <a:pt x="1251785" y="113549"/>
                  <a:pt x="1254153" y="112570"/>
                </a:cubicBezTo>
                <a:cubicBezTo>
                  <a:pt x="1256521" y="111591"/>
                  <a:pt x="1258589" y="110502"/>
                  <a:pt x="1260357" y="109302"/>
                </a:cubicBezTo>
                <a:cubicBezTo>
                  <a:pt x="1262125" y="108103"/>
                  <a:pt x="1263609" y="107013"/>
                  <a:pt x="1264809" y="106035"/>
                </a:cubicBezTo>
                <a:cubicBezTo>
                  <a:pt x="1266008" y="105056"/>
                  <a:pt x="1267019" y="104567"/>
                  <a:pt x="1267840" y="104567"/>
                </a:cubicBezTo>
                <a:cubicBezTo>
                  <a:pt x="1268408" y="104567"/>
                  <a:pt x="1268881" y="104724"/>
                  <a:pt x="1269260" y="105040"/>
                </a:cubicBezTo>
                <a:cubicBezTo>
                  <a:pt x="1269639" y="105356"/>
                  <a:pt x="1269939" y="105940"/>
                  <a:pt x="1270160" y="106792"/>
                </a:cubicBezTo>
                <a:cubicBezTo>
                  <a:pt x="1270381" y="107645"/>
                  <a:pt x="1270555" y="108734"/>
                  <a:pt x="1270681" y="110060"/>
                </a:cubicBezTo>
                <a:cubicBezTo>
                  <a:pt x="1270807" y="111386"/>
                  <a:pt x="1270870" y="113091"/>
                  <a:pt x="1270870" y="115175"/>
                </a:cubicBezTo>
                <a:close/>
                <a:moveTo>
                  <a:pt x="1337778" y="120224"/>
                </a:moveTo>
                <a:cubicBezTo>
                  <a:pt x="1337778" y="123016"/>
                  <a:pt x="1337604" y="125158"/>
                  <a:pt x="1337257" y="126650"/>
                </a:cubicBezTo>
                <a:cubicBezTo>
                  <a:pt x="1336910" y="128140"/>
                  <a:pt x="1336452" y="129187"/>
                  <a:pt x="1335884" y="129791"/>
                </a:cubicBezTo>
                <a:cubicBezTo>
                  <a:pt x="1335315" y="130392"/>
                  <a:pt x="1334479" y="130931"/>
                  <a:pt x="1333374" y="131407"/>
                </a:cubicBezTo>
                <a:cubicBezTo>
                  <a:pt x="1332269" y="131882"/>
                  <a:pt x="1330974" y="132295"/>
                  <a:pt x="1329490" y="132644"/>
                </a:cubicBezTo>
                <a:cubicBezTo>
                  <a:pt x="1328006" y="132993"/>
                  <a:pt x="1326396" y="133263"/>
                  <a:pt x="1324660" y="133452"/>
                </a:cubicBezTo>
                <a:cubicBezTo>
                  <a:pt x="1322923" y="133643"/>
                  <a:pt x="1321171" y="133739"/>
                  <a:pt x="1319403" y="133739"/>
                </a:cubicBezTo>
                <a:cubicBezTo>
                  <a:pt x="1314667" y="133739"/>
                  <a:pt x="1310563" y="133139"/>
                  <a:pt x="1307090" y="131939"/>
                </a:cubicBezTo>
                <a:cubicBezTo>
                  <a:pt x="1303617" y="130740"/>
                  <a:pt x="1300744" y="128893"/>
                  <a:pt x="1298471" y="126399"/>
                </a:cubicBezTo>
                <a:cubicBezTo>
                  <a:pt x="1296198" y="123904"/>
                  <a:pt x="1294524" y="120763"/>
                  <a:pt x="1293451" y="116974"/>
                </a:cubicBezTo>
                <a:cubicBezTo>
                  <a:pt x="1292377" y="113186"/>
                  <a:pt x="1291841" y="108702"/>
                  <a:pt x="1291841" y="103525"/>
                </a:cubicBezTo>
                <a:lnTo>
                  <a:pt x="1291841" y="60239"/>
                </a:lnTo>
                <a:lnTo>
                  <a:pt x="1281706" y="60239"/>
                </a:lnTo>
                <a:cubicBezTo>
                  <a:pt x="1280506" y="60239"/>
                  <a:pt x="1279591" y="59497"/>
                  <a:pt x="1278959" y="58014"/>
                </a:cubicBezTo>
                <a:cubicBezTo>
                  <a:pt x="1278328" y="56530"/>
                  <a:pt x="1278012" y="54051"/>
                  <a:pt x="1278012" y="50578"/>
                </a:cubicBezTo>
                <a:cubicBezTo>
                  <a:pt x="1278012" y="48747"/>
                  <a:pt x="1278091" y="47200"/>
                  <a:pt x="1278249" y="45937"/>
                </a:cubicBezTo>
                <a:cubicBezTo>
                  <a:pt x="1278407" y="44674"/>
                  <a:pt x="1278643" y="43680"/>
                  <a:pt x="1278959" y="42954"/>
                </a:cubicBezTo>
                <a:cubicBezTo>
                  <a:pt x="1279275" y="42228"/>
                  <a:pt x="1279670" y="41707"/>
                  <a:pt x="1280143" y="41391"/>
                </a:cubicBezTo>
                <a:cubicBezTo>
                  <a:pt x="1280617" y="41075"/>
                  <a:pt x="1281169" y="40917"/>
                  <a:pt x="1281801" y="40917"/>
                </a:cubicBezTo>
                <a:lnTo>
                  <a:pt x="1291841" y="40917"/>
                </a:lnTo>
                <a:lnTo>
                  <a:pt x="1291841" y="21992"/>
                </a:lnTo>
                <a:cubicBezTo>
                  <a:pt x="1291841" y="21356"/>
                  <a:pt x="1292014" y="20785"/>
                  <a:pt x="1292362" y="20278"/>
                </a:cubicBezTo>
                <a:cubicBezTo>
                  <a:pt x="1292709" y="19771"/>
                  <a:pt x="1293340" y="19344"/>
                  <a:pt x="1294256" y="18996"/>
                </a:cubicBezTo>
                <a:cubicBezTo>
                  <a:pt x="1295171" y="18647"/>
                  <a:pt x="1296403" y="18394"/>
                  <a:pt x="1297950" y="18236"/>
                </a:cubicBezTo>
                <a:cubicBezTo>
                  <a:pt x="1299497" y="18076"/>
                  <a:pt x="1301407" y="17996"/>
                  <a:pt x="1303680" y="17996"/>
                </a:cubicBezTo>
                <a:cubicBezTo>
                  <a:pt x="1306016" y="17996"/>
                  <a:pt x="1307958" y="18076"/>
                  <a:pt x="1309505" y="18236"/>
                </a:cubicBezTo>
                <a:cubicBezTo>
                  <a:pt x="1311052" y="18394"/>
                  <a:pt x="1312268" y="18647"/>
                  <a:pt x="1313152" y="18996"/>
                </a:cubicBezTo>
                <a:cubicBezTo>
                  <a:pt x="1314036" y="19344"/>
                  <a:pt x="1314667" y="19771"/>
                  <a:pt x="1315046" y="20278"/>
                </a:cubicBezTo>
                <a:cubicBezTo>
                  <a:pt x="1315425" y="20785"/>
                  <a:pt x="1315614" y="21356"/>
                  <a:pt x="1315614" y="21992"/>
                </a:cubicBezTo>
                <a:lnTo>
                  <a:pt x="1315614" y="40917"/>
                </a:lnTo>
                <a:lnTo>
                  <a:pt x="1333989" y="40917"/>
                </a:lnTo>
                <a:cubicBezTo>
                  <a:pt x="1334621" y="40917"/>
                  <a:pt x="1335173" y="41075"/>
                  <a:pt x="1335647" y="41391"/>
                </a:cubicBezTo>
                <a:cubicBezTo>
                  <a:pt x="1336120" y="41707"/>
                  <a:pt x="1336515" y="42228"/>
                  <a:pt x="1336831" y="42954"/>
                </a:cubicBezTo>
                <a:cubicBezTo>
                  <a:pt x="1337146" y="43680"/>
                  <a:pt x="1337383" y="44674"/>
                  <a:pt x="1337541" y="45937"/>
                </a:cubicBezTo>
                <a:cubicBezTo>
                  <a:pt x="1337699" y="47200"/>
                  <a:pt x="1337778" y="48747"/>
                  <a:pt x="1337778" y="50578"/>
                </a:cubicBezTo>
                <a:cubicBezTo>
                  <a:pt x="1337778" y="54051"/>
                  <a:pt x="1337462" y="56530"/>
                  <a:pt x="1336831" y="58014"/>
                </a:cubicBezTo>
                <a:cubicBezTo>
                  <a:pt x="1336199" y="59497"/>
                  <a:pt x="1335284" y="60239"/>
                  <a:pt x="1334084" y="60239"/>
                </a:cubicBezTo>
                <a:lnTo>
                  <a:pt x="1315614" y="60239"/>
                </a:lnTo>
                <a:lnTo>
                  <a:pt x="1315614" y="99854"/>
                </a:lnTo>
                <a:cubicBezTo>
                  <a:pt x="1315614" y="104456"/>
                  <a:pt x="1316340" y="107907"/>
                  <a:pt x="1317793" y="110208"/>
                </a:cubicBezTo>
                <a:cubicBezTo>
                  <a:pt x="1319245" y="112509"/>
                  <a:pt x="1321834" y="113659"/>
                  <a:pt x="1325560" y="113659"/>
                </a:cubicBezTo>
                <a:cubicBezTo>
                  <a:pt x="1326822" y="113659"/>
                  <a:pt x="1327959" y="113549"/>
                  <a:pt x="1328969" y="113328"/>
                </a:cubicBezTo>
                <a:cubicBezTo>
                  <a:pt x="1329980" y="113107"/>
                  <a:pt x="1330879" y="112854"/>
                  <a:pt x="1331669" y="112570"/>
                </a:cubicBezTo>
                <a:cubicBezTo>
                  <a:pt x="1332458" y="112286"/>
                  <a:pt x="1333121" y="112033"/>
                  <a:pt x="1333658" y="111812"/>
                </a:cubicBezTo>
                <a:cubicBezTo>
                  <a:pt x="1334194" y="111591"/>
                  <a:pt x="1334684" y="111481"/>
                  <a:pt x="1335126" y="111481"/>
                </a:cubicBezTo>
                <a:cubicBezTo>
                  <a:pt x="1335505" y="111481"/>
                  <a:pt x="1335868" y="111591"/>
                  <a:pt x="1336215" y="111812"/>
                </a:cubicBezTo>
                <a:cubicBezTo>
                  <a:pt x="1336562" y="112033"/>
                  <a:pt x="1336831" y="112476"/>
                  <a:pt x="1337020" y="113141"/>
                </a:cubicBezTo>
                <a:cubicBezTo>
                  <a:pt x="1337210" y="113804"/>
                  <a:pt x="1337383" y="114707"/>
                  <a:pt x="1337541" y="115850"/>
                </a:cubicBezTo>
                <a:cubicBezTo>
                  <a:pt x="1337699" y="116990"/>
                  <a:pt x="1337778" y="118448"/>
                  <a:pt x="1337778" y="120224"/>
                </a:cubicBezTo>
                <a:close/>
                <a:moveTo>
                  <a:pt x="1498653" y="28367"/>
                </a:moveTo>
                <a:cubicBezTo>
                  <a:pt x="1498653" y="30207"/>
                  <a:pt x="1498575" y="31793"/>
                  <a:pt x="1498417" y="33127"/>
                </a:cubicBezTo>
                <a:cubicBezTo>
                  <a:pt x="1498259" y="34459"/>
                  <a:pt x="1498038" y="35521"/>
                  <a:pt x="1497754" y="36315"/>
                </a:cubicBezTo>
                <a:cubicBezTo>
                  <a:pt x="1497470" y="37106"/>
                  <a:pt x="1497122" y="37660"/>
                  <a:pt x="1496712" y="37978"/>
                </a:cubicBezTo>
                <a:cubicBezTo>
                  <a:pt x="1496301" y="38296"/>
                  <a:pt x="1495812" y="38455"/>
                  <a:pt x="1495244" y="38455"/>
                </a:cubicBezTo>
                <a:cubicBezTo>
                  <a:pt x="1494423" y="38455"/>
                  <a:pt x="1493097" y="37886"/>
                  <a:pt x="1491266" y="36750"/>
                </a:cubicBezTo>
                <a:cubicBezTo>
                  <a:pt x="1489434" y="35613"/>
                  <a:pt x="1487003" y="34382"/>
                  <a:pt x="1483972" y="33056"/>
                </a:cubicBezTo>
                <a:cubicBezTo>
                  <a:pt x="1480942" y="31730"/>
                  <a:pt x="1477327" y="30499"/>
                  <a:pt x="1473127" y="29362"/>
                </a:cubicBezTo>
                <a:cubicBezTo>
                  <a:pt x="1468928" y="28225"/>
                  <a:pt x="1464051" y="27657"/>
                  <a:pt x="1458494" y="27657"/>
                </a:cubicBezTo>
                <a:cubicBezTo>
                  <a:pt x="1452558" y="27657"/>
                  <a:pt x="1447191" y="28681"/>
                  <a:pt x="1442392" y="30729"/>
                </a:cubicBezTo>
                <a:cubicBezTo>
                  <a:pt x="1437593" y="32776"/>
                  <a:pt x="1433489" y="35673"/>
                  <a:pt x="1430079" y="39423"/>
                </a:cubicBezTo>
                <a:cubicBezTo>
                  <a:pt x="1426669" y="43172"/>
                  <a:pt x="1424049" y="47677"/>
                  <a:pt x="1422218" y="52937"/>
                </a:cubicBezTo>
                <a:cubicBezTo>
                  <a:pt x="1420386" y="58198"/>
                  <a:pt x="1419471" y="64010"/>
                  <a:pt x="1419471" y="70374"/>
                </a:cubicBezTo>
                <a:cubicBezTo>
                  <a:pt x="1419471" y="77367"/>
                  <a:pt x="1420402" y="83526"/>
                  <a:pt x="1422265" y="88850"/>
                </a:cubicBezTo>
                <a:cubicBezTo>
                  <a:pt x="1424128" y="94173"/>
                  <a:pt x="1426732" y="98631"/>
                  <a:pt x="1430079" y="102222"/>
                </a:cubicBezTo>
                <a:cubicBezTo>
                  <a:pt x="1433426" y="105814"/>
                  <a:pt x="1437451" y="108523"/>
                  <a:pt x="1442155" y="110350"/>
                </a:cubicBezTo>
                <a:cubicBezTo>
                  <a:pt x="1446860" y="112177"/>
                  <a:pt x="1452053" y="113091"/>
                  <a:pt x="1457736" y="113091"/>
                </a:cubicBezTo>
                <a:cubicBezTo>
                  <a:pt x="1460514" y="113091"/>
                  <a:pt x="1463261" y="112777"/>
                  <a:pt x="1465976" y="112150"/>
                </a:cubicBezTo>
                <a:cubicBezTo>
                  <a:pt x="1468692" y="111522"/>
                  <a:pt x="1471217" y="110581"/>
                  <a:pt x="1473554" y="109326"/>
                </a:cubicBezTo>
                <a:lnTo>
                  <a:pt x="1473554" y="81077"/>
                </a:lnTo>
                <a:lnTo>
                  <a:pt x="1450348" y="81077"/>
                </a:lnTo>
                <a:cubicBezTo>
                  <a:pt x="1449212" y="81077"/>
                  <a:pt x="1448328" y="80364"/>
                  <a:pt x="1447696" y="78937"/>
                </a:cubicBezTo>
                <a:cubicBezTo>
                  <a:pt x="1447065" y="77508"/>
                  <a:pt x="1446749" y="75080"/>
                  <a:pt x="1446749" y="71653"/>
                </a:cubicBezTo>
                <a:cubicBezTo>
                  <a:pt x="1446749" y="69877"/>
                  <a:pt x="1446828" y="68386"/>
                  <a:pt x="1446986" y="67180"/>
                </a:cubicBezTo>
                <a:cubicBezTo>
                  <a:pt x="1447144" y="65973"/>
                  <a:pt x="1447380" y="65005"/>
                  <a:pt x="1447696" y="64277"/>
                </a:cubicBezTo>
                <a:cubicBezTo>
                  <a:pt x="1448012" y="63547"/>
                  <a:pt x="1448391" y="63007"/>
                  <a:pt x="1448833" y="62658"/>
                </a:cubicBezTo>
                <a:cubicBezTo>
                  <a:pt x="1449275" y="62308"/>
                  <a:pt x="1449780" y="62134"/>
                  <a:pt x="1450348" y="62134"/>
                </a:cubicBezTo>
                <a:lnTo>
                  <a:pt x="1491739" y="62134"/>
                </a:lnTo>
                <a:cubicBezTo>
                  <a:pt x="1492749" y="62134"/>
                  <a:pt x="1493649" y="62307"/>
                  <a:pt x="1494439" y="62655"/>
                </a:cubicBezTo>
                <a:cubicBezTo>
                  <a:pt x="1495228" y="63002"/>
                  <a:pt x="1495922" y="63523"/>
                  <a:pt x="1496522" y="64218"/>
                </a:cubicBezTo>
                <a:cubicBezTo>
                  <a:pt x="1497122" y="64912"/>
                  <a:pt x="1497580" y="65749"/>
                  <a:pt x="1497896" y="66727"/>
                </a:cubicBezTo>
                <a:cubicBezTo>
                  <a:pt x="1498211" y="67706"/>
                  <a:pt x="1498369" y="68827"/>
                  <a:pt x="1498369" y="70090"/>
                </a:cubicBezTo>
                <a:lnTo>
                  <a:pt x="1498369" y="118869"/>
                </a:lnTo>
                <a:cubicBezTo>
                  <a:pt x="1498369" y="120763"/>
                  <a:pt x="1498038" y="122421"/>
                  <a:pt x="1497375" y="123841"/>
                </a:cubicBezTo>
                <a:cubicBezTo>
                  <a:pt x="1496712" y="125262"/>
                  <a:pt x="1495354" y="126383"/>
                  <a:pt x="1493302" y="127204"/>
                </a:cubicBezTo>
                <a:cubicBezTo>
                  <a:pt x="1491250" y="128025"/>
                  <a:pt x="1488708" y="128877"/>
                  <a:pt x="1485677" y="129761"/>
                </a:cubicBezTo>
                <a:cubicBezTo>
                  <a:pt x="1482646" y="130645"/>
                  <a:pt x="1479505" y="131403"/>
                  <a:pt x="1476253" y="132034"/>
                </a:cubicBezTo>
                <a:cubicBezTo>
                  <a:pt x="1473001" y="132666"/>
                  <a:pt x="1469718" y="133139"/>
                  <a:pt x="1466403" y="133455"/>
                </a:cubicBezTo>
                <a:cubicBezTo>
                  <a:pt x="1463088" y="133771"/>
                  <a:pt x="1459757" y="133929"/>
                  <a:pt x="1456410" y="133929"/>
                </a:cubicBezTo>
                <a:cubicBezTo>
                  <a:pt x="1446623" y="133929"/>
                  <a:pt x="1437862" y="132524"/>
                  <a:pt x="1430126" y="129714"/>
                </a:cubicBezTo>
                <a:cubicBezTo>
                  <a:pt x="1422391" y="126904"/>
                  <a:pt x="1415840" y="122831"/>
                  <a:pt x="1410473" y="117495"/>
                </a:cubicBezTo>
                <a:cubicBezTo>
                  <a:pt x="1405106" y="112160"/>
                  <a:pt x="1401001" y="105656"/>
                  <a:pt x="1398160" y="97984"/>
                </a:cubicBezTo>
                <a:cubicBezTo>
                  <a:pt x="1395318" y="90312"/>
                  <a:pt x="1393897" y="81614"/>
                  <a:pt x="1393897" y="71890"/>
                </a:cubicBezTo>
                <a:cubicBezTo>
                  <a:pt x="1393897" y="61850"/>
                  <a:pt x="1395413" y="52836"/>
                  <a:pt x="1398444" y="44848"/>
                </a:cubicBezTo>
                <a:cubicBezTo>
                  <a:pt x="1401475" y="36860"/>
                  <a:pt x="1405769" y="30072"/>
                  <a:pt x="1411325" y="24484"/>
                </a:cubicBezTo>
                <a:cubicBezTo>
                  <a:pt x="1416882" y="18896"/>
                  <a:pt x="1423591" y="14618"/>
                  <a:pt x="1431452" y="11650"/>
                </a:cubicBezTo>
                <a:cubicBezTo>
                  <a:pt x="1439314" y="8682"/>
                  <a:pt x="1448075" y="7198"/>
                  <a:pt x="1457736" y="7198"/>
                </a:cubicBezTo>
                <a:cubicBezTo>
                  <a:pt x="1463040" y="7198"/>
                  <a:pt x="1467871" y="7561"/>
                  <a:pt x="1472228" y="8288"/>
                </a:cubicBezTo>
                <a:cubicBezTo>
                  <a:pt x="1476585" y="9014"/>
                  <a:pt x="1480389" y="9898"/>
                  <a:pt x="1483641" y="10940"/>
                </a:cubicBezTo>
                <a:cubicBezTo>
                  <a:pt x="1486893" y="11982"/>
                  <a:pt x="1489592" y="13102"/>
                  <a:pt x="1491739" y="14302"/>
                </a:cubicBezTo>
                <a:cubicBezTo>
                  <a:pt x="1493886" y="15502"/>
                  <a:pt x="1495386" y="16544"/>
                  <a:pt x="1496238" y="17428"/>
                </a:cubicBezTo>
                <a:cubicBezTo>
                  <a:pt x="1497091" y="18312"/>
                  <a:pt x="1497706" y="19563"/>
                  <a:pt x="1498085" y="21181"/>
                </a:cubicBezTo>
                <a:cubicBezTo>
                  <a:pt x="1498464" y="22799"/>
                  <a:pt x="1498653" y="25194"/>
                  <a:pt x="1498653" y="28367"/>
                </a:cubicBezTo>
                <a:close/>
                <a:moveTo>
                  <a:pt x="1600218" y="83904"/>
                </a:moveTo>
                <a:cubicBezTo>
                  <a:pt x="1600218" y="86814"/>
                  <a:pt x="1599571" y="88965"/>
                  <a:pt x="1598276" y="90356"/>
                </a:cubicBezTo>
                <a:cubicBezTo>
                  <a:pt x="1596982" y="91747"/>
                  <a:pt x="1595198" y="92443"/>
                  <a:pt x="1592925" y="92443"/>
                </a:cubicBezTo>
                <a:lnTo>
                  <a:pt x="1541494" y="92443"/>
                </a:lnTo>
                <a:cubicBezTo>
                  <a:pt x="1541494" y="96056"/>
                  <a:pt x="1541920" y="99336"/>
                  <a:pt x="1542772" y="102284"/>
                </a:cubicBezTo>
                <a:cubicBezTo>
                  <a:pt x="1543625" y="105233"/>
                  <a:pt x="1544982" y="107738"/>
                  <a:pt x="1546845" y="109800"/>
                </a:cubicBezTo>
                <a:cubicBezTo>
                  <a:pt x="1548708" y="111860"/>
                  <a:pt x="1551107" y="113428"/>
                  <a:pt x="1554044" y="114506"/>
                </a:cubicBezTo>
                <a:cubicBezTo>
                  <a:pt x="1556980" y="115583"/>
                  <a:pt x="1560500" y="116122"/>
                  <a:pt x="1564604" y="116122"/>
                </a:cubicBezTo>
                <a:cubicBezTo>
                  <a:pt x="1568772" y="116122"/>
                  <a:pt x="1572434" y="115817"/>
                  <a:pt x="1575592" y="115207"/>
                </a:cubicBezTo>
                <a:cubicBezTo>
                  <a:pt x="1578749" y="114598"/>
                  <a:pt x="1581480" y="113924"/>
                  <a:pt x="1583784" y="113186"/>
                </a:cubicBezTo>
                <a:cubicBezTo>
                  <a:pt x="1586089" y="112448"/>
                  <a:pt x="1587999" y="111774"/>
                  <a:pt x="1589515" y="111164"/>
                </a:cubicBezTo>
                <a:cubicBezTo>
                  <a:pt x="1591030" y="110554"/>
                  <a:pt x="1592262" y="110250"/>
                  <a:pt x="1593209" y="110250"/>
                </a:cubicBezTo>
                <a:cubicBezTo>
                  <a:pt x="1593777" y="110250"/>
                  <a:pt x="1594251" y="110361"/>
                  <a:pt x="1594629" y="110584"/>
                </a:cubicBezTo>
                <a:cubicBezTo>
                  <a:pt x="1595008" y="110805"/>
                  <a:pt x="1595324" y="111202"/>
                  <a:pt x="1595577" y="111774"/>
                </a:cubicBezTo>
                <a:cubicBezTo>
                  <a:pt x="1595829" y="112344"/>
                  <a:pt x="1596003" y="113153"/>
                  <a:pt x="1596098" y="114201"/>
                </a:cubicBezTo>
                <a:cubicBezTo>
                  <a:pt x="1596192" y="115249"/>
                  <a:pt x="1596240" y="116566"/>
                  <a:pt x="1596240" y="118152"/>
                </a:cubicBezTo>
                <a:cubicBezTo>
                  <a:pt x="1596240" y="119549"/>
                  <a:pt x="1596208" y="120740"/>
                  <a:pt x="1596145" y="121725"/>
                </a:cubicBezTo>
                <a:cubicBezTo>
                  <a:pt x="1596082" y="122708"/>
                  <a:pt x="1595987" y="123548"/>
                  <a:pt x="1595861" y="124247"/>
                </a:cubicBezTo>
                <a:cubicBezTo>
                  <a:pt x="1595735" y="124945"/>
                  <a:pt x="1595545" y="125533"/>
                  <a:pt x="1595292" y="126011"/>
                </a:cubicBezTo>
                <a:cubicBezTo>
                  <a:pt x="1595040" y="126486"/>
                  <a:pt x="1594708" y="126946"/>
                  <a:pt x="1594298" y="127390"/>
                </a:cubicBezTo>
                <a:cubicBezTo>
                  <a:pt x="1593888" y="127834"/>
                  <a:pt x="1592767" y="128435"/>
                  <a:pt x="1590936" y="129193"/>
                </a:cubicBezTo>
                <a:cubicBezTo>
                  <a:pt x="1589104" y="129950"/>
                  <a:pt x="1586768" y="130692"/>
                  <a:pt x="1583927" y="131419"/>
                </a:cubicBezTo>
                <a:cubicBezTo>
                  <a:pt x="1581085" y="132145"/>
                  <a:pt x="1577833" y="132776"/>
                  <a:pt x="1574171" y="133313"/>
                </a:cubicBezTo>
                <a:cubicBezTo>
                  <a:pt x="1570508" y="133850"/>
                  <a:pt x="1566594" y="134118"/>
                  <a:pt x="1562426" y="134118"/>
                </a:cubicBezTo>
                <a:cubicBezTo>
                  <a:pt x="1554912" y="134118"/>
                  <a:pt x="1548329" y="133169"/>
                  <a:pt x="1542678" y="131271"/>
                </a:cubicBezTo>
                <a:cubicBezTo>
                  <a:pt x="1537026" y="129372"/>
                  <a:pt x="1532306" y="126493"/>
                  <a:pt x="1528518" y="122634"/>
                </a:cubicBezTo>
                <a:cubicBezTo>
                  <a:pt x="1524729" y="118774"/>
                  <a:pt x="1521903" y="113903"/>
                  <a:pt x="1520041" y="108021"/>
                </a:cubicBezTo>
                <a:cubicBezTo>
                  <a:pt x="1518178" y="102136"/>
                  <a:pt x="1517246" y="95240"/>
                  <a:pt x="1517246" y="87331"/>
                </a:cubicBezTo>
                <a:cubicBezTo>
                  <a:pt x="1517246" y="79801"/>
                  <a:pt x="1518225" y="73015"/>
                  <a:pt x="1520183" y="66973"/>
                </a:cubicBezTo>
                <a:cubicBezTo>
                  <a:pt x="1522140" y="60931"/>
                  <a:pt x="1524982" y="55807"/>
                  <a:pt x="1528707" y="51600"/>
                </a:cubicBezTo>
                <a:cubicBezTo>
                  <a:pt x="1532433" y="47391"/>
                  <a:pt x="1536963" y="44179"/>
                  <a:pt x="1542299" y="41965"/>
                </a:cubicBezTo>
                <a:cubicBezTo>
                  <a:pt x="1547635" y="39751"/>
                  <a:pt x="1553649" y="38644"/>
                  <a:pt x="1560342" y="38644"/>
                </a:cubicBezTo>
                <a:cubicBezTo>
                  <a:pt x="1567414" y="38644"/>
                  <a:pt x="1573460" y="39688"/>
                  <a:pt x="1578480" y="41776"/>
                </a:cubicBezTo>
                <a:cubicBezTo>
                  <a:pt x="1583500" y="43863"/>
                  <a:pt x="1587620" y="46757"/>
                  <a:pt x="1590841" y="50457"/>
                </a:cubicBezTo>
                <a:cubicBezTo>
                  <a:pt x="1594061" y="54157"/>
                  <a:pt x="1596429" y="58537"/>
                  <a:pt x="1597945" y="63599"/>
                </a:cubicBezTo>
                <a:cubicBezTo>
                  <a:pt x="1599460" y="68658"/>
                  <a:pt x="1600218" y="74162"/>
                  <a:pt x="1600218" y="80109"/>
                </a:cubicBezTo>
                <a:lnTo>
                  <a:pt x="1600218" y="83904"/>
                </a:lnTo>
                <a:moveTo>
                  <a:pt x="1577107" y="77099"/>
                </a:moveTo>
                <a:cubicBezTo>
                  <a:pt x="1577296" y="70376"/>
                  <a:pt x="1575955" y="65097"/>
                  <a:pt x="1573082" y="61261"/>
                </a:cubicBezTo>
                <a:cubicBezTo>
                  <a:pt x="1570209" y="57423"/>
                  <a:pt x="1565773" y="55504"/>
                  <a:pt x="1559774" y="55504"/>
                </a:cubicBezTo>
                <a:cubicBezTo>
                  <a:pt x="1556743" y="55504"/>
                  <a:pt x="1554107" y="56075"/>
                  <a:pt x="1551865" y="57217"/>
                </a:cubicBezTo>
                <a:cubicBezTo>
                  <a:pt x="1549624" y="58358"/>
                  <a:pt x="1547761" y="59896"/>
                  <a:pt x="1546277" y="61832"/>
                </a:cubicBezTo>
                <a:cubicBezTo>
                  <a:pt x="1544793" y="63766"/>
                  <a:pt x="1543656" y="66049"/>
                  <a:pt x="1542867" y="68681"/>
                </a:cubicBezTo>
                <a:cubicBezTo>
                  <a:pt x="1542078" y="71311"/>
                  <a:pt x="1541620" y="74117"/>
                  <a:pt x="1541494" y="77099"/>
                </a:cubicBezTo>
                <a:lnTo>
                  <a:pt x="1577107" y="77099"/>
                </a:lnTo>
                <a:close/>
                <a:moveTo>
                  <a:pt x="1700867" y="128621"/>
                </a:moveTo>
                <a:cubicBezTo>
                  <a:pt x="1700867" y="129253"/>
                  <a:pt x="1700678" y="129806"/>
                  <a:pt x="1700299" y="130282"/>
                </a:cubicBezTo>
                <a:cubicBezTo>
                  <a:pt x="1699920" y="130756"/>
                  <a:pt x="1699289" y="131150"/>
                  <a:pt x="1698405" y="131466"/>
                </a:cubicBezTo>
                <a:cubicBezTo>
                  <a:pt x="1697521" y="131782"/>
                  <a:pt x="1696305" y="132018"/>
                  <a:pt x="1694758" y="132176"/>
                </a:cubicBezTo>
                <a:cubicBezTo>
                  <a:pt x="1693211" y="132334"/>
                  <a:pt x="1691301" y="132413"/>
                  <a:pt x="1689028" y="132413"/>
                </a:cubicBezTo>
                <a:cubicBezTo>
                  <a:pt x="1686692" y="132413"/>
                  <a:pt x="1684750" y="132334"/>
                  <a:pt x="1683203" y="132176"/>
                </a:cubicBezTo>
                <a:cubicBezTo>
                  <a:pt x="1681656" y="132018"/>
                  <a:pt x="1680440" y="131782"/>
                  <a:pt x="1679556" y="131466"/>
                </a:cubicBezTo>
                <a:cubicBezTo>
                  <a:pt x="1678672" y="131150"/>
                  <a:pt x="1678041" y="130756"/>
                  <a:pt x="1677662" y="130282"/>
                </a:cubicBezTo>
                <a:cubicBezTo>
                  <a:pt x="1677283" y="129808"/>
                  <a:pt x="1677094" y="129256"/>
                  <a:pt x="1677094" y="128624"/>
                </a:cubicBezTo>
                <a:lnTo>
                  <a:pt x="1677094" y="80414"/>
                </a:lnTo>
                <a:cubicBezTo>
                  <a:pt x="1677094" y="76310"/>
                  <a:pt x="1676794" y="73089"/>
                  <a:pt x="1676194" y="70753"/>
                </a:cubicBezTo>
                <a:cubicBezTo>
                  <a:pt x="1675594" y="68417"/>
                  <a:pt x="1674726" y="66412"/>
                  <a:pt x="1673589" y="64738"/>
                </a:cubicBezTo>
                <a:cubicBezTo>
                  <a:pt x="1672453" y="63065"/>
                  <a:pt x="1670985" y="61771"/>
                  <a:pt x="1669185" y="60855"/>
                </a:cubicBezTo>
                <a:cubicBezTo>
                  <a:pt x="1667385" y="59939"/>
                  <a:pt x="1665286" y="59482"/>
                  <a:pt x="1662886" y="59482"/>
                </a:cubicBezTo>
                <a:cubicBezTo>
                  <a:pt x="1659855" y="59482"/>
                  <a:pt x="1656793" y="60587"/>
                  <a:pt x="1653699" y="62797"/>
                </a:cubicBezTo>
                <a:cubicBezTo>
                  <a:pt x="1650605" y="65007"/>
                  <a:pt x="1647384" y="68227"/>
                  <a:pt x="1644038" y="72458"/>
                </a:cubicBezTo>
                <a:lnTo>
                  <a:pt x="1644038" y="128624"/>
                </a:lnTo>
                <a:cubicBezTo>
                  <a:pt x="1644038" y="129256"/>
                  <a:pt x="1643848" y="129808"/>
                  <a:pt x="1643470" y="130282"/>
                </a:cubicBezTo>
                <a:cubicBezTo>
                  <a:pt x="1643091" y="130756"/>
                  <a:pt x="1642443" y="131150"/>
                  <a:pt x="1641528" y="131466"/>
                </a:cubicBezTo>
                <a:cubicBezTo>
                  <a:pt x="1640612" y="131782"/>
                  <a:pt x="1639397" y="132018"/>
                  <a:pt x="1637881" y="132176"/>
                </a:cubicBezTo>
                <a:cubicBezTo>
                  <a:pt x="1636366" y="132334"/>
                  <a:pt x="1634440" y="132413"/>
                  <a:pt x="1632104" y="132413"/>
                </a:cubicBezTo>
                <a:cubicBezTo>
                  <a:pt x="1629767" y="132413"/>
                  <a:pt x="1627841" y="132334"/>
                  <a:pt x="1626326" y="132176"/>
                </a:cubicBezTo>
                <a:cubicBezTo>
                  <a:pt x="1624810" y="132018"/>
                  <a:pt x="1623595" y="131782"/>
                  <a:pt x="1622679" y="131466"/>
                </a:cubicBezTo>
                <a:cubicBezTo>
                  <a:pt x="1621764" y="131150"/>
                  <a:pt x="1621117" y="130756"/>
                  <a:pt x="1620738" y="130282"/>
                </a:cubicBezTo>
                <a:cubicBezTo>
                  <a:pt x="1620359" y="129808"/>
                  <a:pt x="1620169" y="129256"/>
                  <a:pt x="1620169" y="128624"/>
                </a:cubicBezTo>
                <a:lnTo>
                  <a:pt x="1620169" y="44138"/>
                </a:lnTo>
                <a:cubicBezTo>
                  <a:pt x="1620169" y="43506"/>
                  <a:pt x="1620327" y="42954"/>
                  <a:pt x="1620643" y="42480"/>
                </a:cubicBezTo>
                <a:cubicBezTo>
                  <a:pt x="1620959" y="42007"/>
                  <a:pt x="1621527" y="41612"/>
                  <a:pt x="1622348" y="41296"/>
                </a:cubicBezTo>
                <a:cubicBezTo>
                  <a:pt x="1623169" y="40980"/>
                  <a:pt x="1624226" y="40744"/>
                  <a:pt x="1625521" y="40586"/>
                </a:cubicBezTo>
                <a:cubicBezTo>
                  <a:pt x="1626815" y="40428"/>
                  <a:pt x="1628441" y="40349"/>
                  <a:pt x="1630399" y="40349"/>
                </a:cubicBezTo>
                <a:cubicBezTo>
                  <a:pt x="1632419" y="40349"/>
                  <a:pt x="1634093" y="40428"/>
                  <a:pt x="1635419" y="40586"/>
                </a:cubicBezTo>
                <a:cubicBezTo>
                  <a:pt x="1636745" y="40744"/>
                  <a:pt x="1637771" y="40980"/>
                  <a:pt x="1638497" y="41296"/>
                </a:cubicBezTo>
                <a:cubicBezTo>
                  <a:pt x="1639223" y="41612"/>
                  <a:pt x="1639744" y="42007"/>
                  <a:pt x="1640060" y="42480"/>
                </a:cubicBezTo>
                <a:cubicBezTo>
                  <a:pt x="1640375" y="42954"/>
                  <a:pt x="1640533" y="43506"/>
                  <a:pt x="1640533" y="44138"/>
                </a:cubicBezTo>
                <a:lnTo>
                  <a:pt x="1640533" y="53893"/>
                </a:lnTo>
                <a:cubicBezTo>
                  <a:pt x="1645206" y="48810"/>
                  <a:pt x="1649958" y="44998"/>
                  <a:pt x="1654788" y="42456"/>
                </a:cubicBezTo>
                <a:cubicBezTo>
                  <a:pt x="1659619" y="39915"/>
                  <a:pt x="1664654" y="38644"/>
                  <a:pt x="1669895" y="38644"/>
                </a:cubicBezTo>
                <a:cubicBezTo>
                  <a:pt x="1675641" y="38644"/>
                  <a:pt x="1680488" y="39592"/>
                  <a:pt x="1684434" y="41489"/>
                </a:cubicBezTo>
                <a:cubicBezTo>
                  <a:pt x="1688381" y="43385"/>
                  <a:pt x="1691569" y="45961"/>
                  <a:pt x="1694001" y="49217"/>
                </a:cubicBezTo>
                <a:cubicBezTo>
                  <a:pt x="1696432" y="52471"/>
                  <a:pt x="1698184" y="56279"/>
                  <a:pt x="1699257" y="60642"/>
                </a:cubicBezTo>
                <a:cubicBezTo>
                  <a:pt x="1700331" y="65003"/>
                  <a:pt x="1700867" y="70249"/>
                  <a:pt x="1700867" y="76380"/>
                </a:cubicBezTo>
                <a:lnTo>
                  <a:pt x="1700867" y="128621"/>
                </a:lnTo>
                <a:close/>
                <a:moveTo>
                  <a:pt x="1802285" y="83904"/>
                </a:moveTo>
                <a:cubicBezTo>
                  <a:pt x="1802285" y="86814"/>
                  <a:pt x="1801638" y="88965"/>
                  <a:pt x="1800343" y="90356"/>
                </a:cubicBezTo>
                <a:cubicBezTo>
                  <a:pt x="1799049" y="91747"/>
                  <a:pt x="1797265" y="92443"/>
                  <a:pt x="1794992" y="92443"/>
                </a:cubicBezTo>
                <a:lnTo>
                  <a:pt x="1743561" y="92443"/>
                </a:lnTo>
                <a:cubicBezTo>
                  <a:pt x="1743561" y="96056"/>
                  <a:pt x="1743987" y="99336"/>
                  <a:pt x="1744840" y="102284"/>
                </a:cubicBezTo>
                <a:cubicBezTo>
                  <a:pt x="1745692" y="105233"/>
                  <a:pt x="1747050" y="107738"/>
                  <a:pt x="1748912" y="109800"/>
                </a:cubicBezTo>
                <a:cubicBezTo>
                  <a:pt x="1750775" y="111860"/>
                  <a:pt x="1753175" y="113428"/>
                  <a:pt x="1756111" y="114506"/>
                </a:cubicBezTo>
                <a:cubicBezTo>
                  <a:pt x="1759047" y="115583"/>
                  <a:pt x="1762567" y="116122"/>
                  <a:pt x="1766672" y="116122"/>
                </a:cubicBezTo>
                <a:cubicBezTo>
                  <a:pt x="1770839" y="116122"/>
                  <a:pt x="1774502" y="115817"/>
                  <a:pt x="1777659" y="115207"/>
                </a:cubicBezTo>
                <a:cubicBezTo>
                  <a:pt x="1780816" y="114598"/>
                  <a:pt x="1783547" y="113924"/>
                  <a:pt x="1785852" y="113186"/>
                </a:cubicBezTo>
                <a:cubicBezTo>
                  <a:pt x="1788157" y="112448"/>
                  <a:pt x="1790067" y="111774"/>
                  <a:pt x="1791582" y="111164"/>
                </a:cubicBezTo>
                <a:cubicBezTo>
                  <a:pt x="1793098" y="110554"/>
                  <a:pt x="1794329" y="110250"/>
                  <a:pt x="1795276" y="110250"/>
                </a:cubicBezTo>
                <a:cubicBezTo>
                  <a:pt x="1795844" y="110250"/>
                  <a:pt x="1796318" y="110361"/>
                  <a:pt x="1796697" y="110584"/>
                </a:cubicBezTo>
                <a:cubicBezTo>
                  <a:pt x="1797076" y="110805"/>
                  <a:pt x="1797391" y="111202"/>
                  <a:pt x="1797644" y="111774"/>
                </a:cubicBezTo>
                <a:cubicBezTo>
                  <a:pt x="1797896" y="112344"/>
                  <a:pt x="1798070" y="113153"/>
                  <a:pt x="1798165" y="114201"/>
                </a:cubicBezTo>
                <a:cubicBezTo>
                  <a:pt x="1798260" y="115249"/>
                  <a:pt x="1798307" y="116566"/>
                  <a:pt x="1798307" y="118152"/>
                </a:cubicBezTo>
                <a:cubicBezTo>
                  <a:pt x="1798307" y="119549"/>
                  <a:pt x="1798275" y="120740"/>
                  <a:pt x="1798212" y="121725"/>
                </a:cubicBezTo>
                <a:cubicBezTo>
                  <a:pt x="1798149" y="122708"/>
                  <a:pt x="1798054" y="123548"/>
                  <a:pt x="1797928" y="124247"/>
                </a:cubicBezTo>
                <a:cubicBezTo>
                  <a:pt x="1797802" y="124945"/>
                  <a:pt x="1797612" y="125533"/>
                  <a:pt x="1797360" y="126011"/>
                </a:cubicBezTo>
                <a:cubicBezTo>
                  <a:pt x="1797107" y="126486"/>
                  <a:pt x="1796776" y="126946"/>
                  <a:pt x="1796365" y="127390"/>
                </a:cubicBezTo>
                <a:cubicBezTo>
                  <a:pt x="1795955" y="127834"/>
                  <a:pt x="1794834" y="128435"/>
                  <a:pt x="1793003" y="129193"/>
                </a:cubicBezTo>
                <a:cubicBezTo>
                  <a:pt x="1791172" y="129950"/>
                  <a:pt x="1788835" y="130692"/>
                  <a:pt x="1785994" y="131419"/>
                </a:cubicBezTo>
                <a:cubicBezTo>
                  <a:pt x="1783152" y="132145"/>
                  <a:pt x="1779900" y="132776"/>
                  <a:pt x="1776238" y="133313"/>
                </a:cubicBezTo>
                <a:cubicBezTo>
                  <a:pt x="1772576" y="133850"/>
                  <a:pt x="1768661" y="134118"/>
                  <a:pt x="1764493" y="134118"/>
                </a:cubicBezTo>
                <a:cubicBezTo>
                  <a:pt x="1756979" y="134118"/>
                  <a:pt x="1750396" y="133169"/>
                  <a:pt x="1744745" y="131271"/>
                </a:cubicBezTo>
                <a:cubicBezTo>
                  <a:pt x="1739094" y="129372"/>
                  <a:pt x="1734374" y="126493"/>
                  <a:pt x="1730585" y="122634"/>
                </a:cubicBezTo>
                <a:cubicBezTo>
                  <a:pt x="1726796" y="118774"/>
                  <a:pt x="1723971" y="113903"/>
                  <a:pt x="1722108" y="108021"/>
                </a:cubicBezTo>
                <a:cubicBezTo>
                  <a:pt x="1720245" y="102136"/>
                  <a:pt x="1719314" y="95240"/>
                  <a:pt x="1719314" y="87331"/>
                </a:cubicBezTo>
                <a:cubicBezTo>
                  <a:pt x="1719314" y="79801"/>
                  <a:pt x="1720292" y="73015"/>
                  <a:pt x="1722250" y="66973"/>
                </a:cubicBezTo>
                <a:cubicBezTo>
                  <a:pt x="1724207" y="60931"/>
                  <a:pt x="1727049" y="55807"/>
                  <a:pt x="1730774" y="51600"/>
                </a:cubicBezTo>
                <a:cubicBezTo>
                  <a:pt x="1734500" y="47391"/>
                  <a:pt x="1739030" y="44179"/>
                  <a:pt x="1744366" y="41965"/>
                </a:cubicBezTo>
                <a:cubicBezTo>
                  <a:pt x="1749702" y="39751"/>
                  <a:pt x="1755716" y="38644"/>
                  <a:pt x="1762410" y="38644"/>
                </a:cubicBezTo>
                <a:cubicBezTo>
                  <a:pt x="1769482" y="38644"/>
                  <a:pt x="1775528" y="39688"/>
                  <a:pt x="1780548" y="41776"/>
                </a:cubicBezTo>
                <a:cubicBezTo>
                  <a:pt x="1785568" y="43863"/>
                  <a:pt x="1789688" y="46757"/>
                  <a:pt x="1792908" y="50457"/>
                </a:cubicBezTo>
                <a:cubicBezTo>
                  <a:pt x="1796128" y="54157"/>
                  <a:pt x="1798496" y="58537"/>
                  <a:pt x="1800012" y="63599"/>
                </a:cubicBezTo>
                <a:cubicBezTo>
                  <a:pt x="1801527" y="68658"/>
                  <a:pt x="1802285" y="74162"/>
                  <a:pt x="1802285" y="80109"/>
                </a:cubicBezTo>
                <a:lnTo>
                  <a:pt x="1802285" y="83904"/>
                </a:lnTo>
                <a:moveTo>
                  <a:pt x="1779174" y="77099"/>
                </a:moveTo>
                <a:cubicBezTo>
                  <a:pt x="1779364" y="70376"/>
                  <a:pt x="1778022" y="65097"/>
                  <a:pt x="1775149" y="61261"/>
                </a:cubicBezTo>
                <a:cubicBezTo>
                  <a:pt x="1772276" y="57423"/>
                  <a:pt x="1767840" y="55504"/>
                  <a:pt x="1761841" y="55504"/>
                </a:cubicBezTo>
                <a:cubicBezTo>
                  <a:pt x="1758810" y="55504"/>
                  <a:pt x="1756174" y="56075"/>
                  <a:pt x="1753932" y="57217"/>
                </a:cubicBezTo>
                <a:cubicBezTo>
                  <a:pt x="1751691" y="58358"/>
                  <a:pt x="1749828" y="59896"/>
                  <a:pt x="1748344" y="61832"/>
                </a:cubicBezTo>
                <a:cubicBezTo>
                  <a:pt x="1746860" y="63766"/>
                  <a:pt x="1745724" y="66049"/>
                  <a:pt x="1744934" y="68681"/>
                </a:cubicBezTo>
                <a:cubicBezTo>
                  <a:pt x="1744145" y="71311"/>
                  <a:pt x="1743687" y="74117"/>
                  <a:pt x="1743561" y="77099"/>
                </a:cubicBezTo>
                <a:lnTo>
                  <a:pt x="1779174" y="77099"/>
                </a:lnTo>
                <a:close/>
                <a:moveTo>
                  <a:pt x="1876509" y="51904"/>
                </a:moveTo>
                <a:cubicBezTo>
                  <a:pt x="1876509" y="54178"/>
                  <a:pt x="1876446" y="56040"/>
                  <a:pt x="1876319" y="57493"/>
                </a:cubicBezTo>
                <a:cubicBezTo>
                  <a:pt x="1876193" y="58945"/>
                  <a:pt x="1876004" y="60082"/>
                  <a:pt x="1875751" y="60902"/>
                </a:cubicBezTo>
                <a:cubicBezTo>
                  <a:pt x="1875499" y="61723"/>
                  <a:pt x="1875167" y="62292"/>
                  <a:pt x="1874757" y="62607"/>
                </a:cubicBezTo>
                <a:cubicBezTo>
                  <a:pt x="1874346" y="62923"/>
                  <a:pt x="1873825" y="63081"/>
                  <a:pt x="1873194" y="63081"/>
                </a:cubicBezTo>
                <a:cubicBezTo>
                  <a:pt x="1872689" y="63081"/>
                  <a:pt x="1872120" y="62970"/>
                  <a:pt x="1871489" y="62749"/>
                </a:cubicBezTo>
                <a:cubicBezTo>
                  <a:pt x="1870858" y="62528"/>
                  <a:pt x="1870147" y="62292"/>
                  <a:pt x="1869358" y="62039"/>
                </a:cubicBezTo>
                <a:cubicBezTo>
                  <a:pt x="1868569" y="61786"/>
                  <a:pt x="1867700" y="61550"/>
                  <a:pt x="1866753" y="61329"/>
                </a:cubicBezTo>
                <a:cubicBezTo>
                  <a:pt x="1865806" y="61108"/>
                  <a:pt x="1864764" y="60997"/>
                  <a:pt x="1863628" y="60997"/>
                </a:cubicBezTo>
                <a:cubicBezTo>
                  <a:pt x="1862302" y="60997"/>
                  <a:pt x="1860975" y="61267"/>
                  <a:pt x="1859649" y="61808"/>
                </a:cubicBezTo>
                <a:cubicBezTo>
                  <a:pt x="1858323" y="62347"/>
                  <a:pt x="1856950" y="63188"/>
                  <a:pt x="1855529" y="64333"/>
                </a:cubicBezTo>
                <a:cubicBezTo>
                  <a:pt x="1854109" y="65477"/>
                  <a:pt x="1852625" y="67003"/>
                  <a:pt x="1851078" y="68909"/>
                </a:cubicBezTo>
                <a:cubicBezTo>
                  <a:pt x="1849531" y="70815"/>
                  <a:pt x="1847873" y="73166"/>
                  <a:pt x="1846105" y="75962"/>
                </a:cubicBezTo>
                <a:lnTo>
                  <a:pt x="1846105" y="128624"/>
                </a:lnTo>
                <a:cubicBezTo>
                  <a:pt x="1846105" y="129256"/>
                  <a:pt x="1845916" y="129808"/>
                  <a:pt x="1845537" y="130282"/>
                </a:cubicBezTo>
                <a:cubicBezTo>
                  <a:pt x="1845158" y="130756"/>
                  <a:pt x="1844511" y="131150"/>
                  <a:pt x="1843595" y="131466"/>
                </a:cubicBezTo>
                <a:cubicBezTo>
                  <a:pt x="1842680" y="131782"/>
                  <a:pt x="1841464" y="132018"/>
                  <a:pt x="1839949" y="132176"/>
                </a:cubicBezTo>
                <a:cubicBezTo>
                  <a:pt x="1838433" y="132334"/>
                  <a:pt x="1836507" y="132413"/>
                  <a:pt x="1834171" y="132413"/>
                </a:cubicBezTo>
                <a:cubicBezTo>
                  <a:pt x="1831835" y="132413"/>
                  <a:pt x="1829909" y="132334"/>
                  <a:pt x="1828393" y="132176"/>
                </a:cubicBezTo>
                <a:cubicBezTo>
                  <a:pt x="1826878" y="132018"/>
                  <a:pt x="1825662" y="131782"/>
                  <a:pt x="1824747" y="131466"/>
                </a:cubicBezTo>
                <a:cubicBezTo>
                  <a:pt x="1823831" y="131150"/>
                  <a:pt x="1823184" y="130756"/>
                  <a:pt x="1822805" y="130282"/>
                </a:cubicBezTo>
                <a:cubicBezTo>
                  <a:pt x="1822426" y="129808"/>
                  <a:pt x="1822237" y="129256"/>
                  <a:pt x="1822237" y="128624"/>
                </a:cubicBezTo>
                <a:lnTo>
                  <a:pt x="1822237" y="44138"/>
                </a:lnTo>
                <a:cubicBezTo>
                  <a:pt x="1822237" y="43506"/>
                  <a:pt x="1822394" y="42954"/>
                  <a:pt x="1822710" y="42480"/>
                </a:cubicBezTo>
                <a:cubicBezTo>
                  <a:pt x="1823026" y="42007"/>
                  <a:pt x="1823594" y="41612"/>
                  <a:pt x="1824415" y="41296"/>
                </a:cubicBezTo>
                <a:cubicBezTo>
                  <a:pt x="1825236" y="40980"/>
                  <a:pt x="1826294" y="40744"/>
                  <a:pt x="1827588" y="40586"/>
                </a:cubicBezTo>
                <a:cubicBezTo>
                  <a:pt x="1828883" y="40428"/>
                  <a:pt x="1830508" y="40349"/>
                  <a:pt x="1832466" y="40349"/>
                </a:cubicBezTo>
                <a:cubicBezTo>
                  <a:pt x="1834487" y="40349"/>
                  <a:pt x="1836160" y="40428"/>
                  <a:pt x="1837486" y="40586"/>
                </a:cubicBezTo>
                <a:cubicBezTo>
                  <a:pt x="1838812" y="40744"/>
                  <a:pt x="1839838" y="40980"/>
                  <a:pt x="1840564" y="41296"/>
                </a:cubicBezTo>
                <a:cubicBezTo>
                  <a:pt x="1841290" y="41612"/>
                  <a:pt x="1841811" y="42007"/>
                  <a:pt x="1842127" y="42480"/>
                </a:cubicBezTo>
                <a:cubicBezTo>
                  <a:pt x="1842443" y="42954"/>
                  <a:pt x="1842601" y="43506"/>
                  <a:pt x="1842601" y="44138"/>
                </a:cubicBezTo>
                <a:lnTo>
                  <a:pt x="1842601" y="54651"/>
                </a:lnTo>
                <a:cubicBezTo>
                  <a:pt x="1844811" y="51474"/>
                  <a:pt x="1846894" y="48854"/>
                  <a:pt x="1848852" y="46790"/>
                </a:cubicBezTo>
                <a:cubicBezTo>
                  <a:pt x="1850809" y="44726"/>
                  <a:pt x="1852672" y="43091"/>
                  <a:pt x="1854440" y="41885"/>
                </a:cubicBezTo>
                <a:cubicBezTo>
                  <a:pt x="1856208" y="40678"/>
                  <a:pt x="1857976" y="39836"/>
                  <a:pt x="1859744" y="39360"/>
                </a:cubicBezTo>
                <a:cubicBezTo>
                  <a:pt x="1861512" y="38883"/>
                  <a:pt x="1863280" y="38644"/>
                  <a:pt x="1865048" y="38644"/>
                </a:cubicBezTo>
                <a:cubicBezTo>
                  <a:pt x="1865869" y="38644"/>
                  <a:pt x="1866753" y="38692"/>
                  <a:pt x="1867700" y="38786"/>
                </a:cubicBezTo>
                <a:cubicBezTo>
                  <a:pt x="1868647" y="38881"/>
                  <a:pt x="1869626" y="39039"/>
                  <a:pt x="1870637" y="39260"/>
                </a:cubicBezTo>
                <a:cubicBezTo>
                  <a:pt x="1871647" y="39481"/>
                  <a:pt x="1872531" y="39733"/>
                  <a:pt x="1873289" y="40018"/>
                </a:cubicBezTo>
                <a:cubicBezTo>
                  <a:pt x="1874046" y="40302"/>
                  <a:pt x="1874599" y="40602"/>
                  <a:pt x="1874946" y="40917"/>
                </a:cubicBezTo>
                <a:cubicBezTo>
                  <a:pt x="1875293" y="41233"/>
                  <a:pt x="1875546" y="41580"/>
                  <a:pt x="1875704" y="41959"/>
                </a:cubicBezTo>
                <a:cubicBezTo>
                  <a:pt x="1875862" y="42338"/>
                  <a:pt x="1876004" y="42859"/>
                  <a:pt x="1876130" y="43522"/>
                </a:cubicBezTo>
                <a:cubicBezTo>
                  <a:pt x="1876256" y="44185"/>
                  <a:pt x="1876351" y="45180"/>
                  <a:pt x="1876414" y="46506"/>
                </a:cubicBezTo>
                <a:cubicBezTo>
                  <a:pt x="1876477" y="47832"/>
                  <a:pt x="1876509" y="49631"/>
                  <a:pt x="1876509" y="51904"/>
                </a:cubicBezTo>
                <a:close/>
                <a:moveTo>
                  <a:pt x="1958680" y="128906"/>
                </a:moveTo>
                <a:cubicBezTo>
                  <a:pt x="1958680" y="129790"/>
                  <a:pt x="1958364" y="130485"/>
                  <a:pt x="1957733" y="130992"/>
                </a:cubicBezTo>
                <a:cubicBezTo>
                  <a:pt x="1957101" y="131497"/>
                  <a:pt x="1956107" y="131861"/>
                  <a:pt x="1954749" y="132082"/>
                </a:cubicBezTo>
                <a:cubicBezTo>
                  <a:pt x="1953391" y="132303"/>
                  <a:pt x="1951387" y="132413"/>
                  <a:pt x="1948735" y="132413"/>
                </a:cubicBezTo>
                <a:cubicBezTo>
                  <a:pt x="1945893" y="132413"/>
                  <a:pt x="1943825" y="132303"/>
                  <a:pt x="1942531" y="132082"/>
                </a:cubicBezTo>
                <a:cubicBezTo>
                  <a:pt x="1941236" y="131861"/>
                  <a:pt x="1940321" y="131497"/>
                  <a:pt x="1939784" y="130992"/>
                </a:cubicBezTo>
                <a:cubicBezTo>
                  <a:pt x="1939247" y="130487"/>
                  <a:pt x="1938979" y="129793"/>
                  <a:pt x="1938979" y="128909"/>
                </a:cubicBezTo>
                <a:lnTo>
                  <a:pt x="1938979" y="122184"/>
                </a:lnTo>
                <a:cubicBezTo>
                  <a:pt x="1935506" y="125909"/>
                  <a:pt x="1931544" y="128830"/>
                  <a:pt x="1927092" y="130945"/>
                </a:cubicBezTo>
                <a:cubicBezTo>
                  <a:pt x="1922640" y="133060"/>
                  <a:pt x="1917699" y="134118"/>
                  <a:pt x="1912269" y="134118"/>
                </a:cubicBezTo>
                <a:cubicBezTo>
                  <a:pt x="1907786" y="134118"/>
                  <a:pt x="1903665" y="133532"/>
                  <a:pt x="1899908" y="132360"/>
                </a:cubicBezTo>
                <a:cubicBezTo>
                  <a:pt x="1896151" y="131188"/>
                  <a:pt x="1892899" y="129445"/>
                  <a:pt x="1890153" y="127133"/>
                </a:cubicBezTo>
                <a:cubicBezTo>
                  <a:pt x="1887406" y="124820"/>
                  <a:pt x="1885275" y="121954"/>
                  <a:pt x="1883759" y="118534"/>
                </a:cubicBezTo>
                <a:cubicBezTo>
                  <a:pt x="1882244" y="115113"/>
                  <a:pt x="1881486" y="111121"/>
                  <a:pt x="1881486" y="106559"/>
                </a:cubicBezTo>
                <a:cubicBezTo>
                  <a:pt x="1881486" y="101616"/>
                  <a:pt x="1882449" y="97323"/>
                  <a:pt x="1884375" y="93680"/>
                </a:cubicBezTo>
                <a:cubicBezTo>
                  <a:pt x="1886301" y="90037"/>
                  <a:pt x="1889174" y="87028"/>
                  <a:pt x="1892994" y="84652"/>
                </a:cubicBezTo>
                <a:cubicBezTo>
                  <a:pt x="1896814" y="82277"/>
                  <a:pt x="1901566" y="80519"/>
                  <a:pt x="1907249" y="79378"/>
                </a:cubicBezTo>
                <a:cubicBezTo>
                  <a:pt x="1912932" y="78237"/>
                  <a:pt x="1919530" y="77667"/>
                  <a:pt x="1927045" y="77667"/>
                </a:cubicBezTo>
                <a:lnTo>
                  <a:pt x="1935285" y="77667"/>
                </a:lnTo>
                <a:lnTo>
                  <a:pt x="1935285" y="72576"/>
                </a:lnTo>
                <a:cubicBezTo>
                  <a:pt x="1935285" y="69936"/>
                  <a:pt x="1935017" y="67626"/>
                  <a:pt x="1934480" y="65647"/>
                </a:cubicBezTo>
                <a:cubicBezTo>
                  <a:pt x="1933943" y="63666"/>
                  <a:pt x="1933059" y="62015"/>
                  <a:pt x="1931828" y="60695"/>
                </a:cubicBezTo>
                <a:cubicBezTo>
                  <a:pt x="1930596" y="59375"/>
                  <a:pt x="1928955" y="58401"/>
                  <a:pt x="1926903" y="57774"/>
                </a:cubicBezTo>
                <a:cubicBezTo>
                  <a:pt x="1924850" y="57144"/>
                  <a:pt x="1922309" y="56830"/>
                  <a:pt x="1919278" y="56830"/>
                </a:cubicBezTo>
                <a:cubicBezTo>
                  <a:pt x="1915300" y="56830"/>
                  <a:pt x="1911748" y="57272"/>
                  <a:pt x="1908622" y="58156"/>
                </a:cubicBezTo>
                <a:cubicBezTo>
                  <a:pt x="1905497" y="59040"/>
                  <a:pt x="1902734" y="60018"/>
                  <a:pt x="1900335" y="61092"/>
                </a:cubicBezTo>
                <a:cubicBezTo>
                  <a:pt x="1897935" y="62165"/>
                  <a:pt x="1895930" y="63144"/>
                  <a:pt x="1894320" y="64028"/>
                </a:cubicBezTo>
                <a:cubicBezTo>
                  <a:pt x="1892710" y="64912"/>
                  <a:pt x="1891400" y="65354"/>
                  <a:pt x="1890389" y="65354"/>
                </a:cubicBezTo>
                <a:cubicBezTo>
                  <a:pt x="1889695" y="65354"/>
                  <a:pt x="1889079" y="65132"/>
                  <a:pt x="1888542" y="64688"/>
                </a:cubicBezTo>
                <a:cubicBezTo>
                  <a:pt x="1888006" y="64244"/>
                  <a:pt x="1887564" y="63610"/>
                  <a:pt x="1887216" y="62785"/>
                </a:cubicBezTo>
                <a:cubicBezTo>
                  <a:pt x="1886869" y="61960"/>
                  <a:pt x="1886601" y="60945"/>
                  <a:pt x="1886411" y="59739"/>
                </a:cubicBezTo>
                <a:cubicBezTo>
                  <a:pt x="1886222" y="58532"/>
                  <a:pt x="1886127" y="57199"/>
                  <a:pt x="1886127" y="55740"/>
                </a:cubicBezTo>
                <a:cubicBezTo>
                  <a:pt x="1886127" y="53773"/>
                  <a:pt x="1886285" y="52218"/>
                  <a:pt x="1886601" y="51076"/>
                </a:cubicBezTo>
                <a:cubicBezTo>
                  <a:pt x="1886917" y="49933"/>
                  <a:pt x="1887516" y="48902"/>
                  <a:pt x="1888400" y="47983"/>
                </a:cubicBezTo>
                <a:cubicBezTo>
                  <a:pt x="1889284" y="47061"/>
                  <a:pt x="1890831" y="46048"/>
                  <a:pt x="1893042" y="44943"/>
                </a:cubicBezTo>
                <a:cubicBezTo>
                  <a:pt x="1895252" y="43838"/>
                  <a:pt x="1897840" y="42812"/>
                  <a:pt x="1900808" y="41865"/>
                </a:cubicBezTo>
                <a:cubicBezTo>
                  <a:pt x="1903776" y="40917"/>
                  <a:pt x="1907012" y="40144"/>
                  <a:pt x="1910517" y="39544"/>
                </a:cubicBezTo>
                <a:cubicBezTo>
                  <a:pt x="1914021" y="38944"/>
                  <a:pt x="1917636" y="38644"/>
                  <a:pt x="1921362" y="38644"/>
                </a:cubicBezTo>
                <a:cubicBezTo>
                  <a:pt x="1927992" y="38644"/>
                  <a:pt x="1933659" y="39292"/>
                  <a:pt x="1938363" y="40589"/>
                </a:cubicBezTo>
                <a:cubicBezTo>
                  <a:pt x="1943067" y="41883"/>
                  <a:pt x="1946935" y="43874"/>
                  <a:pt x="1949966" y="46562"/>
                </a:cubicBezTo>
                <a:cubicBezTo>
                  <a:pt x="1952997" y="49247"/>
                  <a:pt x="1955207" y="52708"/>
                  <a:pt x="1956596" y="56942"/>
                </a:cubicBezTo>
                <a:cubicBezTo>
                  <a:pt x="1957985" y="61177"/>
                  <a:pt x="1958680" y="66202"/>
                  <a:pt x="1958680" y="72017"/>
                </a:cubicBezTo>
                <a:lnTo>
                  <a:pt x="1958680" y="128906"/>
                </a:lnTo>
                <a:moveTo>
                  <a:pt x="1935285" y="92632"/>
                </a:moveTo>
                <a:lnTo>
                  <a:pt x="1926192" y="92632"/>
                </a:lnTo>
                <a:cubicBezTo>
                  <a:pt x="1922340" y="92632"/>
                  <a:pt x="1919057" y="92918"/>
                  <a:pt x="1916342" y="93491"/>
                </a:cubicBezTo>
                <a:cubicBezTo>
                  <a:pt x="1913626" y="94063"/>
                  <a:pt x="1911416" y="94922"/>
                  <a:pt x="1909712" y="96069"/>
                </a:cubicBezTo>
                <a:cubicBezTo>
                  <a:pt x="1908007" y="97213"/>
                  <a:pt x="1906760" y="98597"/>
                  <a:pt x="1905970" y="100221"/>
                </a:cubicBezTo>
                <a:cubicBezTo>
                  <a:pt x="1905181" y="101843"/>
                  <a:pt x="1904786" y="103704"/>
                  <a:pt x="1904786" y="105804"/>
                </a:cubicBezTo>
                <a:cubicBezTo>
                  <a:pt x="1904786" y="109367"/>
                  <a:pt x="1905907" y="112168"/>
                  <a:pt x="1908149" y="114204"/>
                </a:cubicBezTo>
                <a:cubicBezTo>
                  <a:pt x="1910390" y="116240"/>
                  <a:pt x="1913500" y="117259"/>
                  <a:pt x="1917478" y="117259"/>
                </a:cubicBezTo>
                <a:cubicBezTo>
                  <a:pt x="1920825" y="117259"/>
                  <a:pt x="1923903" y="116400"/>
                  <a:pt x="1926713" y="114683"/>
                </a:cubicBezTo>
                <a:cubicBezTo>
                  <a:pt x="1929523" y="112965"/>
                  <a:pt x="1932380" y="110451"/>
                  <a:pt x="1935285" y="107142"/>
                </a:cubicBezTo>
                <a:lnTo>
                  <a:pt x="1935285" y="92632"/>
                </a:lnTo>
                <a:close/>
                <a:moveTo>
                  <a:pt x="2030863" y="120224"/>
                </a:moveTo>
                <a:cubicBezTo>
                  <a:pt x="2030863" y="123016"/>
                  <a:pt x="2030690" y="125158"/>
                  <a:pt x="2030342" y="126650"/>
                </a:cubicBezTo>
                <a:cubicBezTo>
                  <a:pt x="2029995" y="128140"/>
                  <a:pt x="2029537" y="129187"/>
                  <a:pt x="2028969" y="129791"/>
                </a:cubicBezTo>
                <a:cubicBezTo>
                  <a:pt x="2028401" y="130392"/>
                  <a:pt x="2027564" y="130931"/>
                  <a:pt x="2026459" y="131407"/>
                </a:cubicBezTo>
                <a:cubicBezTo>
                  <a:pt x="2025354" y="131882"/>
                  <a:pt x="2024060" y="132295"/>
                  <a:pt x="2022576" y="132644"/>
                </a:cubicBezTo>
                <a:cubicBezTo>
                  <a:pt x="2021092" y="132993"/>
                  <a:pt x="2019482" y="133263"/>
                  <a:pt x="2017745" y="133452"/>
                </a:cubicBezTo>
                <a:cubicBezTo>
                  <a:pt x="2016009" y="133643"/>
                  <a:pt x="2014257" y="133739"/>
                  <a:pt x="2012488" y="133739"/>
                </a:cubicBezTo>
                <a:cubicBezTo>
                  <a:pt x="2007753" y="133739"/>
                  <a:pt x="2003648" y="133139"/>
                  <a:pt x="2000175" y="131939"/>
                </a:cubicBezTo>
                <a:cubicBezTo>
                  <a:pt x="1996702" y="130740"/>
                  <a:pt x="1993829" y="128893"/>
                  <a:pt x="1991556" y="126399"/>
                </a:cubicBezTo>
                <a:cubicBezTo>
                  <a:pt x="1989283" y="123904"/>
                  <a:pt x="1987610" y="120763"/>
                  <a:pt x="1986536" y="116974"/>
                </a:cubicBezTo>
                <a:cubicBezTo>
                  <a:pt x="1985463" y="113186"/>
                  <a:pt x="1984926" y="108702"/>
                  <a:pt x="1984926" y="103525"/>
                </a:cubicBezTo>
                <a:lnTo>
                  <a:pt x="1984926" y="60239"/>
                </a:lnTo>
                <a:lnTo>
                  <a:pt x="1974791" y="60239"/>
                </a:lnTo>
                <a:cubicBezTo>
                  <a:pt x="1973592" y="60239"/>
                  <a:pt x="1972676" y="59497"/>
                  <a:pt x="1972045" y="58014"/>
                </a:cubicBezTo>
                <a:cubicBezTo>
                  <a:pt x="1971413" y="56530"/>
                  <a:pt x="1971098" y="54051"/>
                  <a:pt x="1971098" y="50578"/>
                </a:cubicBezTo>
                <a:cubicBezTo>
                  <a:pt x="1971098" y="48747"/>
                  <a:pt x="1971176" y="47200"/>
                  <a:pt x="1971334" y="45937"/>
                </a:cubicBezTo>
                <a:cubicBezTo>
                  <a:pt x="1971492" y="44674"/>
                  <a:pt x="1971729" y="43680"/>
                  <a:pt x="1972045" y="42954"/>
                </a:cubicBezTo>
                <a:cubicBezTo>
                  <a:pt x="1972360" y="42228"/>
                  <a:pt x="1972755" y="41707"/>
                  <a:pt x="1973229" y="41391"/>
                </a:cubicBezTo>
                <a:cubicBezTo>
                  <a:pt x="1973702" y="41075"/>
                  <a:pt x="1974255" y="40917"/>
                  <a:pt x="1974886" y="40917"/>
                </a:cubicBezTo>
                <a:lnTo>
                  <a:pt x="1984926" y="40917"/>
                </a:lnTo>
                <a:lnTo>
                  <a:pt x="1984926" y="21992"/>
                </a:lnTo>
                <a:cubicBezTo>
                  <a:pt x="1984926" y="21356"/>
                  <a:pt x="1985100" y="20785"/>
                  <a:pt x="1985447" y="20278"/>
                </a:cubicBezTo>
                <a:cubicBezTo>
                  <a:pt x="1985794" y="19771"/>
                  <a:pt x="1986426" y="19344"/>
                  <a:pt x="1987341" y="18996"/>
                </a:cubicBezTo>
                <a:cubicBezTo>
                  <a:pt x="1988257" y="18647"/>
                  <a:pt x="1989488" y="18394"/>
                  <a:pt x="1991035" y="18236"/>
                </a:cubicBezTo>
                <a:cubicBezTo>
                  <a:pt x="1992582" y="18076"/>
                  <a:pt x="1994492" y="17996"/>
                  <a:pt x="1996766" y="17996"/>
                </a:cubicBezTo>
                <a:cubicBezTo>
                  <a:pt x="1999102" y="17996"/>
                  <a:pt x="2001044" y="18076"/>
                  <a:pt x="2002591" y="18236"/>
                </a:cubicBezTo>
                <a:cubicBezTo>
                  <a:pt x="2004138" y="18394"/>
                  <a:pt x="2005353" y="18647"/>
                  <a:pt x="2006237" y="18996"/>
                </a:cubicBezTo>
                <a:cubicBezTo>
                  <a:pt x="2007121" y="19344"/>
                  <a:pt x="2007753" y="19771"/>
                  <a:pt x="2008132" y="20278"/>
                </a:cubicBezTo>
                <a:cubicBezTo>
                  <a:pt x="2008510" y="20785"/>
                  <a:pt x="2008700" y="21356"/>
                  <a:pt x="2008700" y="21992"/>
                </a:cubicBezTo>
                <a:lnTo>
                  <a:pt x="2008700" y="40917"/>
                </a:lnTo>
                <a:lnTo>
                  <a:pt x="2027075" y="40917"/>
                </a:lnTo>
                <a:cubicBezTo>
                  <a:pt x="2027706" y="40917"/>
                  <a:pt x="2028259" y="41075"/>
                  <a:pt x="2028732" y="41391"/>
                </a:cubicBezTo>
                <a:cubicBezTo>
                  <a:pt x="2029206" y="41707"/>
                  <a:pt x="2029601" y="42228"/>
                  <a:pt x="2029916" y="42954"/>
                </a:cubicBezTo>
                <a:cubicBezTo>
                  <a:pt x="2030232" y="43680"/>
                  <a:pt x="2030469" y="44674"/>
                  <a:pt x="2030627" y="45937"/>
                </a:cubicBezTo>
                <a:cubicBezTo>
                  <a:pt x="2030784" y="47200"/>
                  <a:pt x="2030863" y="48747"/>
                  <a:pt x="2030863" y="50578"/>
                </a:cubicBezTo>
                <a:cubicBezTo>
                  <a:pt x="2030863" y="54051"/>
                  <a:pt x="2030548" y="56530"/>
                  <a:pt x="2029916" y="58014"/>
                </a:cubicBezTo>
                <a:cubicBezTo>
                  <a:pt x="2029285" y="59497"/>
                  <a:pt x="2028369" y="60239"/>
                  <a:pt x="2027169" y="60239"/>
                </a:cubicBezTo>
                <a:lnTo>
                  <a:pt x="2008700" y="60239"/>
                </a:lnTo>
                <a:lnTo>
                  <a:pt x="2008700" y="99854"/>
                </a:lnTo>
                <a:cubicBezTo>
                  <a:pt x="2008700" y="104456"/>
                  <a:pt x="2009426" y="107907"/>
                  <a:pt x="2010878" y="110208"/>
                </a:cubicBezTo>
                <a:cubicBezTo>
                  <a:pt x="2012331" y="112509"/>
                  <a:pt x="2014920" y="113659"/>
                  <a:pt x="2018645" y="113659"/>
                </a:cubicBezTo>
                <a:cubicBezTo>
                  <a:pt x="2019908" y="113659"/>
                  <a:pt x="2021044" y="113549"/>
                  <a:pt x="2022055" y="113328"/>
                </a:cubicBezTo>
                <a:cubicBezTo>
                  <a:pt x="2023065" y="113107"/>
                  <a:pt x="2023965" y="112854"/>
                  <a:pt x="2024754" y="112570"/>
                </a:cubicBezTo>
                <a:cubicBezTo>
                  <a:pt x="2025543" y="112286"/>
                  <a:pt x="2026207" y="112033"/>
                  <a:pt x="2026743" y="111812"/>
                </a:cubicBezTo>
                <a:cubicBezTo>
                  <a:pt x="2027280" y="111591"/>
                  <a:pt x="2027769" y="111481"/>
                  <a:pt x="2028211" y="111481"/>
                </a:cubicBezTo>
                <a:cubicBezTo>
                  <a:pt x="2028590" y="111481"/>
                  <a:pt x="2028953" y="111591"/>
                  <a:pt x="2029301" y="111812"/>
                </a:cubicBezTo>
                <a:cubicBezTo>
                  <a:pt x="2029648" y="112033"/>
                  <a:pt x="2029916" y="112476"/>
                  <a:pt x="2030106" y="113141"/>
                </a:cubicBezTo>
                <a:cubicBezTo>
                  <a:pt x="2030295" y="113804"/>
                  <a:pt x="2030469" y="114707"/>
                  <a:pt x="2030627" y="115850"/>
                </a:cubicBezTo>
                <a:cubicBezTo>
                  <a:pt x="2030784" y="116990"/>
                  <a:pt x="2030863" y="118448"/>
                  <a:pt x="2030863" y="120224"/>
                </a:cubicBezTo>
                <a:close/>
                <a:moveTo>
                  <a:pt x="2072420" y="128624"/>
                </a:moveTo>
                <a:cubicBezTo>
                  <a:pt x="2072420" y="129256"/>
                  <a:pt x="2072230" y="129808"/>
                  <a:pt x="2071852" y="130282"/>
                </a:cubicBezTo>
                <a:cubicBezTo>
                  <a:pt x="2071473" y="130756"/>
                  <a:pt x="2070826" y="131150"/>
                  <a:pt x="2069910" y="131466"/>
                </a:cubicBezTo>
                <a:cubicBezTo>
                  <a:pt x="2068994" y="131782"/>
                  <a:pt x="2067779" y="132018"/>
                  <a:pt x="2066263" y="132176"/>
                </a:cubicBezTo>
                <a:cubicBezTo>
                  <a:pt x="2064748" y="132334"/>
                  <a:pt x="2062822" y="132413"/>
                  <a:pt x="2060486" y="132413"/>
                </a:cubicBezTo>
                <a:cubicBezTo>
                  <a:pt x="2058149" y="132413"/>
                  <a:pt x="2056223" y="132334"/>
                  <a:pt x="2054708" y="132176"/>
                </a:cubicBezTo>
                <a:cubicBezTo>
                  <a:pt x="2053193" y="132018"/>
                  <a:pt x="2051977" y="131782"/>
                  <a:pt x="2051061" y="131466"/>
                </a:cubicBezTo>
                <a:cubicBezTo>
                  <a:pt x="2050146" y="131150"/>
                  <a:pt x="2049499" y="130756"/>
                  <a:pt x="2049120" y="130282"/>
                </a:cubicBezTo>
                <a:cubicBezTo>
                  <a:pt x="2048741" y="129808"/>
                  <a:pt x="2048551" y="129256"/>
                  <a:pt x="2048551" y="128624"/>
                </a:cubicBezTo>
                <a:lnTo>
                  <a:pt x="2048551" y="44327"/>
                </a:lnTo>
                <a:cubicBezTo>
                  <a:pt x="2048551" y="43696"/>
                  <a:pt x="2048741" y="43143"/>
                  <a:pt x="2049120" y="42670"/>
                </a:cubicBezTo>
                <a:cubicBezTo>
                  <a:pt x="2049499" y="42196"/>
                  <a:pt x="2050146" y="41786"/>
                  <a:pt x="2051061" y="41438"/>
                </a:cubicBezTo>
                <a:cubicBezTo>
                  <a:pt x="2051977" y="41091"/>
                  <a:pt x="2053193" y="40823"/>
                  <a:pt x="2054708" y="40633"/>
                </a:cubicBezTo>
                <a:cubicBezTo>
                  <a:pt x="2056223" y="40444"/>
                  <a:pt x="2058149" y="40349"/>
                  <a:pt x="2060486" y="40349"/>
                </a:cubicBezTo>
                <a:cubicBezTo>
                  <a:pt x="2062822" y="40349"/>
                  <a:pt x="2064748" y="40444"/>
                  <a:pt x="2066263" y="40633"/>
                </a:cubicBezTo>
                <a:cubicBezTo>
                  <a:pt x="2067779" y="40823"/>
                  <a:pt x="2068994" y="41091"/>
                  <a:pt x="2069910" y="41438"/>
                </a:cubicBezTo>
                <a:cubicBezTo>
                  <a:pt x="2070826" y="41786"/>
                  <a:pt x="2071473" y="42196"/>
                  <a:pt x="2071852" y="42670"/>
                </a:cubicBezTo>
                <a:cubicBezTo>
                  <a:pt x="2072230" y="43143"/>
                  <a:pt x="2072420" y="43696"/>
                  <a:pt x="2072420" y="44327"/>
                </a:cubicBezTo>
                <a:lnTo>
                  <a:pt x="2072420" y="128624"/>
                </a:lnTo>
                <a:moveTo>
                  <a:pt x="2074220" y="15533"/>
                </a:moveTo>
                <a:cubicBezTo>
                  <a:pt x="2074220" y="20332"/>
                  <a:pt x="2073241" y="23647"/>
                  <a:pt x="2071283" y="25479"/>
                </a:cubicBezTo>
                <a:cubicBezTo>
                  <a:pt x="2069326" y="27310"/>
                  <a:pt x="2065695" y="28225"/>
                  <a:pt x="2060391" y="28225"/>
                </a:cubicBezTo>
                <a:cubicBezTo>
                  <a:pt x="2055024" y="28225"/>
                  <a:pt x="2051409" y="27341"/>
                  <a:pt x="2049546" y="25573"/>
                </a:cubicBezTo>
                <a:cubicBezTo>
                  <a:pt x="2047683" y="23805"/>
                  <a:pt x="2046752" y="20617"/>
                  <a:pt x="2046752" y="16007"/>
                </a:cubicBezTo>
                <a:cubicBezTo>
                  <a:pt x="2046752" y="11208"/>
                  <a:pt x="2047715" y="7877"/>
                  <a:pt x="2049641" y="6014"/>
                </a:cubicBezTo>
                <a:cubicBezTo>
                  <a:pt x="2051567" y="4152"/>
                  <a:pt x="2055213" y="3220"/>
                  <a:pt x="2060580" y="3220"/>
                </a:cubicBezTo>
                <a:cubicBezTo>
                  <a:pt x="2065885" y="3220"/>
                  <a:pt x="2069484" y="4120"/>
                  <a:pt x="2071378" y="5920"/>
                </a:cubicBezTo>
                <a:cubicBezTo>
                  <a:pt x="2073272" y="7719"/>
                  <a:pt x="2074220" y="10924"/>
                  <a:pt x="2074220" y="15533"/>
                </a:cubicBezTo>
                <a:close/>
                <a:moveTo>
                  <a:pt x="2181471" y="85526"/>
                </a:moveTo>
                <a:cubicBezTo>
                  <a:pt x="2181471" y="92740"/>
                  <a:pt x="2180524" y="99321"/>
                  <a:pt x="2178630" y="105268"/>
                </a:cubicBezTo>
                <a:cubicBezTo>
                  <a:pt x="2176736" y="111215"/>
                  <a:pt x="2173862" y="116340"/>
                  <a:pt x="2170011" y="120642"/>
                </a:cubicBezTo>
                <a:cubicBezTo>
                  <a:pt x="2166159" y="124943"/>
                  <a:pt x="2161328" y="128265"/>
                  <a:pt x="2155519" y="130608"/>
                </a:cubicBezTo>
                <a:cubicBezTo>
                  <a:pt x="2149710" y="132948"/>
                  <a:pt x="2142922" y="134118"/>
                  <a:pt x="2135155" y="134118"/>
                </a:cubicBezTo>
                <a:cubicBezTo>
                  <a:pt x="2127641" y="134118"/>
                  <a:pt x="2121106" y="133074"/>
                  <a:pt x="2115549" y="130986"/>
                </a:cubicBezTo>
                <a:cubicBezTo>
                  <a:pt x="2109992" y="128899"/>
                  <a:pt x="2105383" y="125862"/>
                  <a:pt x="2101720" y="121876"/>
                </a:cubicBezTo>
                <a:cubicBezTo>
                  <a:pt x="2098058" y="117890"/>
                  <a:pt x="2095343" y="112986"/>
                  <a:pt x="2093575" y="107165"/>
                </a:cubicBezTo>
                <a:cubicBezTo>
                  <a:pt x="2091807" y="101344"/>
                  <a:pt x="2090923" y="94701"/>
                  <a:pt x="2090923" y="87236"/>
                </a:cubicBezTo>
                <a:cubicBezTo>
                  <a:pt x="2090923" y="80022"/>
                  <a:pt x="2091886" y="73426"/>
                  <a:pt x="2093812" y="67447"/>
                </a:cubicBezTo>
                <a:cubicBezTo>
                  <a:pt x="2095737" y="61468"/>
                  <a:pt x="2098626" y="56343"/>
                  <a:pt x="2102478" y="52073"/>
                </a:cubicBezTo>
                <a:cubicBezTo>
                  <a:pt x="2106330" y="47803"/>
                  <a:pt x="2111145" y="44498"/>
                  <a:pt x="2116922" y="42158"/>
                </a:cubicBezTo>
                <a:cubicBezTo>
                  <a:pt x="2122700" y="39815"/>
                  <a:pt x="2129472" y="38644"/>
                  <a:pt x="2137239" y="38644"/>
                </a:cubicBezTo>
                <a:cubicBezTo>
                  <a:pt x="2144816" y="38644"/>
                  <a:pt x="2151383" y="39672"/>
                  <a:pt x="2156940" y="41728"/>
                </a:cubicBezTo>
                <a:cubicBezTo>
                  <a:pt x="2162497" y="43784"/>
                  <a:pt x="2167090" y="46806"/>
                  <a:pt x="2170721" y="50791"/>
                </a:cubicBezTo>
                <a:cubicBezTo>
                  <a:pt x="2174352" y="54777"/>
                  <a:pt x="2177051" y="59681"/>
                  <a:pt x="2178819" y="65502"/>
                </a:cubicBezTo>
                <a:cubicBezTo>
                  <a:pt x="2180587" y="71323"/>
                  <a:pt x="2181471" y="77998"/>
                  <a:pt x="2181471" y="85526"/>
                </a:cubicBezTo>
                <a:moveTo>
                  <a:pt x="2156940" y="86476"/>
                </a:moveTo>
                <a:cubicBezTo>
                  <a:pt x="2156940" y="82308"/>
                  <a:pt x="2156608" y="78472"/>
                  <a:pt x="2155945" y="74968"/>
                </a:cubicBezTo>
                <a:cubicBezTo>
                  <a:pt x="2155282" y="71463"/>
                  <a:pt x="2154162" y="68417"/>
                  <a:pt x="2152583" y="65828"/>
                </a:cubicBezTo>
                <a:cubicBezTo>
                  <a:pt x="2151004" y="63239"/>
                  <a:pt x="2148905" y="61218"/>
                  <a:pt x="2146284" y="59766"/>
                </a:cubicBezTo>
                <a:cubicBezTo>
                  <a:pt x="2143664" y="58314"/>
                  <a:pt x="2140365" y="57587"/>
                  <a:pt x="2136386" y="57587"/>
                </a:cubicBezTo>
                <a:cubicBezTo>
                  <a:pt x="2132850" y="57587"/>
                  <a:pt x="2129756" y="58235"/>
                  <a:pt x="2127104" y="59529"/>
                </a:cubicBezTo>
                <a:cubicBezTo>
                  <a:pt x="2124452" y="60824"/>
                  <a:pt x="2122274" y="62718"/>
                  <a:pt x="2120569" y="65212"/>
                </a:cubicBezTo>
                <a:cubicBezTo>
                  <a:pt x="2118864" y="67706"/>
                  <a:pt x="2117585" y="70706"/>
                  <a:pt x="2116733" y="74210"/>
                </a:cubicBezTo>
                <a:cubicBezTo>
                  <a:pt x="2115880" y="77715"/>
                  <a:pt x="2115454" y="81708"/>
                  <a:pt x="2115454" y="86192"/>
                </a:cubicBezTo>
                <a:cubicBezTo>
                  <a:pt x="2115454" y="90359"/>
                  <a:pt x="2115801" y="94195"/>
                  <a:pt x="2116496" y="97700"/>
                </a:cubicBezTo>
                <a:cubicBezTo>
                  <a:pt x="2117191" y="101204"/>
                  <a:pt x="2118311" y="104251"/>
                  <a:pt x="2119859" y="106840"/>
                </a:cubicBezTo>
                <a:cubicBezTo>
                  <a:pt x="2121406" y="109429"/>
                  <a:pt x="2123505" y="111433"/>
                  <a:pt x="2126157" y="112854"/>
                </a:cubicBezTo>
                <a:cubicBezTo>
                  <a:pt x="2128809" y="114275"/>
                  <a:pt x="2132093" y="114985"/>
                  <a:pt x="2136008" y="114985"/>
                </a:cubicBezTo>
                <a:cubicBezTo>
                  <a:pt x="2139607" y="114985"/>
                  <a:pt x="2142732" y="114338"/>
                  <a:pt x="2145384" y="113044"/>
                </a:cubicBezTo>
                <a:cubicBezTo>
                  <a:pt x="2148037" y="111749"/>
                  <a:pt x="2150215" y="109871"/>
                  <a:pt x="2151920" y="107408"/>
                </a:cubicBezTo>
                <a:cubicBezTo>
                  <a:pt x="2153625" y="104945"/>
                  <a:pt x="2154888" y="101962"/>
                  <a:pt x="2155709" y="98457"/>
                </a:cubicBezTo>
                <a:cubicBezTo>
                  <a:pt x="2156529" y="94953"/>
                  <a:pt x="2156940" y="90959"/>
                  <a:pt x="2156940" y="86476"/>
                </a:cubicBezTo>
                <a:close/>
                <a:moveTo>
                  <a:pt x="2280805" y="128621"/>
                </a:moveTo>
                <a:cubicBezTo>
                  <a:pt x="2280805" y="129253"/>
                  <a:pt x="2280615" y="129806"/>
                  <a:pt x="2280237" y="130282"/>
                </a:cubicBezTo>
                <a:cubicBezTo>
                  <a:pt x="2279858" y="130756"/>
                  <a:pt x="2279226" y="131150"/>
                  <a:pt x="2278342" y="131466"/>
                </a:cubicBezTo>
                <a:cubicBezTo>
                  <a:pt x="2277458" y="131782"/>
                  <a:pt x="2276243" y="132018"/>
                  <a:pt x="2274696" y="132176"/>
                </a:cubicBezTo>
                <a:cubicBezTo>
                  <a:pt x="2273149" y="132334"/>
                  <a:pt x="2271238" y="132413"/>
                  <a:pt x="2268965" y="132413"/>
                </a:cubicBezTo>
                <a:cubicBezTo>
                  <a:pt x="2266629" y="132413"/>
                  <a:pt x="2264687" y="132334"/>
                  <a:pt x="2263140" y="132176"/>
                </a:cubicBezTo>
                <a:cubicBezTo>
                  <a:pt x="2261593" y="132018"/>
                  <a:pt x="2260378" y="131782"/>
                  <a:pt x="2259494" y="131466"/>
                </a:cubicBezTo>
                <a:cubicBezTo>
                  <a:pt x="2258610" y="131150"/>
                  <a:pt x="2257978" y="130756"/>
                  <a:pt x="2257599" y="130282"/>
                </a:cubicBezTo>
                <a:cubicBezTo>
                  <a:pt x="2257220" y="129808"/>
                  <a:pt x="2257031" y="129256"/>
                  <a:pt x="2257031" y="128624"/>
                </a:cubicBezTo>
                <a:lnTo>
                  <a:pt x="2257031" y="80414"/>
                </a:lnTo>
                <a:cubicBezTo>
                  <a:pt x="2257031" y="76310"/>
                  <a:pt x="2256731" y="73089"/>
                  <a:pt x="2256131" y="70753"/>
                </a:cubicBezTo>
                <a:cubicBezTo>
                  <a:pt x="2255531" y="68417"/>
                  <a:pt x="2254663" y="66412"/>
                  <a:pt x="2253527" y="64738"/>
                </a:cubicBezTo>
                <a:cubicBezTo>
                  <a:pt x="2252390" y="63065"/>
                  <a:pt x="2250922" y="61771"/>
                  <a:pt x="2249122" y="60855"/>
                </a:cubicBezTo>
                <a:cubicBezTo>
                  <a:pt x="2247323" y="59939"/>
                  <a:pt x="2245223" y="59482"/>
                  <a:pt x="2242824" y="59482"/>
                </a:cubicBezTo>
                <a:cubicBezTo>
                  <a:pt x="2239793" y="59482"/>
                  <a:pt x="2236730" y="60587"/>
                  <a:pt x="2233636" y="62797"/>
                </a:cubicBezTo>
                <a:cubicBezTo>
                  <a:pt x="2230542" y="65007"/>
                  <a:pt x="2227322" y="68227"/>
                  <a:pt x="2223975" y="72458"/>
                </a:cubicBezTo>
                <a:lnTo>
                  <a:pt x="2223975" y="128624"/>
                </a:lnTo>
                <a:cubicBezTo>
                  <a:pt x="2223975" y="129256"/>
                  <a:pt x="2223786" y="129808"/>
                  <a:pt x="2223407" y="130282"/>
                </a:cubicBezTo>
                <a:cubicBezTo>
                  <a:pt x="2223028" y="130756"/>
                  <a:pt x="2222381" y="131150"/>
                  <a:pt x="2221465" y="131466"/>
                </a:cubicBezTo>
                <a:cubicBezTo>
                  <a:pt x="2220550" y="131782"/>
                  <a:pt x="2219334" y="132018"/>
                  <a:pt x="2217819" y="132176"/>
                </a:cubicBezTo>
                <a:cubicBezTo>
                  <a:pt x="2216303" y="132334"/>
                  <a:pt x="2214377" y="132413"/>
                  <a:pt x="2212041" y="132413"/>
                </a:cubicBezTo>
                <a:cubicBezTo>
                  <a:pt x="2209705" y="132413"/>
                  <a:pt x="2207779" y="132334"/>
                  <a:pt x="2206263" y="132176"/>
                </a:cubicBezTo>
                <a:cubicBezTo>
                  <a:pt x="2204748" y="132018"/>
                  <a:pt x="2203532" y="131782"/>
                  <a:pt x="2202617" y="131466"/>
                </a:cubicBezTo>
                <a:cubicBezTo>
                  <a:pt x="2201701" y="131150"/>
                  <a:pt x="2201054" y="130756"/>
                  <a:pt x="2200675" y="130282"/>
                </a:cubicBezTo>
                <a:cubicBezTo>
                  <a:pt x="2200296" y="129808"/>
                  <a:pt x="2200107" y="129256"/>
                  <a:pt x="2200107" y="128624"/>
                </a:cubicBezTo>
                <a:lnTo>
                  <a:pt x="2200107" y="44138"/>
                </a:lnTo>
                <a:cubicBezTo>
                  <a:pt x="2200107" y="43506"/>
                  <a:pt x="2200265" y="42954"/>
                  <a:pt x="2200580" y="42480"/>
                </a:cubicBezTo>
                <a:cubicBezTo>
                  <a:pt x="2200896" y="42007"/>
                  <a:pt x="2201464" y="41612"/>
                  <a:pt x="2202285" y="41296"/>
                </a:cubicBezTo>
                <a:cubicBezTo>
                  <a:pt x="2203106" y="40980"/>
                  <a:pt x="2204164" y="40744"/>
                  <a:pt x="2205458" y="40586"/>
                </a:cubicBezTo>
                <a:cubicBezTo>
                  <a:pt x="2206753" y="40428"/>
                  <a:pt x="2208379" y="40349"/>
                  <a:pt x="2210336" y="40349"/>
                </a:cubicBezTo>
                <a:cubicBezTo>
                  <a:pt x="2212357" y="40349"/>
                  <a:pt x="2214030" y="40428"/>
                  <a:pt x="2215356" y="40586"/>
                </a:cubicBezTo>
                <a:cubicBezTo>
                  <a:pt x="2216682" y="40744"/>
                  <a:pt x="2217708" y="40980"/>
                  <a:pt x="2218434" y="41296"/>
                </a:cubicBezTo>
                <a:cubicBezTo>
                  <a:pt x="2219160" y="41612"/>
                  <a:pt x="2219681" y="42007"/>
                  <a:pt x="2219997" y="42480"/>
                </a:cubicBezTo>
                <a:cubicBezTo>
                  <a:pt x="2220313" y="42954"/>
                  <a:pt x="2220471" y="43506"/>
                  <a:pt x="2220471" y="44138"/>
                </a:cubicBezTo>
                <a:lnTo>
                  <a:pt x="2220471" y="53893"/>
                </a:lnTo>
                <a:cubicBezTo>
                  <a:pt x="2225143" y="48810"/>
                  <a:pt x="2229895" y="44998"/>
                  <a:pt x="2234725" y="42456"/>
                </a:cubicBezTo>
                <a:cubicBezTo>
                  <a:pt x="2239556" y="39915"/>
                  <a:pt x="2244592" y="38644"/>
                  <a:pt x="2249833" y="38644"/>
                </a:cubicBezTo>
                <a:cubicBezTo>
                  <a:pt x="2255579" y="38644"/>
                  <a:pt x="2260425" y="39592"/>
                  <a:pt x="2264372" y="41489"/>
                </a:cubicBezTo>
                <a:cubicBezTo>
                  <a:pt x="2268318" y="43385"/>
                  <a:pt x="2271507" y="45961"/>
                  <a:pt x="2273938" y="49217"/>
                </a:cubicBezTo>
                <a:cubicBezTo>
                  <a:pt x="2276369" y="52471"/>
                  <a:pt x="2278121" y="56279"/>
                  <a:pt x="2279195" y="60642"/>
                </a:cubicBezTo>
                <a:cubicBezTo>
                  <a:pt x="2280268" y="65003"/>
                  <a:pt x="2280805" y="70249"/>
                  <a:pt x="2280805" y="76380"/>
                </a:cubicBezTo>
                <a:lnTo>
                  <a:pt x="2280805" y="128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PhaseII:StressfulT">
            <a:extLst xmlns:a="http://schemas.openxmlformats.org/drawingml/2006/main">
              <a:ext uri="{FF2B5EF4-FFF2-40B4-BE49-F238E27FC236}">
                <a16:creationId xmlns:a16="http://schemas.microsoft.com/office/drawing/2014/main" id="{990EE985-CD88-46A7-927E-9281ABF4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050" y="5140315"/>
            <a:ext cx="1538708" cy="134876"/>
          </a:xfrm>
          <a:custGeom xmlns:a="http://schemas.openxmlformats.org/drawingml/2006/main">
            <a:pathLst>
              <a:path w="1538708" h="134876">
                <a:moveTo>
                  <a:pt x="83918" y="47219"/>
                </a:moveTo>
                <a:cubicBezTo>
                  <a:pt x="83918" y="54094"/>
                  <a:pt x="82845" y="60180"/>
                  <a:pt x="80698" y="65478"/>
                </a:cubicBezTo>
                <a:cubicBezTo>
                  <a:pt x="78551" y="70777"/>
                  <a:pt x="75426" y="75239"/>
                  <a:pt x="71321" y="78866"/>
                </a:cubicBezTo>
                <a:cubicBezTo>
                  <a:pt x="67217" y="82491"/>
                  <a:pt x="62181" y="85249"/>
                  <a:pt x="56214" y="87142"/>
                </a:cubicBezTo>
                <a:cubicBezTo>
                  <a:pt x="50247" y="89034"/>
                  <a:pt x="43222" y="89980"/>
                  <a:pt x="35140" y="89980"/>
                </a:cubicBezTo>
                <a:lnTo>
                  <a:pt x="24910" y="89980"/>
                </a:lnTo>
                <a:lnTo>
                  <a:pt x="24910" y="129184"/>
                </a:lnTo>
                <a:cubicBezTo>
                  <a:pt x="24910" y="129817"/>
                  <a:pt x="24705" y="130388"/>
                  <a:pt x="24295" y="130895"/>
                </a:cubicBezTo>
                <a:cubicBezTo>
                  <a:pt x="23884" y="131400"/>
                  <a:pt x="23205" y="131811"/>
                  <a:pt x="22258" y="132129"/>
                </a:cubicBezTo>
                <a:cubicBezTo>
                  <a:pt x="21311" y="132445"/>
                  <a:pt x="20048" y="132697"/>
                  <a:pt x="18470" y="132887"/>
                </a:cubicBezTo>
                <a:cubicBezTo>
                  <a:pt x="16891" y="133076"/>
                  <a:pt x="14870" y="133171"/>
                  <a:pt x="12408" y="133171"/>
                </a:cubicBezTo>
                <a:cubicBezTo>
                  <a:pt x="10008" y="133171"/>
                  <a:pt x="8004" y="133076"/>
                  <a:pt x="6393" y="132887"/>
                </a:cubicBezTo>
                <a:cubicBezTo>
                  <a:pt x="4783" y="132697"/>
                  <a:pt x="3504" y="132445"/>
                  <a:pt x="2557" y="132129"/>
                </a:cubicBezTo>
                <a:cubicBezTo>
                  <a:pt x="1610" y="131813"/>
                  <a:pt x="947" y="131403"/>
                  <a:pt x="568" y="130898"/>
                </a:cubicBezTo>
                <a:cubicBezTo>
                  <a:pt x="189" y="130392"/>
                  <a:pt x="0" y="129824"/>
                  <a:pt x="0" y="129193"/>
                </a:cubicBezTo>
                <a:lnTo>
                  <a:pt x="0" y="18943"/>
                </a:lnTo>
                <a:cubicBezTo>
                  <a:pt x="0" y="15975"/>
                  <a:pt x="774" y="13750"/>
                  <a:pt x="2321" y="12266"/>
                </a:cubicBezTo>
                <a:cubicBezTo>
                  <a:pt x="3868" y="10782"/>
                  <a:pt x="5904" y="10040"/>
                  <a:pt x="8430" y="10040"/>
                </a:cubicBezTo>
                <a:lnTo>
                  <a:pt x="37318" y="10040"/>
                </a:lnTo>
                <a:cubicBezTo>
                  <a:pt x="40223" y="10040"/>
                  <a:pt x="42985" y="10150"/>
                  <a:pt x="45606" y="10371"/>
                </a:cubicBezTo>
                <a:cubicBezTo>
                  <a:pt x="48226" y="10592"/>
                  <a:pt x="51368" y="11066"/>
                  <a:pt x="55030" y="11792"/>
                </a:cubicBezTo>
                <a:cubicBezTo>
                  <a:pt x="58692" y="12516"/>
                  <a:pt x="62402" y="13856"/>
                  <a:pt x="66159" y="15812"/>
                </a:cubicBezTo>
                <a:cubicBezTo>
                  <a:pt x="69916" y="17767"/>
                  <a:pt x="73121" y="20243"/>
                  <a:pt x="75773" y="23238"/>
                </a:cubicBezTo>
                <a:cubicBezTo>
                  <a:pt x="78425" y="26233"/>
                  <a:pt x="80446" y="29734"/>
                  <a:pt x="81835" y="33740"/>
                </a:cubicBezTo>
                <a:cubicBezTo>
                  <a:pt x="83224" y="37743"/>
                  <a:pt x="83918" y="42236"/>
                  <a:pt x="83918" y="47219"/>
                </a:cubicBezTo>
                <a:moveTo>
                  <a:pt x="57872" y="49021"/>
                </a:moveTo>
                <a:cubicBezTo>
                  <a:pt x="57872" y="44757"/>
                  <a:pt x="57114" y="41246"/>
                  <a:pt x="55598" y="38487"/>
                </a:cubicBezTo>
                <a:cubicBezTo>
                  <a:pt x="54083" y="35727"/>
                  <a:pt x="52220" y="33688"/>
                  <a:pt x="50010" y="32372"/>
                </a:cubicBezTo>
                <a:cubicBezTo>
                  <a:pt x="47800" y="31056"/>
                  <a:pt x="45480" y="30225"/>
                  <a:pt x="43048" y="29880"/>
                </a:cubicBezTo>
                <a:cubicBezTo>
                  <a:pt x="40617" y="29535"/>
                  <a:pt x="38107" y="29362"/>
                  <a:pt x="35519" y="29362"/>
                </a:cubicBezTo>
                <a:lnTo>
                  <a:pt x="24910" y="29362"/>
                </a:lnTo>
                <a:lnTo>
                  <a:pt x="24910" y="70658"/>
                </a:lnTo>
                <a:lnTo>
                  <a:pt x="36087" y="70658"/>
                </a:lnTo>
                <a:cubicBezTo>
                  <a:pt x="40065" y="70658"/>
                  <a:pt x="43396" y="70125"/>
                  <a:pt x="46079" y="69060"/>
                </a:cubicBezTo>
                <a:cubicBezTo>
                  <a:pt x="48763" y="67992"/>
                  <a:pt x="50957" y="66503"/>
                  <a:pt x="52662" y="64590"/>
                </a:cubicBezTo>
                <a:cubicBezTo>
                  <a:pt x="54367" y="62678"/>
                  <a:pt x="55661" y="60389"/>
                  <a:pt x="56545" y="57724"/>
                </a:cubicBezTo>
                <a:cubicBezTo>
                  <a:pt x="57430" y="55058"/>
                  <a:pt x="57872" y="52157"/>
                  <a:pt x="57872" y="49021"/>
                </a:cubicBezTo>
                <a:close/>
                <a:moveTo>
                  <a:pt x="182319" y="129379"/>
                </a:moveTo>
                <a:cubicBezTo>
                  <a:pt x="182319" y="130011"/>
                  <a:pt x="182129" y="130564"/>
                  <a:pt x="181751" y="131040"/>
                </a:cubicBezTo>
                <a:cubicBezTo>
                  <a:pt x="181372" y="131513"/>
                  <a:pt x="180740" y="131908"/>
                  <a:pt x="179856" y="132224"/>
                </a:cubicBezTo>
                <a:cubicBezTo>
                  <a:pt x="178972" y="132539"/>
                  <a:pt x="177757" y="132776"/>
                  <a:pt x="176210" y="132934"/>
                </a:cubicBezTo>
                <a:cubicBezTo>
                  <a:pt x="174663" y="133092"/>
                  <a:pt x="172752" y="133171"/>
                  <a:pt x="170479" y="133171"/>
                </a:cubicBezTo>
                <a:cubicBezTo>
                  <a:pt x="168143" y="133171"/>
                  <a:pt x="166201" y="133092"/>
                  <a:pt x="164654" y="132934"/>
                </a:cubicBezTo>
                <a:cubicBezTo>
                  <a:pt x="163107" y="132776"/>
                  <a:pt x="161892" y="132539"/>
                  <a:pt x="161008" y="132224"/>
                </a:cubicBezTo>
                <a:cubicBezTo>
                  <a:pt x="160124" y="131908"/>
                  <a:pt x="159492" y="131513"/>
                  <a:pt x="159113" y="131040"/>
                </a:cubicBezTo>
                <a:cubicBezTo>
                  <a:pt x="158735" y="130566"/>
                  <a:pt x="158545" y="130014"/>
                  <a:pt x="158545" y="129382"/>
                </a:cubicBezTo>
                <a:lnTo>
                  <a:pt x="158545" y="81172"/>
                </a:lnTo>
                <a:cubicBezTo>
                  <a:pt x="158545" y="77067"/>
                  <a:pt x="158245" y="73847"/>
                  <a:pt x="157645" y="71511"/>
                </a:cubicBezTo>
                <a:cubicBezTo>
                  <a:pt x="157045" y="69174"/>
                  <a:pt x="156177" y="67169"/>
                  <a:pt x="155041" y="65496"/>
                </a:cubicBezTo>
                <a:cubicBezTo>
                  <a:pt x="153904" y="63823"/>
                  <a:pt x="152436" y="62528"/>
                  <a:pt x="150636" y="61613"/>
                </a:cubicBezTo>
                <a:cubicBezTo>
                  <a:pt x="148837" y="60697"/>
                  <a:pt x="146737" y="60239"/>
                  <a:pt x="144338" y="60239"/>
                </a:cubicBezTo>
                <a:cubicBezTo>
                  <a:pt x="141307" y="60239"/>
                  <a:pt x="138244" y="61344"/>
                  <a:pt x="135150" y="63554"/>
                </a:cubicBezTo>
                <a:cubicBezTo>
                  <a:pt x="132056" y="65765"/>
                  <a:pt x="128836" y="68985"/>
                  <a:pt x="125489" y="73216"/>
                </a:cubicBezTo>
                <a:lnTo>
                  <a:pt x="125489" y="129382"/>
                </a:lnTo>
                <a:cubicBezTo>
                  <a:pt x="125489" y="130014"/>
                  <a:pt x="125300" y="130566"/>
                  <a:pt x="124921" y="131040"/>
                </a:cubicBezTo>
                <a:cubicBezTo>
                  <a:pt x="124542" y="131513"/>
                  <a:pt x="123895" y="131908"/>
                  <a:pt x="122979" y="132224"/>
                </a:cubicBezTo>
                <a:cubicBezTo>
                  <a:pt x="122064" y="132539"/>
                  <a:pt x="120848" y="132776"/>
                  <a:pt x="119333" y="132934"/>
                </a:cubicBezTo>
                <a:cubicBezTo>
                  <a:pt x="117817" y="133092"/>
                  <a:pt x="115891" y="133171"/>
                  <a:pt x="113555" y="133171"/>
                </a:cubicBezTo>
                <a:cubicBezTo>
                  <a:pt x="111219" y="133171"/>
                  <a:pt x="109293" y="133092"/>
                  <a:pt x="107777" y="132934"/>
                </a:cubicBezTo>
                <a:cubicBezTo>
                  <a:pt x="106262" y="132776"/>
                  <a:pt x="105046" y="132539"/>
                  <a:pt x="104131" y="132224"/>
                </a:cubicBezTo>
                <a:cubicBezTo>
                  <a:pt x="103215" y="131908"/>
                  <a:pt x="102568" y="131513"/>
                  <a:pt x="102189" y="131040"/>
                </a:cubicBezTo>
                <a:cubicBezTo>
                  <a:pt x="101810" y="130566"/>
                  <a:pt x="101621" y="130014"/>
                  <a:pt x="101621" y="129382"/>
                </a:cubicBezTo>
                <a:lnTo>
                  <a:pt x="101621" y="4831"/>
                </a:lnTo>
                <a:cubicBezTo>
                  <a:pt x="101621" y="4199"/>
                  <a:pt x="101810" y="3631"/>
                  <a:pt x="102189" y="3126"/>
                </a:cubicBezTo>
                <a:cubicBezTo>
                  <a:pt x="102568" y="2620"/>
                  <a:pt x="103215" y="2194"/>
                  <a:pt x="104131" y="1847"/>
                </a:cubicBezTo>
                <a:cubicBezTo>
                  <a:pt x="105046" y="1500"/>
                  <a:pt x="106262" y="1231"/>
                  <a:pt x="107777" y="1042"/>
                </a:cubicBezTo>
                <a:cubicBezTo>
                  <a:pt x="109293" y="852"/>
                  <a:pt x="111219" y="758"/>
                  <a:pt x="113555" y="758"/>
                </a:cubicBezTo>
                <a:cubicBezTo>
                  <a:pt x="115891" y="758"/>
                  <a:pt x="117817" y="852"/>
                  <a:pt x="119333" y="1042"/>
                </a:cubicBezTo>
                <a:cubicBezTo>
                  <a:pt x="120848" y="1231"/>
                  <a:pt x="122064" y="1500"/>
                  <a:pt x="122979" y="1847"/>
                </a:cubicBezTo>
                <a:cubicBezTo>
                  <a:pt x="123895" y="2192"/>
                  <a:pt x="124542" y="2618"/>
                  <a:pt x="124921" y="3123"/>
                </a:cubicBezTo>
                <a:cubicBezTo>
                  <a:pt x="125300" y="3626"/>
                  <a:pt x="125489" y="4193"/>
                  <a:pt x="125489" y="4825"/>
                </a:cubicBezTo>
                <a:lnTo>
                  <a:pt x="125489" y="51443"/>
                </a:lnTo>
                <a:cubicBezTo>
                  <a:pt x="129594" y="47398"/>
                  <a:pt x="133777" y="44379"/>
                  <a:pt x="138039" y="42388"/>
                </a:cubicBezTo>
                <a:cubicBezTo>
                  <a:pt x="142301" y="40397"/>
                  <a:pt x="146737" y="39402"/>
                  <a:pt x="151347" y="39402"/>
                </a:cubicBezTo>
                <a:cubicBezTo>
                  <a:pt x="157093" y="39402"/>
                  <a:pt x="161939" y="40350"/>
                  <a:pt x="165886" y="42246"/>
                </a:cubicBezTo>
                <a:cubicBezTo>
                  <a:pt x="169832" y="44143"/>
                  <a:pt x="173021" y="46734"/>
                  <a:pt x="175452" y="50022"/>
                </a:cubicBezTo>
                <a:cubicBezTo>
                  <a:pt x="177883" y="53307"/>
                  <a:pt x="179635" y="57147"/>
                  <a:pt x="180709" y="61542"/>
                </a:cubicBezTo>
                <a:cubicBezTo>
                  <a:pt x="181782" y="65934"/>
                  <a:pt x="182319" y="71259"/>
                  <a:pt x="182319" y="77516"/>
                </a:cubicBezTo>
                <a:lnTo>
                  <a:pt x="182319" y="129379"/>
                </a:lnTo>
                <a:close/>
                <a:moveTo>
                  <a:pt x="277616" y="129663"/>
                </a:moveTo>
                <a:cubicBezTo>
                  <a:pt x="277616" y="130547"/>
                  <a:pt x="277300" y="131243"/>
                  <a:pt x="276669" y="131750"/>
                </a:cubicBezTo>
                <a:cubicBezTo>
                  <a:pt x="276038" y="132255"/>
                  <a:pt x="275043" y="132618"/>
                  <a:pt x="273685" y="132839"/>
                </a:cubicBezTo>
                <a:cubicBezTo>
                  <a:pt x="272328" y="133060"/>
                  <a:pt x="270323" y="133171"/>
                  <a:pt x="267671" y="133171"/>
                </a:cubicBezTo>
                <a:cubicBezTo>
                  <a:pt x="264830" y="133171"/>
                  <a:pt x="262762" y="133060"/>
                  <a:pt x="261467" y="132839"/>
                </a:cubicBezTo>
                <a:cubicBezTo>
                  <a:pt x="260173" y="132618"/>
                  <a:pt x="259257" y="132255"/>
                  <a:pt x="258720" y="131750"/>
                </a:cubicBezTo>
                <a:cubicBezTo>
                  <a:pt x="258184" y="131245"/>
                  <a:pt x="257915" y="130550"/>
                  <a:pt x="257915" y="129666"/>
                </a:cubicBezTo>
                <a:lnTo>
                  <a:pt x="257915" y="122941"/>
                </a:lnTo>
                <a:cubicBezTo>
                  <a:pt x="254442" y="126667"/>
                  <a:pt x="250480" y="129587"/>
                  <a:pt x="246028" y="131703"/>
                </a:cubicBezTo>
                <a:cubicBezTo>
                  <a:pt x="241577" y="133818"/>
                  <a:pt x="236636" y="134876"/>
                  <a:pt x="231205" y="134876"/>
                </a:cubicBezTo>
                <a:cubicBezTo>
                  <a:pt x="226722" y="134876"/>
                  <a:pt x="222602" y="134290"/>
                  <a:pt x="218845" y="133118"/>
                </a:cubicBezTo>
                <a:cubicBezTo>
                  <a:pt x="215088" y="131945"/>
                  <a:pt x="211836" y="130203"/>
                  <a:pt x="209089" y="127890"/>
                </a:cubicBezTo>
                <a:cubicBezTo>
                  <a:pt x="206342" y="125578"/>
                  <a:pt x="204211" y="122712"/>
                  <a:pt x="202696" y="119292"/>
                </a:cubicBezTo>
                <a:cubicBezTo>
                  <a:pt x="201180" y="115870"/>
                  <a:pt x="200423" y="111878"/>
                  <a:pt x="200423" y="107316"/>
                </a:cubicBezTo>
                <a:cubicBezTo>
                  <a:pt x="200423" y="102373"/>
                  <a:pt x="201386" y="98080"/>
                  <a:pt x="203311" y="94438"/>
                </a:cubicBezTo>
                <a:cubicBezTo>
                  <a:pt x="205237" y="90795"/>
                  <a:pt x="208110" y="87786"/>
                  <a:pt x="211931" y="85410"/>
                </a:cubicBezTo>
                <a:cubicBezTo>
                  <a:pt x="215751" y="83034"/>
                  <a:pt x="220502" y="81276"/>
                  <a:pt x="226185" y="80136"/>
                </a:cubicBezTo>
                <a:cubicBezTo>
                  <a:pt x="231868" y="78995"/>
                  <a:pt x="238467" y="78425"/>
                  <a:pt x="245981" y="78425"/>
                </a:cubicBezTo>
                <a:lnTo>
                  <a:pt x="254221" y="78425"/>
                </a:lnTo>
                <a:lnTo>
                  <a:pt x="254221" y="73334"/>
                </a:lnTo>
                <a:cubicBezTo>
                  <a:pt x="254221" y="70694"/>
                  <a:pt x="253953" y="68384"/>
                  <a:pt x="253416" y="66405"/>
                </a:cubicBezTo>
                <a:cubicBezTo>
                  <a:pt x="252880" y="64424"/>
                  <a:pt x="251996" y="62773"/>
                  <a:pt x="250764" y="61453"/>
                </a:cubicBezTo>
                <a:cubicBezTo>
                  <a:pt x="249533" y="60133"/>
                  <a:pt x="247891" y="59159"/>
                  <a:pt x="245839" y="58532"/>
                </a:cubicBezTo>
                <a:cubicBezTo>
                  <a:pt x="243787" y="57902"/>
                  <a:pt x="241245" y="57587"/>
                  <a:pt x="238214" y="57587"/>
                </a:cubicBezTo>
                <a:cubicBezTo>
                  <a:pt x="234236" y="57587"/>
                  <a:pt x="230684" y="58029"/>
                  <a:pt x="227559" y="58913"/>
                </a:cubicBezTo>
                <a:cubicBezTo>
                  <a:pt x="224433" y="59797"/>
                  <a:pt x="221671" y="60776"/>
                  <a:pt x="219271" y="61850"/>
                </a:cubicBezTo>
                <a:cubicBezTo>
                  <a:pt x="216872" y="62923"/>
                  <a:pt x="214867" y="63902"/>
                  <a:pt x="213257" y="64786"/>
                </a:cubicBezTo>
                <a:cubicBezTo>
                  <a:pt x="211646" y="65670"/>
                  <a:pt x="210336" y="66112"/>
                  <a:pt x="209326" y="66112"/>
                </a:cubicBezTo>
                <a:cubicBezTo>
                  <a:pt x="208631" y="66112"/>
                  <a:pt x="208016" y="65890"/>
                  <a:pt x="207479" y="65446"/>
                </a:cubicBezTo>
                <a:cubicBezTo>
                  <a:pt x="206942" y="65002"/>
                  <a:pt x="206500" y="64367"/>
                  <a:pt x="206153" y="63543"/>
                </a:cubicBezTo>
                <a:cubicBezTo>
                  <a:pt x="205806" y="62718"/>
                  <a:pt x="205537" y="61703"/>
                  <a:pt x="205348" y="60497"/>
                </a:cubicBezTo>
                <a:cubicBezTo>
                  <a:pt x="205158" y="59289"/>
                  <a:pt x="205064" y="57956"/>
                  <a:pt x="205064" y="56498"/>
                </a:cubicBezTo>
                <a:cubicBezTo>
                  <a:pt x="205064" y="54531"/>
                  <a:pt x="205222" y="52976"/>
                  <a:pt x="205537" y="51833"/>
                </a:cubicBezTo>
                <a:cubicBezTo>
                  <a:pt x="205853" y="50691"/>
                  <a:pt x="206453" y="49660"/>
                  <a:pt x="207337" y="48740"/>
                </a:cubicBezTo>
                <a:cubicBezTo>
                  <a:pt x="208221" y="47819"/>
                  <a:pt x="209768" y="46806"/>
                  <a:pt x="211978" y="45701"/>
                </a:cubicBezTo>
                <a:cubicBezTo>
                  <a:pt x="214188" y="44595"/>
                  <a:pt x="216777" y="43569"/>
                  <a:pt x="219745" y="42622"/>
                </a:cubicBezTo>
                <a:cubicBezTo>
                  <a:pt x="222712" y="41675"/>
                  <a:pt x="225949" y="40902"/>
                  <a:pt x="229453" y="40302"/>
                </a:cubicBezTo>
                <a:cubicBezTo>
                  <a:pt x="232958" y="39702"/>
                  <a:pt x="236573" y="39402"/>
                  <a:pt x="240298" y="39402"/>
                </a:cubicBezTo>
                <a:cubicBezTo>
                  <a:pt x="246928" y="39402"/>
                  <a:pt x="252595" y="40050"/>
                  <a:pt x="257300" y="41347"/>
                </a:cubicBezTo>
                <a:cubicBezTo>
                  <a:pt x="262004" y="42641"/>
                  <a:pt x="265871" y="44632"/>
                  <a:pt x="268902" y="47320"/>
                </a:cubicBezTo>
                <a:cubicBezTo>
                  <a:pt x="271933" y="50005"/>
                  <a:pt x="274143" y="53465"/>
                  <a:pt x="275532" y="57700"/>
                </a:cubicBezTo>
                <a:cubicBezTo>
                  <a:pt x="276922" y="61934"/>
                  <a:pt x="277616" y="66959"/>
                  <a:pt x="277616" y="72775"/>
                </a:cubicBezTo>
                <a:lnTo>
                  <a:pt x="277616" y="129663"/>
                </a:lnTo>
                <a:moveTo>
                  <a:pt x="254221" y="93390"/>
                </a:moveTo>
                <a:lnTo>
                  <a:pt x="245129" y="93390"/>
                </a:lnTo>
                <a:cubicBezTo>
                  <a:pt x="241277" y="93390"/>
                  <a:pt x="237993" y="93676"/>
                  <a:pt x="235278" y="94248"/>
                </a:cubicBezTo>
                <a:cubicBezTo>
                  <a:pt x="232563" y="94821"/>
                  <a:pt x="230353" y="95680"/>
                  <a:pt x="228648" y="96826"/>
                </a:cubicBezTo>
                <a:cubicBezTo>
                  <a:pt x="226943" y="97971"/>
                  <a:pt x="225696" y="99355"/>
                  <a:pt x="224907" y="100979"/>
                </a:cubicBezTo>
                <a:cubicBezTo>
                  <a:pt x="224117" y="102601"/>
                  <a:pt x="223723" y="104462"/>
                  <a:pt x="223723" y="106562"/>
                </a:cubicBezTo>
                <a:cubicBezTo>
                  <a:pt x="223723" y="110125"/>
                  <a:pt x="224844" y="112925"/>
                  <a:pt x="227085" y="114962"/>
                </a:cubicBezTo>
                <a:cubicBezTo>
                  <a:pt x="229327" y="116998"/>
                  <a:pt x="232437" y="118016"/>
                  <a:pt x="236415" y="118016"/>
                </a:cubicBezTo>
                <a:cubicBezTo>
                  <a:pt x="239761" y="118016"/>
                  <a:pt x="242840" y="117158"/>
                  <a:pt x="245650" y="115441"/>
                </a:cubicBezTo>
                <a:cubicBezTo>
                  <a:pt x="248459" y="113722"/>
                  <a:pt x="251317" y="111209"/>
                  <a:pt x="254221" y="107899"/>
                </a:cubicBezTo>
                <a:lnTo>
                  <a:pt x="254221" y="93390"/>
                </a:lnTo>
                <a:close/>
                <a:moveTo>
                  <a:pt x="361172" y="105549"/>
                </a:moveTo>
                <a:cubicBezTo>
                  <a:pt x="361172" y="110358"/>
                  <a:pt x="360272" y="114598"/>
                  <a:pt x="358472" y="118268"/>
                </a:cubicBezTo>
                <a:cubicBezTo>
                  <a:pt x="356673" y="121936"/>
                  <a:pt x="354131" y="125005"/>
                  <a:pt x="350848" y="127473"/>
                </a:cubicBezTo>
                <a:cubicBezTo>
                  <a:pt x="347564" y="129940"/>
                  <a:pt x="343681" y="131790"/>
                  <a:pt x="339198" y="133023"/>
                </a:cubicBezTo>
                <a:cubicBezTo>
                  <a:pt x="334714" y="134258"/>
                  <a:pt x="329852" y="134876"/>
                  <a:pt x="324611" y="134876"/>
                </a:cubicBezTo>
                <a:cubicBezTo>
                  <a:pt x="321454" y="134876"/>
                  <a:pt x="318439" y="134636"/>
                  <a:pt x="315566" y="134156"/>
                </a:cubicBezTo>
                <a:cubicBezTo>
                  <a:pt x="312693" y="133677"/>
                  <a:pt x="310120" y="133070"/>
                  <a:pt x="307847" y="132336"/>
                </a:cubicBezTo>
                <a:cubicBezTo>
                  <a:pt x="305573" y="131600"/>
                  <a:pt x="303679" y="130849"/>
                  <a:pt x="302164" y="130084"/>
                </a:cubicBezTo>
                <a:cubicBezTo>
                  <a:pt x="300648" y="129316"/>
                  <a:pt x="299543" y="128597"/>
                  <a:pt x="298849" y="127926"/>
                </a:cubicBezTo>
                <a:cubicBezTo>
                  <a:pt x="298154" y="127255"/>
                  <a:pt x="297617" y="126205"/>
                  <a:pt x="297238" y="124777"/>
                </a:cubicBezTo>
                <a:cubicBezTo>
                  <a:pt x="296859" y="123348"/>
                  <a:pt x="296670" y="121237"/>
                  <a:pt x="296670" y="118442"/>
                </a:cubicBezTo>
                <a:cubicBezTo>
                  <a:pt x="296670" y="116601"/>
                  <a:pt x="296733" y="115125"/>
                  <a:pt x="296859" y="114014"/>
                </a:cubicBezTo>
                <a:cubicBezTo>
                  <a:pt x="296986" y="112904"/>
                  <a:pt x="297175" y="112015"/>
                  <a:pt x="297428" y="111348"/>
                </a:cubicBezTo>
                <a:cubicBezTo>
                  <a:pt x="297680" y="110681"/>
                  <a:pt x="297996" y="110237"/>
                  <a:pt x="298375" y="110016"/>
                </a:cubicBezTo>
                <a:cubicBezTo>
                  <a:pt x="298754" y="109793"/>
                  <a:pt x="299227" y="109681"/>
                  <a:pt x="299796" y="109681"/>
                </a:cubicBezTo>
                <a:cubicBezTo>
                  <a:pt x="300490" y="109681"/>
                  <a:pt x="301516" y="110081"/>
                  <a:pt x="302874" y="110880"/>
                </a:cubicBezTo>
                <a:cubicBezTo>
                  <a:pt x="304232" y="111679"/>
                  <a:pt x="305921" y="112558"/>
                  <a:pt x="307941" y="113517"/>
                </a:cubicBezTo>
                <a:cubicBezTo>
                  <a:pt x="309962" y="114476"/>
                  <a:pt x="312314" y="115371"/>
                  <a:pt x="314998" y="116202"/>
                </a:cubicBezTo>
                <a:cubicBezTo>
                  <a:pt x="317681" y="117033"/>
                  <a:pt x="320728" y="117448"/>
                  <a:pt x="324138" y="117448"/>
                </a:cubicBezTo>
                <a:cubicBezTo>
                  <a:pt x="326285" y="117448"/>
                  <a:pt x="328195" y="117228"/>
                  <a:pt x="329868" y="116788"/>
                </a:cubicBezTo>
                <a:cubicBezTo>
                  <a:pt x="331541" y="116348"/>
                  <a:pt x="332994" y="115719"/>
                  <a:pt x="334225" y="114902"/>
                </a:cubicBezTo>
                <a:cubicBezTo>
                  <a:pt x="335456" y="114084"/>
                  <a:pt x="336388" y="113046"/>
                  <a:pt x="337019" y="111789"/>
                </a:cubicBezTo>
                <a:cubicBezTo>
                  <a:pt x="337651" y="110532"/>
                  <a:pt x="337966" y="109085"/>
                  <a:pt x="337966" y="107449"/>
                </a:cubicBezTo>
                <a:cubicBezTo>
                  <a:pt x="337966" y="105551"/>
                  <a:pt x="337382" y="103922"/>
                  <a:pt x="336214" y="102563"/>
                </a:cubicBezTo>
                <a:cubicBezTo>
                  <a:pt x="335046" y="101201"/>
                  <a:pt x="333499" y="100014"/>
                  <a:pt x="331573" y="99002"/>
                </a:cubicBezTo>
                <a:cubicBezTo>
                  <a:pt x="329647" y="97990"/>
                  <a:pt x="327469" y="97041"/>
                  <a:pt x="325038" y="96155"/>
                </a:cubicBezTo>
                <a:cubicBezTo>
                  <a:pt x="322606" y="95269"/>
                  <a:pt x="320112" y="94288"/>
                  <a:pt x="317555" y="93212"/>
                </a:cubicBezTo>
                <a:cubicBezTo>
                  <a:pt x="314998" y="92137"/>
                  <a:pt x="312503" y="90904"/>
                  <a:pt x="310072" y="89513"/>
                </a:cubicBezTo>
                <a:cubicBezTo>
                  <a:pt x="307641" y="88120"/>
                  <a:pt x="305463" y="86411"/>
                  <a:pt x="303537" y="84386"/>
                </a:cubicBezTo>
                <a:cubicBezTo>
                  <a:pt x="301611" y="82362"/>
                  <a:pt x="300064" y="79927"/>
                  <a:pt x="298896" y="77081"/>
                </a:cubicBezTo>
                <a:cubicBezTo>
                  <a:pt x="297728" y="74234"/>
                  <a:pt x="297144" y="70817"/>
                  <a:pt x="297144" y="66831"/>
                </a:cubicBezTo>
                <a:cubicBezTo>
                  <a:pt x="297144" y="62780"/>
                  <a:pt x="297933" y="59062"/>
                  <a:pt x="299512" y="55678"/>
                </a:cubicBezTo>
                <a:cubicBezTo>
                  <a:pt x="301090" y="52294"/>
                  <a:pt x="303363" y="49400"/>
                  <a:pt x="306331" y="46997"/>
                </a:cubicBezTo>
                <a:cubicBezTo>
                  <a:pt x="309299" y="44592"/>
                  <a:pt x="312914" y="42725"/>
                  <a:pt x="317176" y="41397"/>
                </a:cubicBezTo>
                <a:cubicBezTo>
                  <a:pt x="321438" y="40067"/>
                  <a:pt x="326221" y="39402"/>
                  <a:pt x="331526" y="39402"/>
                </a:cubicBezTo>
                <a:cubicBezTo>
                  <a:pt x="334178" y="39402"/>
                  <a:pt x="336751" y="39591"/>
                  <a:pt x="339245" y="39970"/>
                </a:cubicBezTo>
                <a:cubicBezTo>
                  <a:pt x="341739" y="40349"/>
                  <a:pt x="343997" y="40823"/>
                  <a:pt x="346017" y="41391"/>
                </a:cubicBezTo>
                <a:cubicBezTo>
                  <a:pt x="348038" y="41959"/>
                  <a:pt x="349743" y="42575"/>
                  <a:pt x="351132" y="43238"/>
                </a:cubicBezTo>
                <a:cubicBezTo>
                  <a:pt x="352521" y="43901"/>
                  <a:pt x="353515" y="44469"/>
                  <a:pt x="354115" y="44943"/>
                </a:cubicBezTo>
                <a:cubicBezTo>
                  <a:pt x="354715" y="45416"/>
                  <a:pt x="355141" y="45890"/>
                  <a:pt x="355394" y="46364"/>
                </a:cubicBezTo>
                <a:cubicBezTo>
                  <a:pt x="355647" y="46837"/>
                  <a:pt x="355836" y="47405"/>
                  <a:pt x="355962" y="48068"/>
                </a:cubicBezTo>
                <a:cubicBezTo>
                  <a:pt x="356089" y="48731"/>
                  <a:pt x="356199" y="49552"/>
                  <a:pt x="356294" y="50531"/>
                </a:cubicBezTo>
                <a:cubicBezTo>
                  <a:pt x="356389" y="51510"/>
                  <a:pt x="356436" y="52725"/>
                  <a:pt x="356436" y="54178"/>
                </a:cubicBezTo>
                <a:cubicBezTo>
                  <a:pt x="356436" y="55882"/>
                  <a:pt x="356389" y="57272"/>
                  <a:pt x="356294" y="58345"/>
                </a:cubicBezTo>
                <a:cubicBezTo>
                  <a:pt x="356199" y="59419"/>
                  <a:pt x="356041" y="60271"/>
                  <a:pt x="355820" y="60902"/>
                </a:cubicBezTo>
                <a:cubicBezTo>
                  <a:pt x="355599" y="61534"/>
                  <a:pt x="355299" y="61960"/>
                  <a:pt x="354920" y="62181"/>
                </a:cubicBezTo>
                <a:cubicBezTo>
                  <a:pt x="354542" y="62402"/>
                  <a:pt x="354100" y="62513"/>
                  <a:pt x="353594" y="62513"/>
                </a:cubicBezTo>
                <a:cubicBezTo>
                  <a:pt x="353026" y="62513"/>
                  <a:pt x="352142" y="62181"/>
                  <a:pt x="350942" y="61518"/>
                </a:cubicBezTo>
                <a:cubicBezTo>
                  <a:pt x="349743" y="60855"/>
                  <a:pt x="348243" y="60145"/>
                  <a:pt x="346443" y="59387"/>
                </a:cubicBezTo>
                <a:cubicBezTo>
                  <a:pt x="344644" y="58629"/>
                  <a:pt x="342560" y="57919"/>
                  <a:pt x="340192" y="57256"/>
                </a:cubicBezTo>
                <a:cubicBezTo>
                  <a:pt x="337824" y="56593"/>
                  <a:pt x="335125" y="56261"/>
                  <a:pt x="332094" y="56261"/>
                </a:cubicBezTo>
                <a:cubicBezTo>
                  <a:pt x="329947" y="56261"/>
                  <a:pt x="328084" y="56484"/>
                  <a:pt x="326506" y="56930"/>
                </a:cubicBezTo>
                <a:cubicBezTo>
                  <a:pt x="324927" y="57374"/>
                  <a:pt x="323633" y="58009"/>
                  <a:pt x="322622" y="58833"/>
                </a:cubicBezTo>
                <a:cubicBezTo>
                  <a:pt x="321612" y="59658"/>
                  <a:pt x="320854" y="60626"/>
                  <a:pt x="320349" y="61737"/>
                </a:cubicBezTo>
                <a:cubicBezTo>
                  <a:pt x="319844" y="62848"/>
                  <a:pt x="319591" y="64039"/>
                  <a:pt x="319591" y="65310"/>
                </a:cubicBezTo>
                <a:cubicBezTo>
                  <a:pt x="319591" y="67271"/>
                  <a:pt x="320191" y="68917"/>
                  <a:pt x="321391" y="70247"/>
                </a:cubicBezTo>
                <a:cubicBezTo>
                  <a:pt x="322591" y="71575"/>
                  <a:pt x="324169" y="72745"/>
                  <a:pt x="326127" y="73757"/>
                </a:cubicBezTo>
                <a:cubicBezTo>
                  <a:pt x="328084" y="74769"/>
                  <a:pt x="330310" y="75719"/>
                  <a:pt x="332804" y="76605"/>
                </a:cubicBezTo>
                <a:cubicBezTo>
                  <a:pt x="335298" y="77491"/>
                  <a:pt x="337824" y="78456"/>
                  <a:pt x="340382" y="79499"/>
                </a:cubicBezTo>
                <a:cubicBezTo>
                  <a:pt x="342939" y="80543"/>
                  <a:pt x="345465" y="81761"/>
                  <a:pt x="347959" y="83152"/>
                </a:cubicBezTo>
                <a:cubicBezTo>
                  <a:pt x="350453" y="84543"/>
                  <a:pt x="352679" y="86252"/>
                  <a:pt x="354636" y="88278"/>
                </a:cubicBezTo>
                <a:cubicBezTo>
                  <a:pt x="356594" y="90303"/>
                  <a:pt x="358172" y="92723"/>
                  <a:pt x="359372" y="95539"/>
                </a:cubicBezTo>
                <a:cubicBezTo>
                  <a:pt x="360572" y="98353"/>
                  <a:pt x="361172" y="101690"/>
                  <a:pt x="361172" y="105549"/>
                </a:cubicBezTo>
                <a:close/>
                <a:moveTo>
                  <a:pt x="457560" y="84661"/>
                </a:moveTo>
                <a:cubicBezTo>
                  <a:pt x="457560" y="87572"/>
                  <a:pt x="456913" y="89723"/>
                  <a:pt x="455618" y="91114"/>
                </a:cubicBezTo>
                <a:cubicBezTo>
                  <a:pt x="454324" y="92505"/>
                  <a:pt x="452540" y="93201"/>
                  <a:pt x="450267" y="93201"/>
                </a:cubicBezTo>
                <a:lnTo>
                  <a:pt x="398836" y="93201"/>
                </a:lnTo>
                <a:cubicBezTo>
                  <a:pt x="398836" y="96814"/>
                  <a:pt x="399262" y="100094"/>
                  <a:pt x="400115" y="103042"/>
                </a:cubicBezTo>
                <a:cubicBezTo>
                  <a:pt x="400967" y="105990"/>
                  <a:pt x="402325" y="108495"/>
                  <a:pt x="404188" y="110557"/>
                </a:cubicBezTo>
                <a:cubicBezTo>
                  <a:pt x="406050" y="112617"/>
                  <a:pt x="408450" y="114186"/>
                  <a:pt x="411386" y="115264"/>
                </a:cubicBezTo>
                <a:cubicBezTo>
                  <a:pt x="414322" y="116341"/>
                  <a:pt x="417842" y="116880"/>
                  <a:pt x="421947" y="116880"/>
                </a:cubicBezTo>
                <a:cubicBezTo>
                  <a:pt x="426114" y="116880"/>
                  <a:pt x="429777" y="116575"/>
                  <a:pt x="432934" y="115965"/>
                </a:cubicBezTo>
                <a:cubicBezTo>
                  <a:pt x="436091" y="115355"/>
                  <a:pt x="438822" y="114681"/>
                  <a:pt x="441127" y="113943"/>
                </a:cubicBezTo>
                <a:cubicBezTo>
                  <a:pt x="443432" y="113205"/>
                  <a:pt x="445342" y="112532"/>
                  <a:pt x="446857" y="111922"/>
                </a:cubicBezTo>
                <a:cubicBezTo>
                  <a:pt x="448373" y="111312"/>
                  <a:pt x="449604" y="111007"/>
                  <a:pt x="450551" y="111007"/>
                </a:cubicBezTo>
                <a:cubicBezTo>
                  <a:pt x="451119" y="111007"/>
                  <a:pt x="451593" y="111119"/>
                  <a:pt x="451972" y="111342"/>
                </a:cubicBezTo>
                <a:cubicBezTo>
                  <a:pt x="452351" y="111563"/>
                  <a:pt x="452666" y="111959"/>
                  <a:pt x="452919" y="112532"/>
                </a:cubicBezTo>
                <a:cubicBezTo>
                  <a:pt x="453172" y="113102"/>
                  <a:pt x="453345" y="113911"/>
                  <a:pt x="453440" y="114959"/>
                </a:cubicBezTo>
                <a:cubicBezTo>
                  <a:pt x="453535" y="116006"/>
                  <a:pt x="453582" y="117324"/>
                  <a:pt x="453582" y="118910"/>
                </a:cubicBezTo>
                <a:cubicBezTo>
                  <a:pt x="453582" y="120307"/>
                  <a:pt x="453550" y="121498"/>
                  <a:pt x="453487" y="122483"/>
                </a:cubicBezTo>
                <a:cubicBezTo>
                  <a:pt x="453424" y="123465"/>
                  <a:pt x="453329" y="124306"/>
                  <a:pt x="453203" y="125005"/>
                </a:cubicBezTo>
                <a:cubicBezTo>
                  <a:pt x="453077" y="125703"/>
                  <a:pt x="452887" y="126291"/>
                  <a:pt x="452635" y="126769"/>
                </a:cubicBezTo>
                <a:cubicBezTo>
                  <a:pt x="452382" y="127244"/>
                  <a:pt x="452051" y="127704"/>
                  <a:pt x="451640" y="128148"/>
                </a:cubicBezTo>
                <a:cubicBezTo>
                  <a:pt x="451230" y="128592"/>
                  <a:pt x="450109" y="129193"/>
                  <a:pt x="448278" y="129950"/>
                </a:cubicBezTo>
                <a:cubicBezTo>
                  <a:pt x="446447" y="130708"/>
                  <a:pt x="444110" y="131450"/>
                  <a:pt x="441269" y="132176"/>
                </a:cubicBezTo>
                <a:cubicBezTo>
                  <a:pt x="438427" y="132902"/>
                  <a:pt x="435175" y="133534"/>
                  <a:pt x="431513" y="134071"/>
                </a:cubicBezTo>
                <a:cubicBezTo>
                  <a:pt x="427851" y="134607"/>
                  <a:pt x="423936" y="134876"/>
                  <a:pt x="419768" y="134876"/>
                </a:cubicBezTo>
                <a:cubicBezTo>
                  <a:pt x="412254" y="134876"/>
                  <a:pt x="405671" y="133927"/>
                  <a:pt x="400020" y="132028"/>
                </a:cubicBezTo>
                <a:cubicBezTo>
                  <a:pt x="394369" y="130130"/>
                  <a:pt x="389649" y="127251"/>
                  <a:pt x="385860" y="123391"/>
                </a:cubicBezTo>
                <a:cubicBezTo>
                  <a:pt x="382071" y="119532"/>
                  <a:pt x="379246" y="114661"/>
                  <a:pt x="377383" y="108778"/>
                </a:cubicBezTo>
                <a:cubicBezTo>
                  <a:pt x="375520" y="102894"/>
                  <a:pt x="374589" y="95998"/>
                  <a:pt x="374589" y="88089"/>
                </a:cubicBezTo>
                <a:cubicBezTo>
                  <a:pt x="374589" y="80559"/>
                  <a:pt x="375568" y="73773"/>
                  <a:pt x="377525" y="67731"/>
                </a:cubicBezTo>
                <a:cubicBezTo>
                  <a:pt x="379482" y="61689"/>
                  <a:pt x="382324" y="56564"/>
                  <a:pt x="386049" y="52357"/>
                </a:cubicBezTo>
                <a:cubicBezTo>
                  <a:pt x="389775" y="48148"/>
                  <a:pt x="394306" y="44937"/>
                  <a:pt x="399641" y="42723"/>
                </a:cubicBezTo>
                <a:cubicBezTo>
                  <a:pt x="404977" y="40509"/>
                  <a:pt x="410991" y="39402"/>
                  <a:pt x="417685" y="39402"/>
                </a:cubicBezTo>
                <a:cubicBezTo>
                  <a:pt x="424757" y="39402"/>
                  <a:pt x="430803" y="40446"/>
                  <a:pt x="435823" y="42533"/>
                </a:cubicBezTo>
                <a:cubicBezTo>
                  <a:pt x="440843" y="44621"/>
                  <a:pt x="444963" y="47515"/>
                  <a:pt x="448183" y="51215"/>
                </a:cubicBezTo>
                <a:cubicBezTo>
                  <a:pt x="451404" y="54915"/>
                  <a:pt x="453771" y="59295"/>
                  <a:pt x="455287" y="64357"/>
                </a:cubicBezTo>
                <a:cubicBezTo>
                  <a:pt x="456802" y="69416"/>
                  <a:pt x="457560" y="74919"/>
                  <a:pt x="457560" y="80867"/>
                </a:cubicBezTo>
                <a:lnTo>
                  <a:pt x="457560" y="84661"/>
                </a:lnTo>
                <a:moveTo>
                  <a:pt x="434449" y="77857"/>
                </a:moveTo>
                <a:cubicBezTo>
                  <a:pt x="434639" y="71134"/>
                  <a:pt x="433297" y="65854"/>
                  <a:pt x="430424" y="62018"/>
                </a:cubicBezTo>
                <a:cubicBezTo>
                  <a:pt x="427551" y="58180"/>
                  <a:pt x="423115" y="56261"/>
                  <a:pt x="417116" y="56261"/>
                </a:cubicBezTo>
                <a:cubicBezTo>
                  <a:pt x="414085" y="56261"/>
                  <a:pt x="411449" y="56833"/>
                  <a:pt x="409208" y="57975"/>
                </a:cubicBezTo>
                <a:cubicBezTo>
                  <a:pt x="406966" y="59116"/>
                  <a:pt x="405103" y="60654"/>
                  <a:pt x="403619" y="62590"/>
                </a:cubicBezTo>
                <a:cubicBezTo>
                  <a:pt x="402135" y="64523"/>
                  <a:pt x="400999" y="66806"/>
                  <a:pt x="400209" y="69439"/>
                </a:cubicBezTo>
                <a:cubicBezTo>
                  <a:pt x="399420" y="72069"/>
                  <a:pt x="398962" y="74875"/>
                  <a:pt x="398836" y="77857"/>
                </a:cubicBezTo>
                <a:lnTo>
                  <a:pt x="434449" y="77857"/>
                </a:lnTo>
                <a:close/>
                <a:moveTo>
                  <a:pt x="547428" y="129193"/>
                </a:moveTo>
                <a:cubicBezTo>
                  <a:pt x="547428" y="129824"/>
                  <a:pt x="547223" y="130392"/>
                  <a:pt x="546812" y="130898"/>
                </a:cubicBezTo>
                <a:cubicBezTo>
                  <a:pt x="546402" y="131403"/>
                  <a:pt x="545723" y="131813"/>
                  <a:pt x="544776" y="132129"/>
                </a:cubicBezTo>
                <a:cubicBezTo>
                  <a:pt x="543829" y="132445"/>
                  <a:pt x="542566" y="132697"/>
                  <a:pt x="540987" y="132887"/>
                </a:cubicBezTo>
                <a:cubicBezTo>
                  <a:pt x="539408" y="133076"/>
                  <a:pt x="537388" y="133171"/>
                  <a:pt x="534925" y="133171"/>
                </a:cubicBezTo>
                <a:cubicBezTo>
                  <a:pt x="532526" y="133171"/>
                  <a:pt x="530521" y="133076"/>
                  <a:pt x="528911" y="132887"/>
                </a:cubicBezTo>
                <a:cubicBezTo>
                  <a:pt x="527301" y="132697"/>
                  <a:pt x="526022" y="132445"/>
                  <a:pt x="525075" y="132129"/>
                </a:cubicBezTo>
                <a:cubicBezTo>
                  <a:pt x="524128" y="131813"/>
                  <a:pt x="523449" y="131403"/>
                  <a:pt x="523038" y="130898"/>
                </a:cubicBezTo>
                <a:cubicBezTo>
                  <a:pt x="522628" y="130392"/>
                  <a:pt x="522423" y="129824"/>
                  <a:pt x="522423" y="129193"/>
                </a:cubicBezTo>
                <a:lnTo>
                  <a:pt x="522423" y="13450"/>
                </a:lnTo>
                <a:cubicBezTo>
                  <a:pt x="522423" y="12818"/>
                  <a:pt x="522628" y="12250"/>
                  <a:pt x="523038" y="11745"/>
                </a:cubicBezTo>
                <a:cubicBezTo>
                  <a:pt x="523449" y="11240"/>
                  <a:pt x="524143" y="10829"/>
                  <a:pt x="525122" y="10513"/>
                </a:cubicBezTo>
                <a:cubicBezTo>
                  <a:pt x="526101" y="10198"/>
                  <a:pt x="527380" y="9945"/>
                  <a:pt x="528958" y="9756"/>
                </a:cubicBezTo>
                <a:cubicBezTo>
                  <a:pt x="530537" y="9566"/>
                  <a:pt x="532526" y="9472"/>
                  <a:pt x="534925" y="9472"/>
                </a:cubicBezTo>
                <a:cubicBezTo>
                  <a:pt x="537388" y="9472"/>
                  <a:pt x="539408" y="9566"/>
                  <a:pt x="540987" y="9756"/>
                </a:cubicBezTo>
                <a:cubicBezTo>
                  <a:pt x="542566" y="9945"/>
                  <a:pt x="543829" y="10198"/>
                  <a:pt x="544776" y="10513"/>
                </a:cubicBezTo>
                <a:cubicBezTo>
                  <a:pt x="545723" y="10829"/>
                  <a:pt x="546402" y="11240"/>
                  <a:pt x="546812" y="11745"/>
                </a:cubicBezTo>
                <a:cubicBezTo>
                  <a:pt x="547223" y="12250"/>
                  <a:pt x="547428" y="12818"/>
                  <a:pt x="547428" y="13450"/>
                </a:cubicBezTo>
                <a:lnTo>
                  <a:pt x="547428" y="129193"/>
                </a:lnTo>
                <a:close/>
                <a:moveTo>
                  <a:pt x="598871" y="129193"/>
                </a:moveTo>
                <a:cubicBezTo>
                  <a:pt x="598871" y="129824"/>
                  <a:pt x="598666" y="130392"/>
                  <a:pt x="598255" y="130898"/>
                </a:cubicBezTo>
                <a:cubicBezTo>
                  <a:pt x="597845" y="131403"/>
                  <a:pt x="597166" y="131813"/>
                  <a:pt x="596219" y="132129"/>
                </a:cubicBezTo>
                <a:cubicBezTo>
                  <a:pt x="595272" y="132445"/>
                  <a:pt x="594009" y="132697"/>
                  <a:pt x="592430" y="132887"/>
                </a:cubicBezTo>
                <a:cubicBezTo>
                  <a:pt x="590851" y="133076"/>
                  <a:pt x="588831" y="133171"/>
                  <a:pt x="586368" y="133171"/>
                </a:cubicBezTo>
                <a:cubicBezTo>
                  <a:pt x="583969" y="133171"/>
                  <a:pt x="581964" y="133076"/>
                  <a:pt x="580354" y="132887"/>
                </a:cubicBezTo>
                <a:cubicBezTo>
                  <a:pt x="578744" y="132697"/>
                  <a:pt x="577465" y="132445"/>
                  <a:pt x="576518" y="132129"/>
                </a:cubicBezTo>
                <a:cubicBezTo>
                  <a:pt x="575571" y="131813"/>
                  <a:pt x="574892" y="131403"/>
                  <a:pt x="574481" y="130898"/>
                </a:cubicBezTo>
                <a:cubicBezTo>
                  <a:pt x="574071" y="130392"/>
                  <a:pt x="573866" y="129824"/>
                  <a:pt x="573866" y="129193"/>
                </a:cubicBezTo>
                <a:lnTo>
                  <a:pt x="573866" y="13450"/>
                </a:lnTo>
                <a:cubicBezTo>
                  <a:pt x="573866" y="12818"/>
                  <a:pt x="574071" y="12250"/>
                  <a:pt x="574481" y="11745"/>
                </a:cubicBezTo>
                <a:cubicBezTo>
                  <a:pt x="574892" y="11240"/>
                  <a:pt x="575586" y="10829"/>
                  <a:pt x="576565" y="10513"/>
                </a:cubicBezTo>
                <a:cubicBezTo>
                  <a:pt x="577544" y="10198"/>
                  <a:pt x="578823" y="9945"/>
                  <a:pt x="580401" y="9756"/>
                </a:cubicBezTo>
                <a:cubicBezTo>
                  <a:pt x="581980" y="9566"/>
                  <a:pt x="583969" y="9472"/>
                  <a:pt x="586368" y="9472"/>
                </a:cubicBezTo>
                <a:cubicBezTo>
                  <a:pt x="588831" y="9472"/>
                  <a:pt x="590851" y="9566"/>
                  <a:pt x="592430" y="9756"/>
                </a:cubicBezTo>
                <a:cubicBezTo>
                  <a:pt x="594009" y="9945"/>
                  <a:pt x="595272" y="10198"/>
                  <a:pt x="596219" y="10513"/>
                </a:cubicBezTo>
                <a:cubicBezTo>
                  <a:pt x="597166" y="10829"/>
                  <a:pt x="597845" y="11240"/>
                  <a:pt x="598255" y="11745"/>
                </a:cubicBezTo>
                <a:cubicBezTo>
                  <a:pt x="598666" y="12250"/>
                  <a:pt x="598871" y="12818"/>
                  <a:pt x="598871" y="13450"/>
                </a:cubicBezTo>
                <a:lnTo>
                  <a:pt x="598871" y="129193"/>
                </a:lnTo>
                <a:close/>
                <a:moveTo>
                  <a:pt x="653819" y="57682"/>
                </a:moveTo>
                <a:cubicBezTo>
                  <a:pt x="653819" y="60334"/>
                  <a:pt x="653598" y="62544"/>
                  <a:pt x="653156" y="64312"/>
                </a:cubicBezTo>
                <a:cubicBezTo>
                  <a:pt x="652714" y="66080"/>
                  <a:pt x="651972" y="67533"/>
                  <a:pt x="650930" y="68669"/>
                </a:cubicBezTo>
                <a:cubicBezTo>
                  <a:pt x="649888" y="69806"/>
                  <a:pt x="648514" y="70611"/>
                  <a:pt x="646810" y="71084"/>
                </a:cubicBezTo>
                <a:cubicBezTo>
                  <a:pt x="645105" y="71558"/>
                  <a:pt x="642958" y="71795"/>
                  <a:pt x="640369" y="71795"/>
                </a:cubicBezTo>
                <a:cubicBezTo>
                  <a:pt x="637780" y="71795"/>
                  <a:pt x="635633" y="71558"/>
                  <a:pt x="633928" y="71084"/>
                </a:cubicBezTo>
                <a:cubicBezTo>
                  <a:pt x="632223" y="70611"/>
                  <a:pt x="630850" y="69806"/>
                  <a:pt x="629808" y="68669"/>
                </a:cubicBezTo>
                <a:cubicBezTo>
                  <a:pt x="628766" y="67533"/>
                  <a:pt x="628056" y="66080"/>
                  <a:pt x="627677" y="64312"/>
                </a:cubicBezTo>
                <a:cubicBezTo>
                  <a:pt x="627298" y="62544"/>
                  <a:pt x="627109" y="60334"/>
                  <a:pt x="627109" y="57682"/>
                </a:cubicBezTo>
                <a:cubicBezTo>
                  <a:pt x="627109" y="54967"/>
                  <a:pt x="627298" y="52694"/>
                  <a:pt x="627677" y="50863"/>
                </a:cubicBezTo>
                <a:cubicBezTo>
                  <a:pt x="628056" y="49031"/>
                  <a:pt x="628766" y="47547"/>
                  <a:pt x="629808" y="46411"/>
                </a:cubicBezTo>
                <a:cubicBezTo>
                  <a:pt x="630850" y="45274"/>
                  <a:pt x="632223" y="44453"/>
                  <a:pt x="633928" y="43948"/>
                </a:cubicBezTo>
                <a:cubicBezTo>
                  <a:pt x="635633" y="43443"/>
                  <a:pt x="637780" y="43191"/>
                  <a:pt x="640369" y="43191"/>
                </a:cubicBezTo>
                <a:cubicBezTo>
                  <a:pt x="642958" y="43191"/>
                  <a:pt x="645105" y="43443"/>
                  <a:pt x="646810" y="43948"/>
                </a:cubicBezTo>
                <a:cubicBezTo>
                  <a:pt x="648514" y="44453"/>
                  <a:pt x="649888" y="45274"/>
                  <a:pt x="650930" y="46411"/>
                </a:cubicBezTo>
                <a:cubicBezTo>
                  <a:pt x="651972" y="47547"/>
                  <a:pt x="652714" y="49031"/>
                  <a:pt x="653156" y="50863"/>
                </a:cubicBezTo>
                <a:cubicBezTo>
                  <a:pt x="653598" y="52694"/>
                  <a:pt x="653819" y="54967"/>
                  <a:pt x="653819" y="57682"/>
                </a:cubicBezTo>
                <a:moveTo>
                  <a:pt x="653819" y="119721"/>
                </a:moveTo>
                <a:cubicBezTo>
                  <a:pt x="653819" y="122373"/>
                  <a:pt x="653598" y="124599"/>
                  <a:pt x="653156" y="126399"/>
                </a:cubicBezTo>
                <a:cubicBezTo>
                  <a:pt x="652714" y="128198"/>
                  <a:pt x="651972" y="129666"/>
                  <a:pt x="650930" y="130803"/>
                </a:cubicBezTo>
                <a:cubicBezTo>
                  <a:pt x="649888" y="131940"/>
                  <a:pt x="648514" y="132745"/>
                  <a:pt x="646810" y="133218"/>
                </a:cubicBezTo>
                <a:cubicBezTo>
                  <a:pt x="645105" y="133692"/>
                  <a:pt x="642958" y="133929"/>
                  <a:pt x="640369" y="133929"/>
                </a:cubicBezTo>
                <a:cubicBezTo>
                  <a:pt x="637780" y="133929"/>
                  <a:pt x="635633" y="133692"/>
                  <a:pt x="633928" y="133218"/>
                </a:cubicBezTo>
                <a:cubicBezTo>
                  <a:pt x="632223" y="132745"/>
                  <a:pt x="630850" y="131940"/>
                  <a:pt x="629808" y="130803"/>
                </a:cubicBezTo>
                <a:cubicBezTo>
                  <a:pt x="628766" y="129666"/>
                  <a:pt x="628056" y="128198"/>
                  <a:pt x="627677" y="126399"/>
                </a:cubicBezTo>
                <a:cubicBezTo>
                  <a:pt x="627298" y="124599"/>
                  <a:pt x="627109" y="122373"/>
                  <a:pt x="627109" y="119721"/>
                </a:cubicBezTo>
                <a:cubicBezTo>
                  <a:pt x="627109" y="117069"/>
                  <a:pt x="627298" y="114812"/>
                  <a:pt x="627677" y="112949"/>
                </a:cubicBezTo>
                <a:cubicBezTo>
                  <a:pt x="628056" y="111086"/>
                  <a:pt x="628766" y="109587"/>
                  <a:pt x="629808" y="108450"/>
                </a:cubicBezTo>
                <a:cubicBezTo>
                  <a:pt x="630850" y="107313"/>
                  <a:pt x="632223" y="106508"/>
                  <a:pt x="633928" y="106035"/>
                </a:cubicBezTo>
                <a:cubicBezTo>
                  <a:pt x="635633" y="105561"/>
                  <a:pt x="637780" y="105324"/>
                  <a:pt x="640369" y="105324"/>
                </a:cubicBezTo>
                <a:cubicBezTo>
                  <a:pt x="642958" y="105324"/>
                  <a:pt x="645105" y="105561"/>
                  <a:pt x="646810" y="106035"/>
                </a:cubicBezTo>
                <a:cubicBezTo>
                  <a:pt x="648514" y="106508"/>
                  <a:pt x="649888" y="107313"/>
                  <a:pt x="650930" y="108450"/>
                </a:cubicBezTo>
                <a:cubicBezTo>
                  <a:pt x="651972" y="109587"/>
                  <a:pt x="652714" y="111086"/>
                  <a:pt x="653156" y="112949"/>
                </a:cubicBezTo>
                <a:cubicBezTo>
                  <a:pt x="653598" y="114812"/>
                  <a:pt x="653819" y="117069"/>
                  <a:pt x="653819" y="119721"/>
                </a:cubicBezTo>
                <a:close/>
                <a:moveTo>
                  <a:pt x="795014" y="95888"/>
                </a:moveTo>
                <a:cubicBezTo>
                  <a:pt x="795014" y="102339"/>
                  <a:pt x="793815" y="107999"/>
                  <a:pt x="791415" y="112869"/>
                </a:cubicBezTo>
                <a:cubicBezTo>
                  <a:pt x="789016" y="117739"/>
                  <a:pt x="785764" y="121802"/>
                  <a:pt x="781659" y="125058"/>
                </a:cubicBezTo>
                <a:cubicBezTo>
                  <a:pt x="777555" y="128314"/>
                  <a:pt x="772756" y="130764"/>
                  <a:pt x="767263" y="132410"/>
                </a:cubicBezTo>
                <a:cubicBezTo>
                  <a:pt x="761769" y="134054"/>
                  <a:pt x="755897" y="134876"/>
                  <a:pt x="749645" y="134876"/>
                </a:cubicBezTo>
                <a:cubicBezTo>
                  <a:pt x="745415" y="134876"/>
                  <a:pt x="741484" y="134531"/>
                  <a:pt x="737853" y="133843"/>
                </a:cubicBezTo>
                <a:cubicBezTo>
                  <a:pt x="734222" y="133154"/>
                  <a:pt x="731018" y="132325"/>
                  <a:pt x="728240" y="131356"/>
                </a:cubicBezTo>
                <a:cubicBezTo>
                  <a:pt x="725461" y="130386"/>
                  <a:pt x="723141" y="129368"/>
                  <a:pt x="721278" y="128305"/>
                </a:cubicBezTo>
                <a:cubicBezTo>
                  <a:pt x="719415" y="127241"/>
                  <a:pt x="718073" y="126303"/>
                  <a:pt x="717252" y="125490"/>
                </a:cubicBezTo>
                <a:cubicBezTo>
                  <a:pt x="716432" y="124675"/>
                  <a:pt x="715848" y="123490"/>
                  <a:pt x="715500" y="121935"/>
                </a:cubicBezTo>
                <a:cubicBezTo>
                  <a:pt x="715153" y="120380"/>
                  <a:pt x="714979" y="118144"/>
                  <a:pt x="714979" y="115225"/>
                </a:cubicBezTo>
                <a:cubicBezTo>
                  <a:pt x="714979" y="113258"/>
                  <a:pt x="715042" y="111608"/>
                  <a:pt x="715169" y="110276"/>
                </a:cubicBezTo>
                <a:cubicBezTo>
                  <a:pt x="715295" y="108944"/>
                  <a:pt x="715500" y="107866"/>
                  <a:pt x="715784" y="107041"/>
                </a:cubicBezTo>
                <a:cubicBezTo>
                  <a:pt x="716069" y="106216"/>
                  <a:pt x="716447" y="105629"/>
                  <a:pt x="716921" y="105280"/>
                </a:cubicBezTo>
                <a:cubicBezTo>
                  <a:pt x="717395" y="104931"/>
                  <a:pt x="717947" y="104756"/>
                  <a:pt x="718578" y="104756"/>
                </a:cubicBezTo>
                <a:cubicBezTo>
                  <a:pt x="719463" y="104756"/>
                  <a:pt x="720710" y="105277"/>
                  <a:pt x="722320" y="106319"/>
                </a:cubicBezTo>
                <a:cubicBezTo>
                  <a:pt x="723930" y="107361"/>
                  <a:pt x="725998" y="108513"/>
                  <a:pt x="728524" y="109776"/>
                </a:cubicBezTo>
                <a:cubicBezTo>
                  <a:pt x="731049" y="111039"/>
                  <a:pt x="734065" y="112191"/>
                  <a:pt x="737569" y="113233"/>
                </a:cubicBezTo>
                <a:cubicBezTo>
                  <a:pt x="741074" y="114275"/>
                  <a:pt x="745131" y="114796"/>
                  <a:pt x="749740" y="114796"/>
                </a:cubicBezTo>
                <a:cubicBezTo>
                  <a:pt x="752771" y="114796"/>
                  <a:pt x="755486" y="114432"/>
                  <a:pt x="757886" y="113704"/>
                </a:cubicBezTo>
                <a:cubicBezTo>
                  <a:pt x="760285" y="112974"/>
                  <a:pt x="762322" y="111944"/>
                  <a:pt x="763995" y="110614"/>
                </a:cubicBezTo>
                <a:cubicBezTo>
                  <a:pt x="765668" y="109284"/>
                  <a:pt x="766947" y="107637"/>
                  <a:pt x="767831" y="105674"/>
                </a:cubicBezTo>
                <a:cubicBezTo>
                  <a:pt x="768715" y="103708"/>
                  <a:pt x="769157" y="101522"/>
                  <a:pt x="769157" y="99114"/>
                </a:cubicBezTo>
                <a:cubicBezTo>
                  <a:pt x="769157" y="96332"/>
                  <a:pt x="768399" y="93946"/>
                  <a:pt x="766884" y="91955"/>
                </a:cubicBezTo>
                <a:cubicBezTo>
                  <a:pt x="765368" y="89962"/>
                  <a:pt x="763395" y="88191"/>
                  <a:pt x="760964" y="86642"/>
                </a:cubicBezTo>
                <a:cubicBezTo>
                  <a:pt x="758533" y="85093"/>
                  <a:pt x="755770" y="83638"/>
                  <a:pt x="752676" y="82279"/>
                </a:cubicBezTo>
                <a:cubicBezTo>
                  <a:pt x="749582" y="80917"/>
                  <a:pt x="746393" y="79478"/>
                  <a:pt x="743110" y="77960"/>
                </a:cubicBezTo>
                <a:cubicBezTo>
                  <a:pt x="739826" y="76443"/>
                  <a:pt x="736638" y="74720"/>
                  <a:pt x="733544" y="72792"/>
                </a:cubicBezTo>
                <a:cubicBezTo>
                  <a:pt x="730450" y="70862"/>
                  <a:pt x="727687" y="68554"/>
                  <a:pt x="725256" y="65866"/>
                </a:cubicBezTo>
                <a:cubicBezTo>
                  <a:pt x="722825" y="63179"/>
                  <a:pt x="720852" y="60002"/>
                  <a:pt x="719336" y="56335"/>
                </a:cubicBezTo>
                <a:cubicBezTo>
                  <a:pt x="717821" y="52667"/>
                  <a:pt x="717063" y="48272"/>
                  <a:pt x="717063" y="43149"/>
                </a:cubicBezTo>
                <a:cubicBezTo>
                  <a:pt x="717063" y="37267"/>
                  <a:pt x="718152" y="32097"/>
                  <a:pt x="720331" y="27639"/>
                </a:cubicBezTo>
                <a:cubicBezTo>
                  <a:pt x="722509" y="23182"/>
                  <a:pt x="725445" y="19483"/>
                  <a:pt x="729139" y="16543"/>
                </a:cubicBezTo>
                <a:cubicBezTo>
                  <a:pt x="732833" y="13601"/>
                  <a:pt x="737190" y="11402"/>
                  <a:pt x="742210" y="9948"/>
                </a:cubicBezTo>
                <a:cubicBezTo>
                  <a:pt x="747230" y="8494"/>
                  <a:pt x="752550" y="7767"/>
                  <a:pt x="758170" y="7767"/>
                </a:cubicBezTo>
                <a:cubicBezTo>
                  <a:pt x="761074" y="7767"/>
                  <a:pt x="763979" y="7988"/>
                  <a:pt x="766884" y="8430"/>
                </a:cubicBezTo>
                <a:cubicBezTo>
                  <a:pt x="769788" y="8872"/>
                  <a:pt x="772504" y="9472"/>
                  <a:pt x="775029" y="10229"/>
                </a:cubicBezTo>
                <a:cubicBezTo>
                  <a:pt x="777555" y="10987"/>
                  <a:pt x="779797" y="11840"/>
                  <a:pt x="781754" y="12787"/>
                </a:cubicBezTo>
                <a:cubicBezTo>
                  <a:pt x="783712" y="13734"/>
                  <a:pt x="785006" y="14523"/>
                  <a:pt x="785637" y="15155"/>
                </a:cubicBezTo>
                <a:cubicBezTo>
                  <a:pt x="786269" y="15786"/>
                  <a:pt x="786695" y="16324"/>
                  <a:pt x="786916" y="16768"/>
                </a:cubicBezTo>
                <a:cubicBezTo>
                  <a:pt x="787137" y="17212"/>
                  <a:pt x="787327" y="17799"/>
                  <a:pt x="787484" y="18529"/>
                </a:cubicBezTo>
                <a:cubicBezTo>
                  <a:pt x="787642" y="19259"/>
                  <a:pt x="787753" y="20179"/>
                  <a:pt x="787816" y="21290"/>
                </a:cubicBezTo>
                <a:cubicBezTo>
                  <a:pt x="787879" y="22399"/>
                  <a:pt x="787911" y="23779"/>
                  <a:pt x="787911" y="25428"/>
                </a:cubicBezTo>
                <a:cubicBezTo>
                  <a:pt x="787911" y="27269"/>
                  <a:pt x="787863" y="28824"/>
                  <a:pt x="787769" y="30093"/>
                </a:cubicBezTo>
                <a:cubicBezTo>
                  <a:pt x="787674" y="31362"/>
                  <a:pt x="787516" y="32409"/>
                  <a:pt x="787295" y="33234"/>
                </a:cubicBezTo>
                <a:cubicBezTo>
                  <a:pt x="787074" y="34058"/>
                  <a:pt x="786758" y="34661"/>
                  <a:pt x="786348" y="35042"/>
                </a:cubicBezTo>
                <a:cubicBezTo>
                  <a:pt x="785937" y="35423"/>
                  <a:pt x="785385" y="35613"/>
                  <a:pt x="784690" y="35613"/>
                </a:cubicBezTo>
                <a:cubicBezTo>
                  <a:pt x="783996" y="35613"/>
                  <a:pt x="782891" y="35171"/>
                  <a:pt x="781375" y="34287"/>
                </a:cubicBezTo>
                <a:cubicBezTo>
                  <a:pt x="779860" y="33403"/>
                  <a:pt x="777997" y="32440"/>
                  <a:pt x="775787" y="31398"/>
                </a:cubicBezTo>
                <a:cubicBezTo>
                  <a:pt x="773577" y="30357"/>
                  <a:pt x="771020" y="29409"/>
                  <a:pt x="768115" y="28557"/>
                </a:cubicBezTo>
                <a:cubicBezTo>
                  <a:pt x="765210" y="27704"/>
                  <a:pt x="762022" y="27278"/>
                  <a:pt x="758549" y="27278"/>
                </a:cubicBezTo>
                <a:cubicBezTo>
                  <a:pt x="755833" y="27278"/>
                  <a:pt x="753466" y="27609"/>
                  <a:pt x="751445" y="28270"/>
                </a:cubicBezTo>
                <a:cubicBezTo>
                  <a:pt x="749424" y="28931"/>
                  <a:pt x="747735" y="29843"/>
                  <a:pt x="746378" y="31008"/>
                </a:cubicBezTo>
                <a:cubicBezTo>
                  <a:pt x="745020" y="32170"/>
                  <a:pt x="744010" y="33569"/>
                  <a:pt x="743347" y="35205"/>
                </a:cubicBezTo>
                <a:cubicBezTo>
                  <a:pt x="742684" y="36841"/>
                  <a:pt x="742352" y="38571"/>
                  <a:pt x="742352" y="40396"/>
                </a:cubicBezTo>
                <a:cubicBezTo>
                  <a:pt x="742352" y="43116"/>
                  <a:pt x="743094" y="45472"/>
                  <a:pt x="744578" y="47465"/>
                </a:cubicBezTo>
                <a:cubicBezTo>
                  <a:pt x="746062" y="49456"/>
                  <a:pt x="748051" y="51226"/>
                  <a:pt x="750545" y="52775"/>
                </a:cubicBezTo>
                <a:cubicBezTo>
                  <a:pt x="753039" y="54324"/>
                  <a:pt x="755865" y="55779"/>
                  <a:pt x="759022" y="57140"/>
                </a:cubicBezTo>
                <a:cubicBezTo>
                  <a:pt x="762179" y="58500"/>
                  <a:pt x="765400" y="59939"/>
                  <a:pt x="768683" y="61456"/>
                </a:cubicBezTo>
                <a:cubicBezTo>
                  <a:pt x="771967" y="62973"/>
                  <a:pt x="775187" y="64697"/>
                  <a:pt x="778344" y="66627"/>
                </a:cubicBezTo>
                <a:cubicBezTo>
                  <a:pt x="781502" y="68555"/>
                  <a:pt x="784311" y="70862"/>
                  <a:pt x="786774" y="73550"/>
                </a:cubicBezTo>
                <a:cubicBezTo>
                  <a:pt x="789237" y="76238"/>
                  <a:pt x="791226" y="79400"/>
                  <a:pt x="792741" y="83036"/>
                </a:cubicBezTo>
                <a:cubicBezTo>
                  <a:pt x="794257" y="86671"/>
                  <a:pt x="795014" y="90955"/>
                  <a:pt x="795014" y="95888"/>
                </a:cubicBezTo>
                <a:close/>
                <a:moveTo>
                  <a:pt x="862902" y="120982"/>
                </a:moveTo>
                <a:cubicBezTo>
                  <a:pt x="862902" y="123774"/>
                  <a:pt x="862729" y="125916"/>
                  <a:pt x="862381" y="127408"/>
                </a:cubicBezTo>
                <a:cubicBezTo>
                  <a:pt x="862034" y="128898"/>
                  <a:pt x="861576" y="129945"/>
                  <a:pt x="861008" y="130548"/>
                </a:cubicBezTo>
                <a:cubicBezTo>
                  <a:pt x="860440" y="131150"/>
                  <a:pt x="859603" y="131689"/>
                  <a:pt x="858498" y="132164"/>
                </a:cubicBezTo>
                <a:cubicBezTo>
                  <a:pt x="857393" y="132640"/>
                  <a:pt x="856098" y="133052"/>
                  <a:pt x="854615" y="133402"/>
                </a:cubicBezTo>
                <a:cubicBezTo>
                  <a:pt x="853131" y="133751"/>
                  <a:pt x="851521" y="134020"/>
                  <a:pt x="849784" y="134210"/>
                </a:cubicBezTo>
                <a:cubicBezTo>
                  <a:pt x="848048" y="134401"/>
                  <a:pt x="846295" y="134497"/>
                  <a:pt x="844527" y="134497"/>
                </a:cubicBezTo>
                <a:cubicBezTo>
                  <a:pt x="839792" y="134497"/>
                  <a:pt x="835687" y="133897"/>
                  <a:pt x="832214" y="132697"/>
                </a:cubicBezTo>
                <a:cubicBezTo>
                  <a:pt x="828741" y="131497"/>
                  <a:pt x="825868" y="129651"/>
                  <a:pt x="823595" y="127156"/>
                </a:cubicBezTo>
                <a:cubicBezTo>
                  <a:pt x="821322" y="124662"/>
                  <a:pt x="819649" y="121521"/>
                  <a:pt x="818575" y="117732"/>
                </a:cubicBezTo>
                <a:cubicBezTo>
                  <a:pt x="817502" y="113943"/>
                  <a:pt x="816965" y="109460"/>
                  <a:pt x="816965" y="104282"/>
                </a:cubicBezTo>
                <a:lnTo>
                  <a:pt x="816965" y="60997"/>
                </a:lnTo>
                <a:lnTo>
                  <a:pt x="806830" y="60997"/>
                </a:lnTo>
                <a:cubicBezTo>
                  <a:pt x="805631" y="60997"/>
                  <a:pt x="804715" y="60255"/>
                  <a:pt x="804084" y="58771"/>
                </a:cubicBezTo>
                <a:cubicBezTo>
                  <a:pt x="803452" y="57287"/>
                  <a:pt x="803136" y="54809"/>
                  <a:pt x="803136" y="51336"/>
                </a:cubicBezTo>
                <a:cubicBezTo>
                  <a:pt x="803136" y="49505"/>
                  <a:pt x="803215" y="47958"/>
                  <a:pt x="803373" y="46695"/>
                </a:cubicBezTo>
                <a:cubicBezTo>
                  <a:pt x="803531" y="45432"/>
                  <a:pt x="803768" y="44438"/>
                  <a:pt x="804084" y="43711"/>
                </a:cubicBezTo>
                <a:cubicBezTo>
                  <a:pt x="804399" y="42985"/>
                  <a:pt x="804794" y="42464"/>
                  <a:pt x="805268" y="42149"/>
                </a:cubicBezTo>
                <a:cubicBezTo>
                  <a:pt x="805741" y="41833"/>
                  <a:pt x="806294" y="41675"/>
                  <a:pt x="806925" y="41675"/>
                </a:cubicBezTo>
                <a:lnTo>
                  <a:pt x="816965" y="41675"/>
                </a:lnTo>
                <a:lnTo>
                  <a:pt x="816965" y="22750"/>
                </a:lnTo>
                <a:cubicBezTo>
                  <a:pt x="816965" y="22114"/>
                  <a:pt x="817139" y="21543"/>
                  <a:pt x="817486" y="21036"/>
                </a:cubicBezTo>
                <a:cubicBezTo>
                  <a:pt x="817833" y="20529"/>
                  <a:pt x="818465" y="20102"/>
                  <a:pt x="819380" y="19754"/>
                </a:cubicBezTo>
                <a:cubicBezTo>
                  <a:pt x="820296" y="19405"/>
                  <a:pt x="821527" y="19151"/>
                  <a:pt x="823074" y="18994"/>
                </a:cubicBezTo>
                <a:cubicBezTo>
                  <a:pt x="824621" y="18834"/>
                  <a:pt x="826531" y="18754"/>
                  <a:pt x="828804" y="18754"/>
                </a:cubicBezTo>
                <a:cubicBezTo>
                  <a:pt x="831141" y="18754"/>
                  <a:pt x="833082" y="18834"/>
                  <a:pt x="834630" y="18994"/>
                </a:cubicBezTo>
                <a:cubicBezTo>
                  <a:pt x="836177" y="19151"/>
                  <a:pt x="837392" y="19405"/>
                  <a:pt x="838276" y="19754"/>
                </a:cubicBezTo>
                <a:cubicBezTo>
                  <a:pt x="839160" y="20102"/>
                  <a:pt x="839792" y="20529"/>
                  <a:pt x="840170" y="21036"/>
                </a:cubicBezTo>
                <a:cubicBezTo>
                  <a:pt x="840549" y="21543"/>
                  <a:pt x="840739" y="22114"/>
                  <a:pt x="840739" y="22750"/>
                </a:cubicBezTo>
                <a:lnTo>
                  <a:pt x="840739" y="41675"/>
                </a:lnTo>
                <a:lnTo>
                  <a:pt x="859114" y="41675"/>
                </a:lnTo>
                <a:cubicBezTo>
                  <a:pt x="859745" y="41675"/>
                  <a:pt x="860298" y="41833"/>
                  <a:pt x="860771" y="42149"/>
                </a:cubicBezTo>
                <a:cubicBezTo>
                  <a:pt x="861245" y="42464"/>
                  <a:pt x="861639" y="42985"/>
                  <a:pt x="861955" y="43711"/>
                </a:cubicBezTo>
                <a:cubicBezTo>
                  <a:pt x="862271" y="44438"/>
                  <a:pt x="862508" y="45432"/>
                  <a:pt x="862665" y="46695"/>
                </a:cubicBezTo>
                <a:cubicBezTo>
                  <a:pt x="862823" y="47958"/>
                  <a:pt x="862902" y="49505"/>
                  <a:pt x="862902" y="51336"/>
                </a:cubicBezTo>
                <a:cubicBezTo>
                  <a:pt x="862902" y="54809"/>
                  <a:pt x="862587" y="57287"/>
                  <a:pt x="861955" y="58771"/>
                </a:cubicBezTo>
                <a:cubicBezTo>
                  <a:pt x="861324" y="60255"/>
                  <a:pt x="860408" y="60997"/>
                  <a:pt x="859208" y="60997"/>
                </a:cubicBezTo>
                <a:lnTo>
                  <a:pt x="840739" y="60997"/>
                </a:lnTo>
                <a:lnTo>
                  <a:pt x="840739" y="100612"/>
                </a:lnTo>
                <a:cubicBezTo>
                  <a:pt x="840739" y="105214"/>
                  <a:pt x="841465" y="108665"/>
                  <a:pt x="842917" y="110966"/>
                </a:cubicBezTo>
                <a:cubicBezTo>
                  <a:pt x="844369" y="113267"/>
                  <a:pt x="846958" y="114417"/>
                  <a:pt x="850684" y="114417"/>
                </a:cubicBezTo>
                <a:cubicBezTo>
                  <a:pt x="851947" y="114417"/>
                  <a:pt x="853083" y="114307"/>
                  <a:pt x="854094" y="114086"/>
                </a:cubicBezTo>
                <a:cubicBezTo>
                  <a:pt x="855104" y="113865"/>
                  <a:pt x="856004" y="113612"/>
                  <a:pt x="856793" y="113328"/>
                </a:cubicBezTo>
                <a:cubicBezTo>
                  <a:pt x="857582" y="113044"/>
                  <a:pt x="858245" y="112791"/>
                  <a:pt x="858782" y="112570"/>
                </a:cubicBezTo>
                <a:cubicBezTo>
                  <a:pt x="859319" y="112349"/>
                  <a:pt x="859808" y="112239"/>
                  <a:pt x="860250" y="112239"/>
                </a:cubicBezTo>
                <a:cubicBezTo>
                  <a:pt x="860629" y="112239"/>
                  <a:pt x="860992" y="112349"/>
                  <a:pt x="861339" y="112570"/>
                </a:cubicBezTo>
                <a:cubicBezTo>
                  <a:pt x="861687" y="112791"/>
                  <a:pt x="861955" y="113234"/>
                  <a:pt x="862145" y="113899"/>
                </a:cubicBezTo>
                <a:cubicBezTo>
                  <a:pt x="862334" y="114562"/>
                  <a:pt x="862508" y="115465"/>
                  <a:pt x="862665" y="116607"/>
                </a:cubicBezTo>
                <a:cubicBezTo>
                  <a:pt x="862823" y="117748"/>
                  <a:pt x="862902" y="119206"/>
                  <a:pt x="862902" y="120982"/>
                </a:cubicBezTo>
                <a:close/>
                <a:moveTo>
                  <a:pt x="934863" y="52662"/>
                </a:moveTo>
                <a:cubicBezTo>
                  <a:pt x="934863" y="54935"/>
                  <a:pt x="934800" y="56798"/>
                  <a:pt x="934674" y="58250"/>
                </a:cubicBezTo>
                <a:cubicBezTo>
                  <a:pt x="934547" y="59703"/>
                  <a:pt x="934358" y="60839"/>
                  <a:pt x="934105" y="61660"/>
                </a:cubicBezTo>
                <a:cubicBezTo>
                  <a:pt x="933853" y="62481"/>
                  <a:pt x="933521" y="63049"/>
                  <a:pt x="933111" y="63365"/>
                </a:cubicBezTo>
                <a:cubicBezTo>
                  <a:pt x="932700" y="63681"/>
                  <a:pt x="932179" y="63839"/>
                  <a:pt x="931548" y="63839"/>
                </a:cubicBezTo>
                <a:cubicBezTo>
                  <a:pt x="931043" y="63839"/>
                  <a:pt x="930474" y="63728"/>
                  <a:pt x="929843" y="63507"/>
                </a:cubicBezTo>
                <a:cubicBezTo>
                  <a:pt x="929212" y="63286"/>
                  <a:pt x="928501" y="63049"/>
                  <a:pt x="927712" y="62797"/>
                </a:cubicBezTo>
                <a:cubicBezTo>
                  <a:pt x="926923" y="62544"/>
                  <a:pt x="926054" y="62307"/>
                  <a:pt x="925107" y="62086"/>
                </a:cubicBezTo>
                <a:cubicBezTo>
                  <a:pt x="924160" y="61865"/>
                  <a:pt x="923118" y="61755"/>
                  <a:pt x="921982" y="61755"/>
                </a:cubicBezTo>
                <a:cubicBezTo>
                  <a:pt x="920656" y="61755"/>
                  <a:pt x="919330" y="62025"/>
                  <a:pt x="918003" y="62566"/>
                </a:cubicBezTo>
                <a:cubicBezTo>
                  <a:pt x="916677" y="63105"/>
                  <a:pt x="915304" y="63946"/>
                  <a:pt x="913883" y="65091"/>
                </a:cubicBezTo>
                <a:cubicBezTo>
                  <a:pt x="912463" y="66235"/>
                  <a:pt x="910979" y="67760"/>
                  <a:pt x="909432" y="69667"/>
                </a:cubicBezTo>
                <a:cubicBezTo>
                  <a:pt x="907885" y="71573"/>
                  <a:pt x="906227" y="73924"/>
                  <a:pt x="904459" y="76720"/>
                </a:cubicBezTo>
                <a:lnTo>
                  <a:pt x="904459" y="129382"/>
                </a:lnTo>
                <a:cubicBezTo>
                  <a:pt x="904459" y="130014"/>
                  <a:pt x="904270" y="130566"/>
                  <a:pt x="903891" y="131040"/>
                </a:cubicBezTo>
                <a:cubicBezTo>
                  <a:pt x="903512" y="131513"/>
                  <a:pt x="902865" y="131908"/>
                  <a:pt x="901949" y="132224"/>
                </a:cubicBezTo>
                <a:cubicBezTo>
                  <a:pt x="901034" y="132539"/>
                  <a:pt x="899818" y="132776"/>
                  <a:pt x="898303" y="132934"/>
                </a:cubicBezTo>
                <a:cubicBezTo>
                  <a:pt x="896787" y="133092"/>
                  <a:pt x="894861" y="133171"/>
                  <a:pt x="892525" y="133171"/>
                </a:cubicBezTo>
                <a:cubicBezTo>
                  <a:pt x="890189" y="133171"/>
                  <a:pt x="888263" y="133092"/>
                  <a:pt x="886747" y="132934"/>
                </a:cubicBezTo>
                <a:cubicBezTo>
                  <a:pt x="885232" y="132776"/>
                  <a:pt x="884016" y="132539"/>
                  <a:pt x="883101" y="132224"/>
                </a:cubicBezTo>
                <a:cubicBezTo>
                  <a:pt x="882185" y="131908"/>
                  <a:pt x="881538" y="131513"/>
                  <a:pt x="881159" y="131040"/>
                </a:cubicBezTo>
                <a:cubicBezTo>
                  <a:pt x="880780" y="130566"/>
                  <a:pt x="880591" y="130014"/>
                  <a:pt x="880591" y="129382"/>
                </a:cubicBezTo>
                <a:lnTo>
                  <a:pt x="880591" y="44895"/>
                </a:lnTo>
                <a:cubicBezTo>
                  <a:pt x="880591" y="44264"/>
                  <a:pt x="880748" y="43711"/>
                  <a:pt x="881064" y="43238"/>
                </a:cubicBezTo>
                <a:cubicBezTo>
                  <a:pt x="881380" y="42764"/>
                  <a:pt x="881948" y="42370"/>
                  <a:pt x="882769" y="42054"/>
                </a:cubicBezTo>
                <a:cubicBezTo>
                  <a:pt x="883590" y="41738"/>
                  <a:pt x="884648" y="41501"/>
                  <a:pt x="885942" y="41344"/>
                </a:cubicBezTo>
                <a:cubicBezTo>
                  <a:pt x="887237" y="41186"/>
                  <a:pt x="888863" y="41107"/>
                  <a:pt x="890820" y="41107"/>
                </a:cubicBezTo>
                <a:cubicBezTo>
                  <a:pt x="892841" y="41107"/>
                  <a:pt x="894514" y="41186"/>
                  <a:pt x="895840" y="41344"/>
                </a:cubicBezTo>
                <a:cubicBezTo>
                  <a:pt x="897166" y="41501"/>
                  <a:pt x="898192" y="41738"/>
                  <a:pt x="898918" y="42054"/>
                </a:cubicBezTo>
                <a:cubicBezTo>
                  <a:pt x="899644" y="42370"/>
                  <a:pt x="900165" y="42764"/>
                  <a:pt x="900481" y="43238"/>
                </a:cubicBezTo>
                <a:cubicBezTo>
                  <a:pt x="900797" y="43711"/>
                  <a:pt x="900955" y="44264"/>
                  <a:pt x="900955" y="44895"/>
                </a:cubicBezTo>
                <a:lnTo>
                  <a:pt x="900955" y="55409"/>
                </a:lnTo>
                <a:cubicBezTo>
                  <a:pt x="903165" y="52232"/>
                  <a:pt x="905248" y="49611"/>
                  <a:pt x="907206" y="47547"/>
                </a:cubicBezTo>
                <a:cubicBezTo>
                  <a:pt x="909163" y="45483"/>
                  <a:pt x="911026" y="43849"/>
                  <a:pt x="912794" y="42643"/>
                </a:cubicBezTo>
                <a:cubicBezTo>
                  <a:pt x="914562" y="41435"/>
                  <a:pt x="916330" y="40594"/>
                  <a:pt x="918098" y="40118"/>
                </a:cubicBezTo>
                <a:cubicBezTo>
                  <a:pt x="919866" y="39641"/>
                  <a:pt x="921634" y="39402"/>
                  <a:pt x="923402" y="39402"/>
                </a:cubicBezTo>
                <a:cubicBezTo>
                  <a:pt x="924223" y="39402"/>
                  <a:pt x="925107" y="39449"/>
                  <a:pt x="926054" y="39544"/>
                </a:cubicBezTo>
                <a:cubicBezTo>
                  <a:pt x="927002" y="39639"/>
                  <a:pt x="927980" y="39797"/>
                  <a:pt x="928991" y="40018"/>
                </a:cubicBezTo>
                <a:cubicBezTo>
                  <a:pt x="930001" y="40239"/>
                  <a:pt x="930885" y="40491"/>
                  <a:pt x="931643" y="40775"/>
                </a:cubicBezTo>
                <a:cubicBezTo>
                  <a:pt x="932400" y="41059"/>
                  <a:pt x="932953" y="41359"/>
                  <a:pt x="933300" y="41675"/>
                </a:cubicBezTo>
                <a:cubicBezTo>
                  <a:pt x="933647" y="41991"/>
                  <a:pt x="933900" y="42338"/>
                  <a:pt x="934058" y="42717"/>
                </a:cubicBezTo>
                <a:cubicBezTo>
                  <a:pt x="934216" y="43096"/>
                  <a:pt x="934358" y="43617"/>
                  <a:pt x="934484" y="44280"/>
                </a:cubicBezTo>
                <a:cubicBezTo>
                  <a:pt x="934610" y="44943"/>
                  <a:pt x="934705" y="45937"/>
                  <a:pt x="934768" y="47263"/>
                </a:cubicBezTo>
                <a:cubicBezTo>
                  <a:pt x="934831" y="48589"/>
                  <a:pt x="934863" y="50389"/>
                  <a:pt x="934863" y="52662"/>
                </a:cubicBezTo>
                <a:close/>
                <a:moveTo>
                  <a:pt x="1025171" y="84661"/>
                </a:moveTo>
                <a:cubicBezTo>
                  <a:pt x="1025171" y="87572"/>
                  <a:pt x="1024524" y="89723"/>
                  <a:pt x="1023230" y="91114"/>
                </a:cubicBezTo>
                <a:cubicBezTo>
                  <a:pt x="1021935" y="92505"/>
                  <a:pt x="1020151" y="93201"/>
                  <a:pt x="1017878" y="93201"/>
                </a:cubicBezTo>
                <a:lnTo>
                  <a:pt x="966447" y="93201"/>
                </a:lnTo>
                <a:cubicBezTo>
                  <a:pt x="966447" y="96814"/>
                  <a:pt x="966874" y="100094"/>
                  <a:pt x="967726" y="103042"/>
                </a:cubicBezTo>
                <a:cubicBezTo>
                  <a:pt x="968578" y="105990"/>
                  <a:pt x="969936" y="108495"/>
                  <a:pt x="971799" y="110557"/>
                </a:cubicBezTo>
                <a:cubicBezTo>
                  <a:pt x="973662" y="112617"/>
                  <a:pt x="976061" y="114186"/>
                  <a:pt x="978997" y="115264"/>
                </a:cubicBezTo>
                <a:cubicBezTo>
                  <a:pt x="981933" y="116341"/>
                  <a:pt x="985454" y="116880"/>
                  <a:pt x="989558" y="116880"/>
                </a:cubicBezTo>
                <a:cubicBezTo>
                  <a:pt x="993726" y="116880"/>
                  <a:pt x="997388" y="116575"/>
                  <a:pt x="1000545" y="115965"/>
                </a:cubicBezTo>
                <a:cubicBezTo>
                  <a:pt x="1003702" y="115355"/>
                  <a:pt x="1006433" y="114681"/>
                  <a:pt x="1008738" y="113943"/>
                </a:cubicBezTo>
                <a:cubicBezTo>
                  <a:pt x="1011043" y="113205"/>
                  <a:pt x="1012953" y="112532"/>
                  <a:pt x="1014468" y="111922"/>
                </a:cubicBezTo>
                <a:cubicBezTo>
                  <a:pt x="1015984" y="111312"/>
                  <a:pt x="1017215" y="111007"/>
                  <a:pt x="1018162" y="111007"/>
                </a:cubicBezTo>
                <a:cubicBezTo>
                  <a:pt x="1018731" y="111007"/>
                  <a:pt x="1019204" y="111119"/>
                  <a:pt x="1019583" y="111342"/>
                </a:cubicBezTo>
                <a:cubicBezTo>
                  <a:pt x="1019962" y="111563"/>
                  <a:pt x="1020278" y="111959"/>
                  <a:pt x="1020530" y="112532"/>
                </a:cubicBezTo>
                <a:cubicBezTo>
                  <a:pt x="1020783" y="113102"/>
                  <a:pt x="1020956" y="113911"/>
                  <a:pt x="1021051" y="114959"/>
                </a:cubicBezTo>
                <a:cubicBezTo>
                  <a:pt x="1021146" y="116006"/>
                  <a:pt x="1021193" y="117324"/>
                  <a:pt x="1021193" y="118910"/>
                </a:cubicBezTo>
                <a:cubicBezTo>
                  <a:pt x="1021193" y="120307"/>
                  <a:pt x="1021162" y="121498"/>
                  <a:pt x="1021098" y="122483"/>
                </a:cubicBezTo>
                <a:cubicBezTo>
                  <a:pt x="1021035" y="123465"/>
                  <a:pt x="1020941" y="124306"/>
                  <a:pt x="1020814" y="125005"/>
                </a:cubicBezTo>
                <a:cubicBezTo>
                  <a:pt x="1020688" y="125703"/>
                  <a:pt x="1020499" y="126291"/>
                  <a:pt x="1020246" y="126769"/>
                </a:cubicBezTo>
                <a:cubicBezTo>
                  <a:pt x="1019993" y="127244"/>
                  <a:pt x="1019662" y="127704"/>
                  <a:pt x="1019252" y="128148"/>
                </a:cubicBezTo>
                <a:cubicBezTo>
                  <a:pt x="1018841" y="128592"/>
                  <a:pt x="1017720" y="129193"/>
                  <a:pt x="1015889" y="129950"/>
                </a:cubicBezTo>
                <a:cubicBezTo>
                  <a:pt x="1014058" y="130708"/>
                  <a:pt x="1011722" y="131450"/>
                  <a:pt x="1008880" y="132176"/>
                </a:cubicBezTo>
                <a:cubicBezTo>
                  <a:pt x="1006039" y="132902"/>
                  <a:pt x="1002787" y="133534"/>
                  <a:pt x="999124" y="134071"/>
                </a:cubicBezTo>
                <a:cubicBezTo>
                  <a:pt x="995462" y="134607"/>
                  <a:pt x="991547" y="134876"/>
                  <a:pt x="987380" y="134876"/>
                </a:cubicBezTo>
                <a:cubicBezTo>
                  <a:pt x="979865" y="134876"/>
                  <a:pt x="973283" y="133927"/>
                  <a:pt x="967631" y="132028"/>
                </a:cubicBezTo>
                <a:cubicBezTo>
                  <a:pt x="961980" y="130130"/>
                  <a:pt x="957260" y="127251"/>
                  <a:pt x="953471" y="123391"/>
                </a:cubicBezTo>
                <a:cubicBezTo>
                  <a:pt x="949683" y="119532"/>
                  <a:pt x="946857" y="114661"/>
                  <a:pt x="944994" y="108778"/>
                </a:cubicBezTo>
                <a:cubicBezTo>
                  <a:pt x="943131" y="102894"/>
                  <a:pt x="942200" y="95998"/>
                  <a:pt x="942200" y="88089"/>
                </a:cubicBezTo>
                <a:cubicBezTo>
                  <a:pt x="942200" y="80559"/>
                  <a:pt x="943179" y="73773"/>
                  <a:pt x="945136" y="67731"/>
                </a:cubicBezTo>
                <a:cubicBezTo>
                  <a:pt x="947094" y="61689"/>
                  <a:pt x="949935" y="56564"/>
                  <a:pt x="953661" y="52357"/>
                </a:cubicBezTo>
                <a:cubicBezTo>
                  <a:pt x="957386" y="48148"/>
                  <a:pt x="961917" y="44937"/>
                  <a:pt x="967252" y="42723"/>
                </a:cubicBezTo>
                <a:cubicBezTo>
                  <a:pt x="972588" y="40509"/>
                  <a:pt x="978603" y="39402"/>
                  <a:pt x="985296" y="39402"/>
                </a:cubicBezTo>
                <a:cubicBezTo>
                  <a:pt x="992368" y="39402"/>
                  <a:pt x="998414" y="40446"/>
                  <a:pt x="1003434" y="42533"/>
                </a:cubicBezTo>
                <a:cubicBezTo>
                  <a:pt x="1008454" y="44621"/>
                  <a:pt x="1012574" y="47515"/>
                  <a:pt x="1015794" y="51215"/>
                </a:cubicBezTo>
                <a:cubicBezTo>
                  <a:pt x="1019015" y="54915"/>
                  <a:pt x="1021383" y="59295"/>
                  <a:pt x="1022898" y="64357"/>
                </a:cubicBezTo>
                <a:cubicBezTo>
                  <a:pt x="1024414" y="69416"/>
                  <a:pt x="1025171" y="74919"/>
                  <a:pt x="1025171" y="80867"/>
                </a:cubicBezTo>
                <a:lnTo>
                  <a:pt x="1025171" y="84661"/>
                </a:lnTo>
                <a:moveTo>
                  <a:pt x="1002061" y="77857"/>
                </a:moveTo>
                <a:cubicBezTo>
                  <a:pt x="1002250" y="71134"/>
                  <a:pt x="1000908" y="65854"/>
                  <a:pt x="998035" y="62018"/>
                </a:cubicBezTo>
                <a:cubicBezTo>
                  <a:pt x="995162" y="58180"/>
                  <a:pt x="990726" y="56261"/>
                  <a:pt x="984728" y="56261"/>
                </a:cubicBezTo>
                <a:cubicBezTo>
                  <a:pt x="981697" y="56261"/>
                  <a:pt x="979060" y="56833"/>
                  <a:pt x="976819" y="57975"/>
                </a:cubicBezTo>
                <a:cubicBezTo>
                  <a:pt x="974577" y="59116"/>
                  <a:pt x="972714" y="60654"/>
                  <a:pt x="971230" y="62590"/>
                </a:cubicBezTo>
                <a:cubicBezTo>
                  <a:pt x="969747" y="64523"/>
                  <a:pt x="968610" y="66806"/>
                  <a:pt x="967821" y="69439"/>
                </a:cubicBezTo>
                <a:cubicBezTo>
                  <a:pt x="967031" y="72069"/>
                  <a:pt x="966574" y="74875"/>
                  <a:pt x="966447" y="77857"/>
                </a:cubicBezTo>
                <a:lnTo>
                  <a:pt x="1002061" y="77857"/>
                </a:lnTo>
                <a:close/>
                <a:moveTo>
                  <a:pt x="1104566" y="105549"/>
                </a:moveTo>
                <a:cubicBezTo>
                  <a:pt x="1104566" y="110358"/>
                  <a:pt x="1103666" y="114598"/>
                  <a:pt x="1101867" y="118268"/>
                </a:cubicBezTo>
                <a:cubicBezTo>
                  <a:pt x="1100067" y="121936"/>
                  <a:pt x="1097525" y="125005"/>
                  <a:pt x="1094242" y="127473"/>
                </a:cubicBezTo>
                <a:cubicBezTo>
                  <a:pt x="1090958" y="129940"/>
                  <a:pt x="1087075" y="131790"/>
                  <a:pt x="1082592" y="133023"/>
                </a:cubicBezTo>
                <a:cubicBezTo>
                  <a:pt x="1078109" y="134258"/>
                  <a:pt x="1073247" y="134876"/>
                  <a:pt x="1068006" y="134876"/>
                </a:cubicBezTo>
                <a:cubicBezTo>
                  <a:pt x="1064848" y="134876"/>
                  <a:pt x="1061833" y="134636"/>
                  <a:pt x="1058960" y="134156"/>
                </a:cubicBezTo>
                <a:cubicBezTo>
                  <a:pt x="1056087" y="133677"/>
                  <a:pt x="1053514" y="133070"/>
                  <a:pt x="1051241" y="132336"/>
                </a:cubicBezTo>
                <a:cubicBezTo>
                  <a:pt x="1048968" y="131600"/>
                  <a:pt x="1047073" y="130849"/>
                  <a:pt x="1045558" y="130084"/>
                </a:cubicBezTo>
                <a:cubicBezTo>
                  <a:pt x="1044042" y="129316"/>
                  <a:pt x="1042937" y="128597"/>
                  <a:pt x="1042243" y="127926"/>
                </a:cubicBezTo>
                <a:cubicBezTo>
                  <a:pt x="1041548" y="127255"/>
                  <a:pt x="1041012" y="126205"/>
                  <a:pt x="1040633" y="124777"/>
                </a:cubicBezTo>
                <a:cubicBezTo>
                  <a:pt x="1040254" y="123348"/>
                  <a:pt x="1040064" y="121237"/>
                  <a:pt x="1040064" y="118442"/>
                </a:cubicBezTo>
                <a:cubicBezTo>
                  <a:pt x="1040064" y="116601"/>
                  <a:pt x="1040128" y="115125"/>
                  <a:pt x="1040254" y="114014"/>
                </a:cubicBezTo>
                <a:cubicBezTo>
                  <a:pt x="1040380" y="112904"/>
                  <a:pt x="1040570" y="112015"/>
                  <a:pt x="1040822" y="111348"/>
                </a:cubicBezTo>
                <a:cubicBezTo>
                  <a:pt x="1041075" y="110681"/>
                  <a:pt x="1041390" y="110237"/>
                  <a:pt x="1041769" y="110016"/>
                </a:cubicBezTo>
                <a:cubicBezTo>
                  <a:pt x="1042148" y="109793"/>
                  <a:pt x="1042622" y="109681"/>
                  <a:pt x="1043190" y="109681"/>
                </a:cubicBezTo>
                <a:cubicBezTo>
                  <a:pt x="1043885" y="109681"/>
                  <a:pt x="1044911" y="110081"/>
                  <a:pt x="1046268" y="110880"/>
                </a:cubicBezTo>
                <a:cubicBezTo>
                  <a:pt x="1047626" y="111679"/>
                  <a:pt x="1049315" y="112558"/>
                  <a:pt x="1051336" y="113517"/>
                </a:cubicBezTo>
                <a:cubicBezTo>
                  <a:pt x="1053356" y="114476"/>
                  <a:pt x="1055708" y="115371"/>
                  <a:pt x="1058392" y="116202"/>
                </a:cubicBezTo>
                <a:cubicBezTo>
                  <a:pt x="1061076" y="117033"/>
                  <a:pt x="1064122" y="117448"/>
                  <a:pt x="1067532" y="117448"/>
                </a:cubicBezTo>
                <a:cubicBezTo>
                  <a:pt x="1069679" y="117448"/>
                  <a:pt x="1071589" y="117228"/>
                  <a:pt x="1073262" y="116788"/>
                </a:cubicBezTo>
                <a:cubicBezTo>
                  <a:pt x="1074936" y="116348"/>
                  <a:pt x="1076388" y="115719"/>
                  <a:pt x="1077619" y="114902"/>
                </a:cubicBezTo>
                <a:cubicBezTo>
                  <a:pt x="1078851" y="114084"/>
                  <a:pt x="1079782" y="113046"/>
                  <a:pt x="1080413" y="111789"/>
                </a:cubicBezTo>
                <a:cubicBezTo>
                  <a:pt x="1081045" y="110532"/>
                  <a:pt x="1081361" y="109085"/>
                  <a:pt x="1081361" y="107449"/>
                </a:cubicBezTo>
                <a:cubicBezTo>
                  <a:pt x="1081361" y="105551"/>
                  <a:pt x="1080777" y="103922"/>
                  <a:pt x="1079608" y="102563"/>
                </a:cubicBezTo>
                <a:cubicBezTo>
                  <a:pt x="1078440" y="101201"/>
                  <a:pt x="1076893" y="100014"/>
                  <a:pt x="1074967" y="99002"/>
                </a:cubicBezTo>
                <a:cubicBezTo>
                  <a:pt x="1073041" y="97990"/>
                  <a:pt x="1070863" y="97041"/>
                  <a:pt x="1068432" y="96155"/>
                </a:cubicBezTo>
                <a:cubicBezTo>
                  <a:pt x="1066001" y="95269"/>
                  <a:pt x="1063507" y="94288"/>
                  <a:pt x="1060949" y="93212"/>
                </a:cubicBezTo>
                <a:cubicBezTo>
                  <a:pt x="1058392" y="92137"/>
                  <a:pt x="1055898" y="90904"/>
                  <a:pt x="1053467" y="89513"/>
                </a:cubicBezTo>
                <a:cubicBezTo>
                  <a:pt x="1051036" y="88120"/>
                  <a:pt x="1048857" y="86411"/>
                  <a:pt x="1046931" y="84386"/>
                </a:cubicBezTo>
                <a:cubicBezTo>
                  <a:pt x="1045005" y="82362"/>
                  <a:pt x="1043458" y="79927"/>
                  <a:pt x="1042290" y="77081"/>
                </a:cubicBezTo>
                <a:cubicBezTo>
                  <a:pt x="1041122" y="74234"/>
                  <a:pt x="1040538" y="70817"/>
                  <a:pt x="1040538" y="66831"/>
                </a:cubicBezTo>
                <a:cubicBezTo>
                  <a:pt x="1040538" y="62780"/>
                  <a:pt x="1041327" y="59062"/>
                  <a:pt x="1042906" y="55678"/>
                </a:cubicBezTo>
                <a:cubicBezTo>
                  <a:pt x="1044484" y="52294"/>
                  <a:pt x="1046758" y="49400"/>
                  <a:pt x="1049725" y="46997"/>
                </a:cubicBezTo>
                <a:cubicBezTo>
                  <a:pt x="1052693" y="44592"/>
                  <a:pt x="1056308" y="42725"/>
                  <a:pt x="1060570" y="41397"/>
                </a:cubicBezTo>
                <a:cubicBezTo>
                  <a:pt x="1064833" y="40067"/>
                  <a:pt x="1069616" y="39402"/>
                  <a:pt x="1074920" y="39402"/>
                </a:cubicBezTo>
                <a:cubicBezTo>
                  <a:pt x="1077572" y="39402"/>
                  <a:pt x="1080145" y="39591"/>
                  <a:pt x="1082639" y="39970"/>
                </a:cubicBezTo>
                <a:cubicBezTo>
                  <a:pt x="1085133" y="40349"/>
                  <a:pt x="1087391" y="40823"/>
                  <a:pt x="1089411" y="41391"/>
                </a:cubicBezTo>
                <a:cubicBezTo>
                  <a:pt x="1091432" y="41959"/>
                  <a:pt x="1093137" y="42575"/>
                  <a:pt x="1094526" y="43238"/>
                </a:cubicBezTo>
                <a:cubicBezTo>
                  <a:pt x="1095915" y="43901"/>
                  <a:pt x="1096910" y="44469"/>
                  <a:pt x="1097510" y="44943"/>
                </a:cubicBezTo>
                <a:cubicBezTo>
                  <a:pt x="1098110" y="45416"/>
                  <a:pt x="1098536" y="45890"/>
                  <a:pt x="1098788" y="46364"/>
                </a:cubicBezTo>
                <a:cubicBezTo>
                  <a:pt x="1099041" y="46837"/>
                  <a:pt x="1099230" y="47405"/>
                  <a:pt x="1099357" y="48068"/>
                </a:cubicBezTo>
                <a:cubicBezTo>
                  <a:pt x="1099483" y="48731"/>
                  <a:pt x="1099593" y="49552"/>
                  <a:pt x="1099688" y="50531"/>
                </a:cubicBezTo>
                <a:cubicBezTo>
                  <a:pt x="1099783" y="51510"/>
                  <a:pt x="1099830" y="52725"/>
                  <a:pt x="1099830" y="54178"/>
                </a:cubicBezTo>
                <a:cubicBezTo>
                  <a:pt x="1099830" y="55882"/>
                  <a:pt x="1099783" y="57272"/>
                  <a:pt x="1099688" y="58345"/>
                </a:cubicBezTo>
                <a:cubicBezTo>
                  <a:pt x="1099593" y="59419"/>
                  <a:pt x="1099436" y="60271"/>
                  <a:pt x="1099215" y="60902"/>
                </a:cubicBezTo>
                <a:cubicBezTo>
                  <a:pt x="1098994" y="61534"/>
                  <a:pt x="1098694" y="61960"/>
                  <a:pt x="1098315" y="62181"/>
                </a:cubicBezTo>
                <a:cubicBezTo>
                  <a:pt x="1097936" y="62402"/>
                  <a:pt x="1097494" y="62513"/>
                  <a:pt x="1096989" y="62513"/>
                </a:cubicBezTo>
                <a:cubicBezTo>
                  <a:pt x="1096420" y="62513"/>
                  <a:pt x="1095536" y="62181"/>
                  <a:pt x="1094337" y="61518"/>
                </a:cubicBezTo>
                <a:cubicBezTo>
                  <a:pt x="1093137" y="60855"/>
                  <a:pt x="1091637" y="60145"/>
                  <a:pt x="1089838" y="59387"/>
                </a:cubicBezTo>
                <a:cubicBezTo>
                  <a:pt x="1088038" y="58629"/>
                  <a:pt x="1085954" y="57919"/>
                  <a:pt x="1083586" y="57256"/>
                </a:cubicBezTo>
                <a:cubicBezTo>
                  <a:pt x="1081219" y="56593"/>
                  <a:pt x="1078519" y="56261"/>
                  <a:pt x="1075488" y="56261"/>
                </a:cubicBezTo>
                <a:cubicBezTo>
                  <a:pt x="1073341" y="56261"/>
                  <a:pt x="1071479" y="56484"/>
                  <a:pt x="1069900" y="56930"/>
                </a:cubicBezTo>
                <a:cubicBezTo>
                  <a:pt x="1068321" y="57374"/>
                  <a:pt x="1067027" y="58009"/>
                  <a:pt x="1066017" y="58833"/>
                </a:cubicBezTo>
                <a:cubicBezTo>
                  <a:pt x="1065006" y="59658"/>
                  <a:pt x="1064249" y="60626"/>
                  <a:pt x="1063743" y="61737"/>
                </a:cubicBezTo>
                <a:cubicBezTo>
                  <a:pt x="1063238" y="62848"/>
                  <a:pt x="1062986" y="64039"/>
                  <a:pt x="1062986" y="65310"/>
                </a:cubicBezTo>
                <a:cubicBezTo>
                  <a:pt x="1062986" y="67271"/>
                  <a:pt x="1063586" y="68917"/>
                  <a:pt x="1064785" y="70247"/>
                </a:cubicBezTo>
                <a:cubicBezTo>
                  <a:pt x="1065985" y="71575"/>
                  <a:pt x="1067564" y="72745"/>
                  <a:pt x="1069521" y="73757"/>
                </a:cubicBezTo>
                <a:cubicBezTo>
                  <a:pt x="1071479" y="74769"/>
                  <a:pt x="1073704" y="75719"/>
                  <a:pt x="1076199" y="76605"/>
                </a:cubicBezTo>
                <a:cubicBezTo>
                  <a:pt x="1078693" y="77491"/>
                  <a:pt x="1081219" y="78456"/>
                  <a:pt x="1083776" y="79499"/>
                </a:cubicBezTo>
                <a:cubicBezTo>
                  <a:pt x="1086333" y="80543"/>
                  <a:pt x="1088859" y="81761"/>
                  <a:pt x="1091353" y="83152"/>
                </a:cubicBezTo>
                <a:cubicBezTo>
                  <a:pt x="1093847" y="84543"/>
                  <a:pt x="1096073" y="86252"/>
                  <a:pt x="1098031" y="88278"/>
                </a:cubicBezTo>
                <a:cubicBezTo>
                  <a:pt x="1099988" y="90303"/>
                  <a:pt x="1101567" y="92723"/>
                  <a:pt x="1102766" y="95539"/>
                </a:cubicBezTo>
                <a:cubicBezTo>
                  <a:pt x="1103966" y="98353"/>
                  <a:pt x="1104566" y="101690"/>
                  <a:pt x="1104566" y="105549"/>
                </a:cubicBezTo>
                <a:close/>
                <a:moveTo>
                  <a:pt x="1182352" y="105549"/>
                </a:moveTo>
                <a:cubicBezTo>
                  <a:pt x="1182352" y="110358"/>
                  <a:pt x="1181452" y="114598"/>
                  <a:pt x="1179652" y="118268"/>
                </a:cubicBezTo>
                <a:cubicBezTo>
                  <a:pt x="1177853" y="121936"/>
                  <a:pt x="1175311" y="125005"/>
                  <a:pt x="1172028" y="127473"/>
                </a:cubicBezTo>
                <a:cubicBezTo>
                  <a:pt x="1168744" y="129940"/>
                  <a:pt x="1164861" y="131790"/>
                  <a:pt x="1160378" y="133023"/>
                </a:cubicBezTo>
                <a:cubicBezTo>
                  <a:pt x="1155894" y="134258"/>
                  <a:pt x="1151032" y="134876"/>
                  <a:pt x="1145791" y="134876"/>
                </a:cubicBezTo>
                <a:cubicBezTo>
                  <a:pt x="1142634" y="134876"/>
                  <a:pt x="1139619" y="134636"/>
                  <a:pt x="1136746" y="134156"/>
                </a:cubicBezTo>
                <a:cubicBezTo>
                  <a:pt x="1133873" y="133677"/>
                  <a:pt x="1131300" y="133070"/>
                  <a:pt x="1129027" y="132336"/>
                </a:cubicBezTo>
                <a:cubicBezTo>
                  <a:pt x="1126753" y="131600"/>
                  <a:pt x="1124859" y="130849"/>
                  <a:pt x="1123344" y="130084"/>
                </a:cubicBezTo>
                <a:cubicBezTo>
                  <a:pt x="1121828" y="129316"/>
                  <a:pt x="1120723" y="128597"/>
                  <a:pt x="1120029" y="127926"/>
                </a:cubicBezTo>
                <a:cubicBezTo>
                  <a:pt x="1119334" y="127255"/>
                  <a:pt x="1118797" y="126205"/>
                  <a:pt x="1118418" y="124777"/>
                </a:cubicBezTo>
                <a:cubicBezTo>
                  <a:pt x="1118040" y="123348"/>
                  <a:pt x="1117850" y="121237"/>
                  <a:pt x="1117850" y="118442"/>
                </a:cubicBezTo>
                <a:cubicBezTo>
                  <a:pt x="1117850" y="116601"/>
                  <a:pt x="1117913" y="115125"/>
                  <a:pt x="1118040" y="114014"/>
                </a:cubicBezTo>
                <a:cubicBezTo>
                  <a:pt x="1118166" y="112904"/>
                  <a:pt x="1118355" y="112015"/>
                  <a:pt x="1118608" y="111348"/>
                </a:cubicBezTo>
                <a:cubicBezTo>
                  <a:pt x="1118860" y="110681"/>
                  <a:pt x="1119176" y="110237"/>
                  <a:pt x="1119555" y="110016"/>
                </a:cubicBezTo>
                <a:cubicBezTo>
                  <a:pt x="1119934" y="109793"/>
                  <a:pt x="1120407" y="109681"/>
                  <a:pt x="1120976" y="109681"/>
                </a:cubicBezTo>
                <a:cubicBezTo>
                  <a:pt x="1121670" y="109681"/>
                  <a:pt x="1122696" y="110081"/>
                  <a:pt x="1124054" y="110880"/>
                </a:cubicBezTo>
                <a:cubicBezTo>
                  <a:pt x="1125412" y="111679"/>
                  <a:pt x="1127101" y="112558"/>
                  <a:pt x="1129121" y="113517"/>
                </a:cubicBezTo>
                <a:cubicBezTo>
                  <a:pt x="1131142" y="114476"/>
                  <a:pt x="1133494" y="115371"/>
                  <a:pt x="1136178" y="116202"/>
                </a:cubicBezTo>
                <a:cubicBezTo>
                  <a:pt x="1138861" y="117033"/>
                  <a:pt x="1141908" y="117448"/>
                  <a:pt x="1145318" y="117448"/>
                </a:cubicBezTo>
                <a:cubicBezTo>
                  <a:pt x="1147465" y="117448"/>
                  <a:pt x="1149375" y="117228"/>
                  <a:pt x="1151048" y="116788"/>
                </a:cubicBezTo>
                <a:cubicBezTo>
                  <a:pt x="1152721" y="116348"/>
                  <a:pt x="1154174" y="115719"/>
                  <a:pt x="1155405" y="114902"/>
                </a:cubicBezTo>
                <a:cubicBezTo>
                  <a:pt x="1156636" y="114084"/>
                  <a:pt x="1157568" y="113046"/>
                  <a:pt x="1158199" y="111789"/>
                </a:cubicBezTo>
                <a:cubicBezTo>
                  <a:pt x="1158831" y="110532"/>
                  <a:pt x="1159146" y="109085"/>
                  <a:pt x="1159146" y="107449"/>
                </a:cubicBezTo>
                <a:cubicBezTo>
                  <a:pt x="1159146" y="105551"/>
                  <a:pt x="1158562" y="103922"/>
                  <a:pt x="1157394" y="102563"/>
                </a:cubicBezTo>
                <a:cubicBezTo>
                  <a:pt x="1156226" y="101201"/>
                  <a:pt x="1154679" y="100014"/>
                  <a:pt x="1152753" y="99002"/>
                </a:cubicBezTo>
                <a:cubicBezTo>
                  <a:pt x="1150827" y="97990"/>
                  <a:pt x="1148649" y="97041"/>
                  <a:pt x="1146218" y="96155"/>
                </a:cubicBezTo>
                <a:cubicBezTo>
                  <a:pt x="1143787" y="95269"/>
                  <a:pt x="1141292" y="94288"/>
                  <a:pt x="1138735" y="93212"/>
                </a:cubicBezTo>
                <a:cubicBezTo>
                  <a:pt x="1136178" y="92137"/>
                  <a:pt x="1133683" y="90904"/>
                  <a:pt x="1131252" y="89513"/>
                </a:cubicBezTo>
                <a:cubicBezTo>
                  <a:pt x="1128821" y="88120"/>
                  <a:pt x="1126643" y="86411"/>
                  <a:pt x="1124717" y="84386"/>
                </a:cubicBezTo>
                <a:cubicBezTo>
                  <a:pt x="1122791" y="82362"/>
                  <a:pt x="1121244" y="79927"/>
                  <a:pt x="1120076" y="77081"/>
                </a:cubicBezTo>
                <a:cubicBezTo>
                  <a:pt x="1118908" y="74234"/>
                  <a:pt x="1118324" y="70817"/>
                  <a:pt x="1118324" y="66831"/>
                </a:cubicBezTo>
                <a:cubicBezTo>
                  <a:pt x="1118324" y="62780"/>
                  <a:pt x="1119113" y="59062"/>
                  <a:pt x="1120692" y="55678"/>
                </a:cubicBezTo>
                <a:cubicBezTo>
                  <a:pt x="1122270" y="52294"/>
                  <a:pt x="1124543" y="49400"/>
                  <a:pt x="1127511" y="46997"/>
                </a:cubicBezTo>
                <a:cubicBezTo>
                  <a:pt x="1130479" y="44592"/>
                  <a:pt x="1134094" y="42725"/>
                  <a:pt x="1138356" y="41397"/>
                </a:cubicBezTo>
                <a:cubicBezTo>
                  <a:pt x="1142618" y="40067"/>
                  <a:pt x="1147402" y="39402"/>
                  <a:pt x="1152706" y="39402"/>
                </a:cubicBezTo>
                <a:cubicBezTo>
                  <a:pt x="1155358" y="39402"/>
                  <a:pt x="1157931" y="39591"/>
                  <a:pt x="1160425" y="39970"/>
                </a:cubicBezTo>
                <a:cubicBezTo>
                  <a:pt x="1162919" y="40349"/>
                  <a:pt x="1165177" y="40823"/>
                  <a:pt x="1167197" y="41391"/>
                </a:cubicBezTo>
                <a:cubicBezTo>
                  <a:pt x="1169218" y="41959"/>
                  <a:pt x="1170923" y="42575"/>
                  <a:pt x="1172312" y="43238"/>
                </a:cubicBezTo>
                <a:cubicBezTo>
                  <a:pt x="1173701" y="43901"/>
                  <a:pt x="1174696" y="44469"/>
                  <a:pt x="1175295" y="44943"/>
                </a:cubicBezTo>
                <a:cubicBezTo>
                  <a:pt x="1175895" y="45416"/>
                  <a:pt x="1176321" y="45890"/>
                  <a:pt x="1176574" y="46364"/>
                </a:cubicBezTo>
                <a:cubicBezTo>
                  <a:pt x="1176827" y="46837"/>
                  <a:pt x="1177016" y="47405"/>
                  <a:pt x="1177142" y="48068"/>
                </a:cubicBezTo>
                <a:cubicBezTo>
                  <a:pt x="1177269" y="48731"/>
                  <a:pt x="1177379" y="49552"/>
                  <a:pt x="1177474" y="50531"/>
                </a:cubicBezTo>
                <a:cubicBezTo>
                  <a:pt x="1177569" y="51510"/>
                  <a:pt x="1177616" y="52725"/>
                  <a:pt x="1177616" y="54178"/>
                </a:cubicBezTo>
                <a:cubicBezTo>
                  <a:pt x="1177616" y="55882"/>
                  <a:pt x="1177569" y="57272"/>
                  <a:pt x="1177474" y="58345"/>
                </a:cubicBezTo>
                <a:cubicBezTo>
                  <a:pt x="1177379" y="59419"/>
                  <a:pt x="1177221" y="60271"/>
                  <a:pt x="1177000" y="60902"/>
                </a:cubicBezTo>
                <a:cubicBezTo>
                  <a:pt x="1176779" y="61534"/>
                  <a:pt x="1176479" y="61960"/>
                  <a:pt x="1176100" y="62181"/>
                </a:cubicBezTo>
                <a:cubicBezTo>
                  <a:pt x="1175722" y="62402"/>
                  <a:pt x="1175280" y="62513"/>
                  <a:pt x="1174774" y="62513"/>
                </a:cubicBezTo>
                <a:cubicBezTo>
                  <a:pt x="1174206" y="62513"/>
                  <a:pt x="1173322" y="62181"/>
                  <a:pt x="1172122" y="61518"/>
                </a:cubicBezTo>
                <a:cubicBezTo>
                  <a:pt x="1170923" y="60855"/>
                  <a:pt x="1169423" y="60145"/>
                  <a:pt x="1167623" y="59387"/>
                </a:cubicBezTo>
                <a:cubicBezTo>
                  <a:pt x="1165824" y="58629"/>
                  <a:pt x="1163740" y="57919"/>
                  <a:pt x="1161372" y="57256"/>
                </a:cubicBezTo>
                <a:cubicBezTo>
                  <a:pt x="1159004" y="56593"/>
                  <a:pt x="1156305" y="56261"/>
                  <a:pt x="1153274" y="56261"/>
                </a:cubicBezTo>
                <a:cubicBezTo>
                  <a:pt x="1151127" y="56261"/>
                  <a:pt x="1149264" y="56484"/>
                  <a:pt x="1147686" y="56930"/>
                </a:cubicBezTo>
                <a:cubicBezTo>
                  <a:pt x="1146107" y="57374"/>
                  <a:pt x="1144813" y="58009"/>
                  <a:pt x="1143802" y="58833"/>
                </a:cubicBezTo>
                <a:cubicBezTo>
                  <a:pt x="1142792" y="59658"/>
                  <a:pt x="1142034" y="60626"/>
                  <a:pt x="1141529" y="61737"/>
                </a:cubicBezTo>
                <a:cubicBezTo>
                  <a:pt x="1141024" y="62848"/>
                  <a:pt x="1140771" y="64039"/>
                  <a:pt x="1140771" y="65310"/>
                </a:cubicBezTo>
                <a:cubicBezTo>
                  <a:pt x="1140771" y="67271"/>
                  <a:pt x="1141371" y="68917"/>
                  <a:pt x="1142571" y="70247"/>
                </a:cubicBezTo>
                <a:cubicBezTo>
                  <a:pt x="1143771" y="71575"/>
                  <a:pt x="1145349" y="72745"/>
                  <a:pt x="1147307" y="73757"/>
                </a:cubicBezTo>
                <a:cubicBezTo>
                  <a:pt x="1149264" y="74769"/>
                  <a:pt x="1151490" y="75719"/>
                  <a:pt x="1153984" y="76605"/>
                </a:cubicBezTo>
                <a:cubicBezTo>
                  <a:pt x="1156478" y="77491"/>
                  <a:pt x="1159004" y="78456"/>
                  <a:pt x="1161562" y="79499"/>
                </a:cubicBezTo>
                <a:cubicBezTo>
                  <a:pt x="1164119" y="80543"/>
                  <a:pt x="1166645" y="81761"/>
                  <a:pt x="1169139" y="83152"/>
                </a:cubicBezTo>
                <a:cubicBezTo>
                  <a:pt x="1171633" y="84543"/>
                  <a:pt x="1173859" y="86252"/>
                  <a:pt x="1175816" y="88278"/>
                </a:cubicBezTo>
                <a:cubicBezTo>
                  <a:pt x="1177774" y="90303"/>
                  <a:pt x="1179352" y="92723"/>
                  <a:pt x="1180552" y="95539"/>
                </a:cubicBezTo>
                <a:cubicBezTo>
                  <a:pt x="1181752" y="98353"/>
                  <a:pt x="1182352" y="101690"/>
                  <a:pt x="1182352" y="105549"/>
                </a:cubicBezTo>
                <a:close/>
                <a:moveTo>
                  <a:pt x="1250061" y="12692"/>
                </a:moveTo>
                <a:cubicBezTo>
                  <a:pt x="1250061" y="14523"/>
                  <a:pt x="1249997" y="15991"/>
                  <a:pt x="1249871" y="17096"/>
                </a:cubicBezTo>
                <a:cubicBezTo>
                  <a:pt x="1249745" y="18201"/>
                  <a:pt x="1249555" y="19054"/>
                  <a:pt x="1249303" y="19654"/>
                </a:cubicBezTo>
                <a:cubicBezTo>
                  <a:pt x="1249050" y="20253"/>
                  <a:pt x="1248766" y="20664"/>
                  <a:pt x="1248450" y="20885"/>
                </a:cubicBezTo>
                <a:cubicBezTo>
                  <a:pt x="1248135" y="21106"/>
                  <a:pt x="1247787" y="21216"/>
                  <a:pt x="1247409" y="21216"/>
                </a:cubicBezTo>
                <a:cubicBezTo>
                  <a:pt x="1246966" y="21216"/>
                  <a:pt x="1246477" y="21106"/>
                  <a:pt x="1245940" y="20885"/>
                </a:cubicBezTo>
                <a:cubicBezTo>
                  <a:pt x="1245404" y="20664"/>
                  <a:pt x="1244741" y="20427"/>
                  <a:pt x="1243951" y="20175"/>
                </a:cubicBezTo>
                <a:cubicBezTo>
                  <a:pt x="1243162" y="19922"/>
                  <a:pt x="1242231" y="19685"/>
                  <a:pt x="1241157" y="19464"/>
                </a:cubicBezTo>
                <a:cubicBezTo>
                  <a:pt x="1240084" y="19243"/>
                  <a:pt x="1238821" y="19133"/>
                  <a:pt x="1237369" y="19133"/>
                </a:cubicBezTo>
                <a:cubicBezTo>
                  <a:pt x="1235664" y="19133"/>
                  <a:pt x="1234196" y="19401"/>
                  <a:pt x="1232964" y="19938"/>
                </a:cubicBezTo>
                <a:cubicBezTo>
                  <a:pt x="1231733" y="20474"/>
                  <a:pt x="1230707" y="21327"/>
                  <a:pt x="1229886" y="22495"/>
                </a:cubicBezTo>
                <a:cubicBezTo>
                  <a:pt x="1229065" y="23663"/>
                  <a:pt x="1228465" y="25179"/>
                  <a:pt x="1228086" y="27041"/>
                </a:cubicBezTo>
                <a:cubicBezTo>
                  <a:pt x="1227708" y="28904"/>
                  <a:pt x="1227518" y="31193"/>
                  <a:pt x="1227518" y="33908"/>
                </a:cubicBezTo>
                <a:lnTo>
                  <a:pt x="1227518" y="41675"/>
                </a:lnTo>
                <a:lnTo>
                  <a:pt x="1242957" y="41675"/>
                </a:lnTo>
                <a:cubicBezTo>
                  <a:pt x="1243525" y="41675"/>
                  <a:pt x="1244046" y="41833"/>
                  <a:pt x="1244520" y="42149"/>
                </a:cubicBezTo>
                <a:cubicBezTo>
                  <a:pt x="1244993" y="42464"/>
                  <a:pt x="1245388" y="42985"/>
                  <a:pt x="1245704" y="43711"/>
                </a:cubicBezTo>
                <a:cubicBezTo>
                  <a:pt x="1246019" y="44438"/>
                  <a:pt x="1246256" y="45432"/>
                  <a:pt x="1246414" y="46695"/>
                </a:cubicBezTo>
                <a:cubicBezTo>
                  <a:pt x="1246572" y="47958"/>
                  <a:pt x="1246651" y="49505"/>
                  <a:pt x="1246651" y="51336"/>
                </a:cubicBezTo>
                <a:cubicBezTo>
                  <a:pt x="1246651" y="54809"/>
                  <a:pt x="1246335" y="57287"/>
                  <a:pt x="1245704" y="58771"/>
                </a:cubicBezTo>
                <a:cubicBezTo>
                  <a:pt x="1245072" y="60255"/>
                  <a:pt x="1244157" y="60997"/>
                  <a:pt x="1242957" y="60997"/>
                </a:cubicBezTo>
                <a:lnTo>
                  <a:pt x="1227518" y="60997"/>
                </a:lnTo>
                <a:lnTo>
                  <a:pt x="1227518" y="129382"/>
                </a:lnTo>
                <a:cubicBezTo>
                  <a:pt x="1227518" y="130014"/>
                  <a:pt x="1227329" y="130566"/>
                  <a:pt x="1226950" y="131040"/>
                </a:cubicBezTo>
                <a:cubicBezTo>
                  <a:pt x="1226571" y="131513"/>
                  <a:pt x="1225940" y="131908"/>
                  <a:pt x="1225056" y="132224"/>
                </a:cubicBezTo>
                <a:cubicBezTo>
                  <a:pt x="1224171" y="132539"/>
                  <a:pt x="1222940" y="132776"/>
                  <a:pt x="1221362" y="132934"/>
                </a:cubicBezTo>
                <a:cubicBezTo>
                  <a:pt x="1219783" y="133092"/>
                  <a:pt x="1217857" y="133171"/>
                  <a:pt x="1215584" y="133171"/>
                </a:cubicBezTo>
                <a:cubicBezTo>
                  <a:pt x="1213311" y="133171"/>
                  <a:pt x="1211401" y="133092"/>
                  <a:pt x="1209854" y="132934"/>
                </a:cubicBezTo>
                <a:cubicBezTo>
                  <a:pt x="1208307" y="132776"/>
                  <a:pt x="1207075" y="132539"/>
                  <a:pt x="1206160" y="132224"/>
                </a:cubicBezTo>
                <a:cubicBezTo>
                  <a:pt x="1205244" y="131908"/>
                  <a:pt x="1204613" y="131513"/>
                  <a:pt x="1204265" y="131040"/>
                </a:cubicBezTo>
                <a:cubicBezTo>
                  <a:pt x="1203918" y="130566"/>
                  <a:pt x="1203744" y="130014"/>
                  <a:pt x="1203744" y="129382"/>
                </a:cubicBezTo>
                <a:lnTo>
                  <a:pt x="1203744" y="60997"/>
                </a:lnTo>
                <a:lnTo>
                  <a:pt x="1193136" y="60997"/>
                </a:lnTo>
                <a:cubicBezTo>
                  <a:pt x="1191936" y="60997"/>
                  <a:pt x="1191037" y="60255"/>
                  <a:pt x="1190437" y="58771"/>
                </a:cubicBezTo>
                <a:cubicBezTo>
                  <a:pt x="1189837" y="57287"/>
                  <a:pt x="1189537" y="54809"/>
                  <a:pt x="1189537" y="51336"/>
                </a:cubicBezTo>
                <a:cubicBezTo>
                  <a:pt x="1189537" y="49505"/>
                  <a:pt x="1189616" y="47958"/>
                  <a:pt x="1189774" y="46695"/>
                </a:cubicBezTo>
                <a:cubicBezTo>
                  <a:pt x="1189932" y="45432"/>
                  <a:pt x="1190153" y="44438"/>
                  <a:pt x="1190437" y="43711"/>
                </a:cubicBezTo>
                <a:cubicBezTo>
                  <a:pt x="1190721" y="42985"/>
                  <a:pt x="1191100" y="42464"/>
                  <a:pt x="1191573" y="42149"/>
                </a:cubicBezTo>
                <a:cubicBezTo>
                  <a:pt x="1192047" y="41833"/>
                  <a:pt x="1192599" y="41675"/>
                  <a:pt x="1193231" y="41675"/>
                </a:cubicBezTo>
                <a:lnTo>
                  <a:pt x="1203744" y="41675"/>
                </a:lnTo>
                <a:lnTo>
                  <a:pt x="1203744" y="34571"/>
                </a:lnTo>
                <a:cubicBezTo>
                  <a:pt x="1203744" y="28825"/>
                  <a:pt x="1204313" y="23790"/>
                  <a:pt x="1205449" y="19464"/>
                </a:cubicBezTo>
                <a:cubicBezTo>
                  <a:pt x="1206586" y="15139"/>
                  <a:pt x="1208370" y="11540"/>
                  <a:pt x="1210801" y="8667"/>
                </a:cubicBezTo>
                <a:cubicBezTo>
                  <a:pt x="1213232" y="5793"/>
                  <a:pt x="1216326" y="3631"/>
                  <a:pt x="1220083" y="2178"/>
                </a:cubicBezTo>
                <a:cubicBezTo>
                  <a:pt x="1223840" y="726"/>
                  <a:pt x="1228276" y="0"/>
                  <a:pt x="1233391" y="0"/>
                </a:cubicBezTo>
                <a:cubicBezTo>
                  <a:pt x="1235853" y="0"/>
                  <a:pt x="1238189" y="205"/>
                  <a:pt x="1240400" y="616"/>
                </a:cubicBezTo>
                <a:cubicBezTo>
                  <a:pt x="1242610" y="1026"/>
                  <a:pt x="1244346" y="1468"/>
                  <a:pt x="1245609" y="1942"/>
                </a:cubicBezTo>
                <a:cubicBezTo>
                  <a:pt x="1246872" y="2415"/>
                  <a:pt x="1247724" y="2857"/>
                  <a:pt x="1248166" y="3268"/>
                </a:cubicBezTo>
                <a:cubicBezTo>
                  <a:pt x="1248608" y="3678"/>
                  <a:pt x="1248971" y="4278"/>
                  <a:pt x="1249255" y="5067"/>
                </a:cubicBezTo>
                <a:cubicBezTo>
                  <a:pt x="1249540" y="5857"/>
                  <a:pt x="1249745" y="6867"/>
                  <a:pt x="1249871" y="8098"/>
                </a:cubicBezTo>
                <a:cubicBezTo>
                  <a:pt x="1249997" y="9330"/>
                  <a:pt x="1250061" y="10861"/>
                  <a:pt x="1250061" y="12692"/>
                </a:cubicBezTo>
                <a:close/>
                <a:moveTo>
                  <a:pt x="1340919" y="129382"/>
                </a:moveTo>
                <a:cubicBezTo>
                  <a:pt x="1340919" y="130014"/>
                  <a:pt x="1340761" y="130566"/>
                  <a:pt x="1340445" y="131040"/>
                </a:cubicBezTo>
                <a:cubicBezTo>
                  <a:pt x="1340129" y="131513"/>
                  <a:pt x="1339577" y="131908"/>
                  <a:pt x="1338787" y="132224"/>
                </a:cubicBezTo>
                <a:cubicBezTo>
                  <a:pt x="1337998" y="132539"/>
                  <a:pt x="1336956" y="132776"/>
                  <a:pt x="1335662" y="132934"/>
                </a:cubicBezTo>
                <a:cubicBezTo>
                  <a:pt x="1334367" y="133092"/>
                  <a:pt x="1332741" y="133171"/>
                  <a:pt x="1330784" y="133171"/>
                </a:cubicBezTo>
                <a:cubicBezTo>
                  <a:pt x="1328700" y="133171"/>
                  <a:pt x="1327011" y="133092"/>
                  <a:pt x="1325717" y="132934"/>
                </a:cubicBezTo>
                <a:cubicBezTo>
                  <a:pt x="1324422" y="132776"/>
                  <a:pt x="1323396" y="132539"/>
                  <a:pt x="1322638" y="132224"/>
                </a:cubicBezTo>
                <a:cubicBezTo>
                  <a:pt x="1321881" y="131908"/>
                  <a:pt x="1321344" y="131513"/>
                  <a:pt x="1321028" y="131040"/>
                </a:cubicBezTo>
                <a:cubicBezTo>
                  <a:pt x="1320712" y="130566"/>
                  <a:pt x="1320555" y="130014"/>
                  <a:pt x="1320555" y="129382"/>
                </a:cubicBezTo>
                <a:lnTo>
                  <a:pt x="1320555" y="119626"/>
                </a:lnTo>
                <a:cubicBezTo>
                  <a:pt x="1315882" y="124710"/>
                  <a:pt x="1311130" y="128522"/>
                  <a:pt x="1306300" y="131063"/>
                </a:cubicBezTo>
                <a:cubicBezTo>
                  <a:pt x="1301469" y="133605"/>
                  <a:pt x="1296465" y="134876"/>
                  <a:pt x="1291287" y="134876"/>
                </a:cubicBezTo>
                <a:cubicBezTo>
                  <a:pt x="1285478" y="134876"/>
                  <a:pt x="1280600" y="133928"/>
                  <a:pt x="1276654" y="132031"/>
                </a:cubicBezTo>
                <a:cubicBezTo>
                  <a:pt x="1272707" y="130135"/>
                  <a:pt x="1269518" y="127544"/>
                  <a:pt x="1267087" y="124259"/>
                </a:cubicBezTo>
                <a:cubicBezTo>
                  <a:pt x="1264656" y="120971"/>
                  <a:pt x="1262920" y="117163"/>
                  <a:pt x="1261878" y="112833"/>
                </a:cubicBezTo>
                <a:cubicBezTo>
                  <a:pt x="1260836" y="108502"/>
                  <a:pt x="1260315" y="103113"/>
                  <a:pt x="1260315" y="96667"/>
                </a:cubicBezTo>
                <a:lnTo>
                  <a:pt x="1260315" y="44898"/>
                </a:lnTo>
                <a:cubicBezTo>
                  <a:pt x="1260315" y="44267"/>
                  <a:pt x="1260489" y="43714"/>
                  <a:pt x="1260836" y="43241"/>
                </a:cubicBezTo>
                <a:cubicBezTo>
                  <a:pt x="1261183" y="42765"/>
                  <a:pt x="1261815" y="42370"/>
                  <a:pt x="1262730" y="42054"/>
                </a:cubicBezTo>
                <a:cubicBezTo>
                  <a:pt x="1263646" y="41738"/>
                  <a:pt x="1264877" y="41501"/>
                  <a:pt x="1266424" y="41344"/>
                </a:cubicBezTo>
                <a:cubicBezTo>
                  <a:pt x="1267971" y="41186"/>
                  <a:pt x="1269881" y="41107"/>
                  <a:pt x="1272155" y="41107"/>
                </a:cubicBezTo>
                <a:cubicBezTo>
                  <a:pt x="1274491" y="41107"/>
                  <a:pt x="1276417" y="41186"/>
                  <a:pt x="1277932" y="41344"/>
                </a:cubicBezTo>
                <a:cubicBezTo>
                  <a:pt x="1279448" y="41501"/>
                  <a:pt x="1280663" y="41738"/>
                  <a:pt x="1281579" y="42054"/>
                </a:cubicBezTo>
                <a:cubicBezTo>
                  <a:pt x="1282494" y="42370"/>
                  <a:pt x="1283142" y="42764"/>
                  <a:pt x="1283521" y="43238"/>
                </a:cubicBezTo>
                <a:cubicBezTo>
                  <a:pt x="1283899" y="43711"/>
                  <a:pt x="1284089" y="44264"/>
                  <a:pt x="1284089" y="44895"/>
                </a:cubicBezTo>
                <a:lnTo>
                  <a:pt x="1284089" y="92632"/>
                </a:lnTo>
                <a:cubicBezTo>
                  <a:pt x="1284089" y="97052"/>
                  <a:pt x="1284373" y="100431"/>
                  <a:pt x="1284941" y="102767"/>
                </a:cubicBezTo>
                <a:cubicBezTo>
                  <a:pt x="1285510" y="105103"/>
                  <a:pt x="1286378" y="107108"/>
                  <a:pt x="1287546" y="108781"/>
                </a:cubicBezTo>
                <a:cubicBezTo>
                  <a:pt x="1288714" y="110455"/>
                  <a:pt x="1290198" y="111749"/>
                  <a:pt x="1291998" y="112665"/>
                </a:cubicBezTo>
                <a:cubicBezTo>
                  <a:pt x="1293797" y="113580"/>
                  <a:pt x="1295897" y="114038"/>
                  <a:pt x="1298296" y="114038"/>
                </a:cubicBezTo>
                <a:cubicBezTo>
                  <a:pt x="1301327" y="114038"/>
                  <a:pt x="1304374" y="112933"/>
                  <a:pt x="1307436" y="110723"/>
                </a:cubicBezTo>
                <a:cubicBezTo>
                  <a:pt x="1310499" y="108513"/>
                  <a:pt x="1313767" y="105293"/>
                  <a:pt x="1317240" y="101062"/>
                </a:cubicBezTo>
                <a:lnTo>
                  <a:pt x="1317240" y="44895"/>
                </a:lnTo>
                <a:cubicBezTo>
                  <a:pt x="1317240" y="44264"/>
                  <a:pt x="1317413" y="43711"/>
                  <a:pt x="1317760" y="43238"/>
                </a:cubicBezTo>
                <a:cubicBezTo>
                  <a:pt x="1318108" y="42764"/>
                  <a:pt x="1318739" y="42370"/>
                  <a:pt x="1319655" y="42054"/>
                </a:cubicBezTo>
                <a:cubicBezTo>
                  <a:pt x="1320570" y="41738"/>
                  <a:pt x="1321786" y="41501"/>
                  <a:pt x="1323301" y="41344"/>
                </a:cubicBezTo>
                <a:cubicBezTo>
                  <a:pt x="1324817" y="41186"/>
                  <a:pt x="1326743" y="41107"/>
                  <a:pt x="1329079" y="41107"/>
                </a:cubicBezTo>
                <a:cubicBezTo>
                  <a:pt x="1331415" y="41107"/>
                  <a:pt x="1333341" y="41186"/>
                  <a:pt x="1334857" y="41344"/>
                </a:cubicBezTo>
                <a:cubicBezTo>
                  <a:pt x="1336372" y="41501"/>
                  <a:pt x="1337572" y="41738"/>
                  <a:pt x="1338456" y="42054"/>
                </a:cubicBezTo>
                <a:cubicBezTo>
                  <a:pt x="1339340" y="42370"/>
                  <a:pt x="1339971" y="42764"/>
                  <a:pt x="1340350" y="43238"/>
                </a:cubicBezTo>
                <a:cubicBezTo>
                  <a:pt x="1340729" y="43711"/>
                  <a:pt x="1340919" y="44264"/>
                  <a:pt x="1340919" y="44895"/>
                </a:cubicBezTo>
                <a:lnTo>
                  <a:pt x="1340919" y="129382"/>
                </a:lnTo>
                <a:close/>
                <a:moveTo>
                  <a:pt x="1388630" y="129382"/>
                </a:moveTo>
                <a:cubicBezTo>
                  <a:pt x="1388630" y="130014"/>
                  <a:pt x="1388440" y="130566"/>
                  <a:pt x="1388061" y="131040"/>
                </a:cubicBezTo>
                <a:cubicBezTo>
                  <a:pt x="1387682" y="131513"/>
                  <a:pt x="1387035" y="131908"/>
                  <a:pt x="1386120" y="132224"/>
                </a:cubicBezTo>
                <a:cubicBezTo>
                  <a:pt x="1385204" y="132539"/>
                  <a:pt x="1383989" y="132776"/>
                  <a:pt x="1382473" y="132934"/>
                </a:cubicBezTo>
                <a:cubicBezTo>
                  <a:pt x="1380958" y="133092"/>
                  <a:pt x="1379032" y="133171"/>
                  <a:pt x="1376695" y="133171"/>
                </a:cubicBezTo>
                <a:cubicBezTo>
                  <a:pt x="1374359" y="133171"/>
                  <a:pt x="1372433" y="133092"/>
                  <a:pt x="1370918" y="132934"/>
                </a:cubicBezTo>
                <a:cubicBezTo>
                  <a:pt x="1369402" y="132776"/>
                  <a:pt x="1368187" y="132539"/>
                  <a:pt x="1367271" y="132224"/>
                </a:cubicBezTo>
                <a:cubicBezTo>
                  <a:pt x="1366356" y="131908"/>
                  <a:pt x="1365708" y="131513"/>
                  <a:pt x="1365329" y="131040"/>
                </a:cubicBezTo>
                <a:cubicBezTo>
                  <a:pt x="1364951" y="130566"/>
                  <a:pt x="1364761" y="130014"/>
                  <a:pt x="1364761" y="129382"/>
                </a:cubicBezTo>
                <a:lnTo>
                  <a:pt x="1364761" y="4831"/>
                </a:lnTo>
                <a:cubicBezTo>
                  <a:pt x="1364761" y="4199"/>
                  <a:pt x="1364951" y="3631"/>
                  <a:pt x="1365329" y="3126"/>
                </a:cubicBezTo>
                <a:cubicBezTo>
                  <a:pt x="1365708" y="2620"/>
                  <a:pt x="1366356" y="2194"/>
                  <a:pt x="1367271" y="1847"/>
                </a:cubicBezTo>
                <a:cubicBezTo>
                  <a:pt x="1368187" y="1500"/>
                  <a:pt x="1369402" y="1231"/>
                  <a:pt x="1370918" y="1042"/>
                </a:cubicBezTo>
                <a:cubicBezTo>
                  <a:pt x="1372433" y="852"/>
                  <a:pt x="1374359" y="758"/>
                  <a:pt x="1376695" y="758"/>
                </a:cubicBezTo>
                <a:cubicBezTo>
                  <a:pt x="1379032" y="758"/>
                  <a:pt x="1380958" y="852"/>
                  <a:pt x="1382473" y="1042"/>
                </a:cubicBezTo>
                <a:cubicBezTo>
                  <a:pt x="1383989" y="1231"/>
                  <a:pt x="1385204" y="1500"/>
                  <a:pt x="1386120" y="1847"/>
                </a:cubicBezTo>
                <a:cubicBezTo>
                  <a:pt x="1387035" y="2194"/>
                  <a:pt x="1387682" y="2620"/>
                  <a:pt x="1388061" y="3126"/>
                </a:cubicBezTo>
                <a:cubicBezTo>
                  <a:pt x="1388440" y="3631"/>
                  <a:pt x="1388630" y="4199"/>
                  <a:pt x="1388630" y="4831"/>
                </a:cubicBezTo>
                <a:lnTo>
                  <a:pt x="1388630" y="129382"/>
                </a:lnTo>
                <a:close/>
                <a:moveTo>
                  <a:pt x="1538708" y="20317"/>
                </a:moveTo>
                <a:cubicBezTo>
                  <a:pt x="1538708" y="22156"/>
                  <a:pt x="1538629" y="23725"/>
                  <a:pt x="1538472" y="25026"/>
                </a:cubicBezTo>
                <a:cubicBezTo>
                  <a:pt x="1538314" y="26326"/>
                  <a:pt x="1538077" y="27373"/>
                  <a:pt x="1537761" y="28166"/>
                </a:cubicBezTo>
                <a:cubicBezTo>
                  <a:pt x="1537445" y="28959"/>
                  <a:pt x="1537051" y="29546"/>
                  <a:pt x="1536577" y="29927"/>
                </a:cubicBezTo>
                <a:cubicBezTo>
                  <a:pt x="1536104" y="30308"/>
                  <a:pt x="1535583" y="30499"/>
                  <a:pt x="1535014" y="30499"/>
                </a:cubicBezTo>
                <a:lnTo>
                  <a:pt x="1504326" y="30499"/>
                </a:lnTo>
                <a:lnTo>
                  <a:pt x="1504326" y="129196"/>
                </a:lnTo>
                <a:cubicBezTo>
                  <a:pt x="1504326" y="129827"/>
                  <a:pt x="1504121" y="130395"/>
                  <a:pt x="1503711" y="130901"/>
                </a:cubicBezTo>
                <a:cubicBezTo>
                  <a:pt x="1503300" y="131404"/>
                  <a:pt x="1502622" y="131813"/>
                  <a:pt x="1501674" y="132129"/>
                </a:cubicBezTo>
                <a:cubicBezTo>
                  <a:pt x="1500727" y="132445"/>
                  <a:pt x="1499449" y="132697"/>
                  <a:pt x="1497838" y="132887"/>
                </a:cubicBezTo>
                <a:cubicBezTo>
                  <a:pt x="1496228" y="133076"/>
                  <a:pt x="1494223" y="133171"/>
                  <a:pt x="1491824" y="133171"/>
                </a:cubicBezTo>
                <a:cubicBezTo>
                  <a:pt x="1489424" y="133171"/>
                  <a:pt x="1487420" y="133076"/>
                  <a:pt x="1485809" y="132887"/>
                </a:cubicBezTo>
                <a:cubicBezTo>
                  <a:pt x="1484199" y="132697"/>
                  <a:pt x="1482921" y="132445"/>
                  <a:pt x="1481973" y="132129"/>
                </a:cubicBezTo>
                <a:cubicBezTo>
                  <a:pt x="1481026" y="131813"/>
                  <a:pt x="1480347" y="131404"/>
                  <a:pt x="1479937" y="130901"/>
                </a:cubicBezTo>
                <a:cubicBezTo>
                  <a:pt x="1479527" y="130395"/>
                  <a:pt x="1479321" y="129827"/>
                  <a:pt x="1479321" y="129196"/>
                </a:cubicBezTo>
                <a:lnTo>
                  <a:pt x="1479321" y="30499"/>
                </a:lnTo>
                <a:lnTo>
                  <a:pt x="1448633" y="30499"/>
                </a:lnTo>
                <a:cubicBezTo>
                  <a:pt x="1448002" y="30499"/>
                  <a:pt x="1447465" y="30308"/>
                  <a:pt x="1447023" y="29927"/>
                </a:cubicBezTo>
                <a:cubicBezTo>
                  <a:pt x="1446581" y="29546"/>
                  <a:pt x="1446202" y="28959"/>
                  <a:pt x="1445887" y="28166"/>
                </a:cubicBezTo>
                <a:cubicBezTo>
                  <a:pt x="1445571" y="27373"/>
                  <a:pt x="1445334" y="26326"/>
                  <a:pt x="1445176" y="25026"/>
                </a:cubicBezTo>
                <a:cubicBezTo>
                  <a:pt x="1445018" y="23725"/>
                  <a:pt x="1444939" y="22156"/>
                  <a:pt x="1444939" y="20317"/>
                </a:cubicBezTo>
                <a:cubicBezTo>
                  <a:pt x="1444939" y="18414"/>
                  <a:pt x="1445018" y="16797"/>
                  <a:pt x="1445176" y="15465"/>
                </a:cubicBezTo>
                <a:cubicBezTo>
                  <a:pt x="1445334" y="14131"/>
                  <a:pt x="1445571" y="13069"/>
                  <a:pt x="1445887" y="12278"/>
                </a:cubicBezTo>
                <a:cubicBezTo>
                  <a:pt x="1446202" y="11484"/>
                  <a:pt x="1446581" y="10913"/>
                  <a:pt x="1447023" y="10564"/>
                </a:cubicBezTo>
                <a:cubicBezTo>
                  <a:pt x="1447465" y="10215"/>
                  <a:pt x="1448002" y="10040"/>
                  <a:pt x="1448633" y="10040"/>
                </a:cubicBezTo>
                <a:lnTo>
                  <a:pt x="1535014" y="10040"/>
                </a:lnTo>
                <a:cubicBezTo>
                  <a:pt x="1535583" y="10040"/>
                  <a:pt x="1536104" y="10215"/>
                  <a:pt x="1536577" y="10564"/>
                </a:cubicBezTo>
                <a:cubicBezTo>
                  <a:pt x="1537051" y="10913"/>
                  <a:pt x="1537445" y="11484"/>
                  <a:pt x="1537761" y="12278"/>
                </a:cubicBezTo>
                <a:cubicBezTo>
                  <a:pt x="1538077" y="13069"/>
                  <a:pt x="1538314" y="14131"/>
                  <a:pt x="1538472" y="15465"/>
                </a:cubicBezTo>
                <a:cubicBezTo>
                  <a:pt x="1538629" y="16797"/>
                  <a:pt x="1538708" y="18414"/>
                  <a:pt x="1538708" y="203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estCaseGeneration">
            <a:extLst xmlns:a="http://schemas.openxmlformats.org/drawingml/2006/main">
              <a:ext uri="{FF2B5EF4-FFF2-40B4-BE49-F238E27FC236}">
                <a16:creationId xmlns:a16="http://schemas.microsoft.com/office/drawing/2014/main" id="{173C57CE-6833-49AC-9375-3EB0F5E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005" y="5144293"/>
            <a:ext cx="1589344" cy="130898"/>
          </a:xfrm>
          <a:custGeom xmlns:a="http://schemas.openxmlformats.org/drawingml/2006/main">
            <a:pathLst>
              <a:path w="1589344" h="130898">
                <a:moveTo>
                  <a:pt x="82971" y="80683"/>
                </a:moveTo>
                <a:cubicBezTo>
                  <a:pt x="82971" y="83594"/>
                  <a:pt x="82324" y="85745"/>
                  <a:pt x="81030" y="87136"/>
                </a:cubicBezTo>
                <a:cubicBezTo>
                  <a:pt x="79735" y="88527"/>
                  <a:pt x="77951" y="89223"/>
                  <a:pt x="75678" y="89223"/>
                </a:cubicBezTo>
                <a:lnTo>
                  <a:pt x="24247" y="89223"/>
                </a:lnTo>
                <a:cubicBezTo>
                  <a:pt x="24247" y="92836"/>
                  <a:pt x="24674" y="96116"/>
                  <a:pt x="25526" y="99064"/>
                </a:cubicBezTo>
                <a:cubicBezTo>
                  <a:pt x="26378" y="102012"/>
                  <a:pt x="27736" y="104517"/>
                  <a:pt x="29599" y="106579"/>
                </a:cubicBezTo>
                <a:cubicBezTo>
                  <a:pt x="31462" y="108639"/>
                  <a:pt x="33861" y="110208"/>
                  <a:pt x="36797" y="111285"/>
                </a:cubicBezTo>
                <a:cubicBezTo>
                  <a:pt x="39733" y="112363"/>
                  <a:pt x="43254" y="112902"/>
                  <a:pt x="47358" y="112902"/>
                </a:cubicBezTo>
                <a:cubicBezTo>
                  <a:pt x="51526" y="112902"/>
                  <a:pt x="55188" y="112597"/>
                  <a:pt x="58345" y="111987"/>
                </a:cubicBezTo>
                <a:cubicBezTo>
                  <a:pt x="61502" y="111377"/>
                  <a:pt x="64233" y="110703"/>
                  <a:pt x="66538" y="109965"/>
                </a:cubicBezTo>
                <a:cubicBezTo>
                  <a:pt x="68843" y="109227"/>
                  <a:pt x="70753" y="108554"/>
                  <a:pt x="72268" y="107944"/>
                </a:cubicBezTo>
                <a:cubicBezTo>
                  <a:pt x="73784" y="107334"/>
                  <a:pt x="75015" y="107029"/>
                  <a:pt x="75962" y="107029"/>
                </a:cubicBezTo>
                <a:cubicBezTo>
                  <a:pt x="76531" y="107029"/>
                  <a:pt x="77004" y="107141"/>
                  <a:pt x="77383" y="107364"/>
                </a:cubicBezTo>
                <a:cubicBezTo>
                  <a:pt x="77762" y="107585"/>
                  <a:pt x="78078" y="107981"/>
                  <a:pt x="78330" y="108554"/>
                </a:cubicBezTo>
                <a:cubicBezTo>
                  <a:pt x="78583" y="109124"/>
                  <a:pt x="78756" y="109933"/>
                  <a:pt x="78851" y="110981"/>
                </a:cubicBezTo>
                <a:cubicBezTo>
                  <a:pt x="78946" y="112028"/>
                  <a:pt x="78993" y="113346"/>
                  <a:pt x="78993" y="114932"/>
                </a:cubicBezTo>
                <a:cubicBezTo>
                  <a:pt x="78993" y="116329"/>
                  <a:pt x="78962" y="117520"/>
                  <a:pt x="78898" y="118505"/>
                </a:cubicBezTo>
                <a:cubicBezTo>
                  <a:pt x="78835" y="119487"/>
                  <a:pt x="78741" y="120328"/>
                  <a:pt x="78614" y="121026"/>
                </a:cubicBezTo>
                <a:cubicBezTo>
                  <a:pt x="78488" y="121725"/>
                  <a:pt x="78299" y="122313"/>
                  <a:pt x="78046" y="122791"/>
                </a:cubicBezTo>
                <a:cubicBezTo>
                  <a:pt x="77793" y="123266"/>
                  <a:pt x="77462" y="123726"/>
                  <a:pt x="77052" y="124170"/>
                </a:cubicBezTo>
                <a:cubicBezTo>
                  <a:pt x="76641" y="124614"/>
                  <a:pt x="75520" y="125215"/>
                  <a:pt x="73689" y="125972"/>
                </a:cubicBezTo>
                <a:cubicBezTo>
                  <a:pt x="71858" y="126730"/>
                  <a:pt x="69522" y="127472"/>
                  <a:pt x="66680" y="128198"/>
                </a:cubicBezTo>
                <a:cubicBezTo>
                  <a:pt x="63839" y="128924"/>
                  <a:pt x="60587" y="129556"/>
                  <a:pt x="56924" y="130093"/>
                </a:cubicBezTo>
                <a:cubicBezTo>
                  <a:pt x="53262" y="130629"/>
                  <a:pt x="49347" y="130898"/>
                  <a:pt x="45180" y="130898"/>
                </a:cubicBezTo>
                <a:cubicBezTo>
                  <a:pt x="37665" y="130898"/>
                  <a:pt x="31083" y="129948"/>
                  <a:pt x="25431" y="128050"/>
                </a:cubicBezTo>
                <a:cubicBezTo>
                  <a:pt x="19780" y="126152"/>
                  <a:pt x="15060" y="123273"/>
                  <a:pt x="11271" y="119413"/>
                </a:cubicBezTo>
                <a:cubicBezTo>
                  <a:pt x="7483" y="115554"/>
                  <a:pt x="4657" y="110683"/>
                  <a:pt x="2794" y="104800"/>
                </a:cubicBezTo>
                <a:cubicBezTo>
                  <a:pt x="931" y="98916"/>
                  <a:pt x="0" y="92020"/>
                  <a:pt x="0" y="84111"/>
                </a:cubicBezTo>
                <a:cubicBezTo>
                  <a:pt x="0" y="76581"/>
                  <a:pt x="979" y="69795"/>
                  <a:pt x="2936" y="63753"/>
                </a:cubicBezTo>
                <a:cubicBezTo>
                  <a:pt x="4894" y="57711"/>
                  <a:pt x="7735" y="52586"/>
                  <a:pt x="11461" y="48379"/>
                </a:cubicBezTo>
                <a:cubicBezTo>
                  <a:pt x="15186" y="44170"/>
                  <a:pt x="19717" y="40959"/>
                  <a:pt x="25052" y="38745"/>
                </a:cubicBezTo>
                <a:cubicBezTo>
                  <a:pt x="30388" y="36531"/>
                  <a:pt x="36403" y="35424"/>
                  <a:pt x="43096" y="35424"/>
                </a:cubicBezTo>
                <a:cubicBezTo>
                  <a:pt x="50168" y="35424"/>
                  <a:pt x="56214" y="36468"/>
                  <a:pt x="61234" y="38555"/>
                </a:cubicBezTo>
                <a:cubicBezTo>
                  <a:pt x="66254" y="40643"/>
                  <a:pt x="70374" y="43537"/>
                  <a:pt x="73594" y="47237"/>
                </a:cubicBezTo>
                <a:cubicBezTo>
                  <a:pt x="76815" y="50937"/>
                  <a:pt x="79183" y="55317"/>
                  <a:pt x="80698" y="60379"/>
                </a:cubicBezTo>
                <a:cubicBezTo>
                  <a:pt x="82214" y="65438"/>
                  <a:pt x="82971" y="70941"/>
                  <a:pt x="82971" y="76889"/>
                </a:cubicBezTo>
                <a:lnTo>
                  <a:pt x="82971" y="80683"/>
                </a:lnTo>
                <a:moveTo>
                  <a:pt x="59861" y="73879"/>
                </a:moveTo>
                <a:cubicBezTo>
                  <a:pt x="60050" y="67156"/>
                  <a:pt x="58708" y="61876"/>
                  <a:pt x="55835" y="58040"/>
                </a:cubicBezTo>
                <a:cubicBezTo>
                  <a:pt x="52962" y="54202"/>
                  <a:pt x="48526" y="52283"/>
                  <a:pt x="42528" y="52283"/>
                </a:cubicBezTo>
                <a:cubicBezTo>
                  <a:pt x="39497" y="52283"/>
                  <a:pt x="36860" y="52855"/>
                  <a:pt x="34619" y="53997"/>
                </a:cubicBezTo>
                <a:cubicBezTo>
                  <a:pt x="32377" y="55138"/>
                  <a:pt x="30514" y="56676"/>
                  <a:pt x="29030" y="58611"/>
                </a:cubicBezTo>
                <a:cubicBezTo>
                  <a:pt x="27547" y="60545"/>
                  <a:pt x="26410" y="62828"/>
                  <a:pt x="25621" y="65461"/>
                </a:cubicBezTo>
                <a:cubicBezTo>
                  <a:pt x="24831" y="68091"/>
                  <a:pt x="24374" y="70897"/>
                  <a:pt x="24247" y="73879"/>
                </a:cubicBezTo>
                <a:lnTo>
                  <a:pt x="59861" y="73879"/>
                </a:lnTo>
                <a:close/>
                <a:moveTo>
                  <a:pt x="162366" y="101571"/>
                </a:moveTo>
                <a:cubicBezTo>
                  <a:pt x="162366" y="106380"/>
                  <a:pt x="161466" y="110620"/>
                  <a:pt x="159666" y="114290"/>
                </a:cubicBezTo>
                <a:cubicBezTo>
                  <a:pt x="157867" y="117958"/>
                  <a:pt x="155325" y="121026"/>
                  <a:pt x="152042" y="123495"/>
                </a:cubicBezTo>
                <a:cubicBezTo>
                  <a:pt x="148758" y="125962"/>
                  <a:pt x="144875" y="127811"/>
                  <a:pt x="140392" y="129045"/>
                </a:cubicBezTo>
                <a:cubicBezTo>
                  <a:pt x="135908" y="130280"/>
                  <a:pt x="131046" y="130898"/>
                  <a:pt x="125805" y="130898"/>
                </a:cubicBezTo>
                <a:cubicBezTo>
                  <a:pt x="122648" y="130898"/>
                  <a:pt x="119633" y="130658"/>
                  <a:pt x="116760" y="130178"/>
                </a:cubicBezTo>
                <a:cubicBezTo>
                  <a:pt x="113887" y="129699"/>
                  <a:pt x="111314" y="129092"/>
                  <a:pt x="109041" y="128358"/>
                </a:cubicBezTo>
                <a:cubicBezTo>
                  <a:pt x="106767" y="127622"/>
                  <a:pt x="104873" y="126871"/>
                  <a:pt x="103358" y="126106"/>
                </a:cubicBezTo>
                <a:cubicBezTo>
                  <a:pt x="101842" y="125338"/>
                  <a:pt x="100737" y="124619"/>
                  <a:pt x="100043" y="123948"/>
                </a:cubicBezTo>
                <a:cubicBezTo>
                  <a:pt x="99348" y="123277"/>
                  <a:pt x="98811" y="122227"/>
                  <a:pt x="98432" y="120799"/>
                </a:cubicBezTo>
                <a:cubicBezTo>
                  <a:pt x="98054" y="119370"/>
                  <a:pt x="97864" y="117259"/>
                  <a:pt x="97864" y="114464"/>
                </a:cubicBezTo>
                <a:cubicBezTo>
                  <a:pt x="97864" y="112623"/>
                  <a:pt x="97927" y="111147"/>
                  <a:pt x="98054" y="110036"/>
                </a:cubicBezTo>
                <a:cubicBezTo>
                  <a:pt x="98180" y="108925"/>
                  <a:pt x="98369" y="108037"/>
                  <a:pt x="98622" y="107370"/>
                </a:cubicBezTo>
                <a:cubicBezTo>
                  <a:pt x="98874" y="106703"/>
                  <a:pt x="99190" y="106259"/>
                  <a:pt x="99569" y="106038"/>
                </a:cubicBezTo>
                <a:cubicBezTo>
                  <a:pt x="99948" y="105815"/>
                  <a:pt x="100421" y="105703"/>
                  <a:pt x="100990" y="105703"/>
                </a:cubicBezTo>
                <a:cubicBezTo>
                  <a:pt x="101684" y="105703"/>
                  <a:pt x="102710" y="106103"/>
                  <a:pt x="104068" y="106902"/>
                </a:cubicBezTo>
                <a:cubicBezTo>
                  <a:pt x="105426" y="107701"/>
                  <a:pt x="107115" y="108580"/>
                  <a:pt x="109135" y="109539"/>
                </a:cubicBezTo>
                <a:cubicBezTo>
                  <a:pt x="111156" y="110498"/>
                  <a:pt x="113508" y="111393"/>
                  <a:pt x="116192" y="112224"/>
                </a:cubicBezTo>
                <a:cubicBezTo>
                  <a:pt x="118875" y="113054"/>
                  <a:pt x="121922" y="113470"/>
                  <a:pt x="125332" y="113470"/>
                </a:cubicBezTo>
                <a:cubicBezTo>
                  <a:pt x="127479" y="113470"/>
                  <a:pt x="129389" y="113250"/>
                  <a:pt x="131062" y="112810"/>
                </a:cubicBezTo>
                <a:cubicBezTo>
                  <a:pt x="132735" y="112370"/>
                  <a:pt x="134188" y="111741"/>
                  <a:pt x="135419" y="110924"/>
                </a:cubicBezTo>
                <a:cubicBezTo>
                  <a:pt x="136650" y="110105"/>
                  <a:pt x="137582" y="109068"/>
                  <a:pt x="138213" y="107811"/>
                </a:cubicBezTo>
                <a:cubicBezTo>
                  <a:pt x="138845" y="106554"/>
                  <a:pt x="139160" y="105107"/>
                  <a:pt x="139160" y="103471"/>
                </a:cubicBezTo>
                <a:cubicBezTo>
                  <a:pt x="139160" y="101573"/>
                  <a:pt x="138576" y="99944"/>
                  <a:pt x="137408" y="98585"/>
                </a:cubicBezTo>
                <a:cubicBezTo>
                  <a:pt x="136240" y="97223"/>
                  <a:pt x="134693" y="96036"/>
                  <a:pt x="132767" y="95024"/>
                </a:cubicBezTo>
                <a:cubicBezTo>
                  <a:pt x="130841" y="94012"/>
                  <a:pt x="128663" y="93062"/>
                  <a:pt x="126232" y="92177"/>
                </a:cubicBezTo>
                <a:cubicBezTo>
                  <a:pt x="123801" y="91291"/>
                  <a:pt x="121306" y="90310"/>
                  <a:pt x="118749" y="89234"/>
                </a:cubicBezTo>
                <a:cubicBezTo>
                  <a:pt x="116192" y="88159"/>
                  <a:pt x="113697" y="86926"/>
                  <a:pt x="111266" y="85535"/>
                </a:cubicBezTo>
                <a:cubicBezTo>
                  <a:pt x="108835" y="84141"/>
                  <a:pt x="106657" y="82433"/>
                  <a:pt x="104731" y="80408"/>
                </a:cubicBezTo>
                <a:cubicBezTo>
                  <a:pt x="102805" y="78383"/>
                  <a:pt x="101258" y="75948"/>
                  <a:pt x="100090" y="73103"/>
                </a:cubicBezTo>
                <a:cubicBezTo>
                  <a:pt x="98922" y="70256"/>
                  <a:pt x="98338" y="66839"/>
                  <a:pt x="98338" y="62853"/>
                </a:cubicBezTo>
                <a:cubicBezTo>
                  <a:pt x="98338" y="58802"/>
                  <a:pt x="99127" y="55084"/>
                  <a:pt x="100706" y="51700"/>
                </a:cubicBezTo>
                <a:cubicBezTo>
                  <a:pt x="102284" y="48316"/>
                  <a:pt x="104557" y="45422"/>
                  <a:pt x="107525" y="43019"/>
                </a:cubicBezTo>
                <a:cubicBezTo>
                  <a:pt x="110493" y="40613"/>
                  <a:pt x="114108" y="38747"/>
                  <a:pt x="118370" y="37419"/>
                </a:cubicBezTo>
                <a:cubicBezTo>
                  <a:pt x="122632" y="36089"/>
                  <a:pt x="127416" y="35424"/>
                  <a:pt x="132720" y="35424"/>
                </a:cubicBezTo>
                <a:cubicBezTo>
                  <a:pt x="135372" y="35424"/>
                  <a:pt x="137945" y="35613"/>
                  <a:pt x="140439" y="35992"/>
                </a:cubicBezTo>
                <a:cubicBezTo>
                  <a:pt x="142933" y="36371"/>
                  <a:pt x="145191" y="36845"/>
                  <a:pt x="147211" y="37413"/>
                </a:cubicBezTo>
                <a:cubicBezTo>
                  <a:pt x="149232" y="37981"/>
                  <a:pt x="150937" y="38597"/>
                  <a:pt x="152326" y="39260"/>
                </a:cubicBezTo>
                <a:cubicBezTo>
                  <a:pt x="153715" y="39923"/>
                  <a:pt x="154710" y="40491"/>
                  <a:pt x="155309" y="40965"/>
                </a:cubicBezTo>
                <a:cubicBezTo>
                  <a:pt x="155909" y="41438"/>
                  <a:pt x="156335" y="41912"/>
                  <a:pt x="156588" y="42385"/>
                </a:cubicBezTo>
                <a:cubicBezTo>
                  <a:pt x="156841" y="42859"/>
                  <a:pt x="157030" y="43427"/>
                  <a:pt x="157156" y="44090"/>
                </a:cubicBezTo>
                <a:cubicBezTo>
                  <a:pt x="157283" y="44753"/>
                  <a:pt x="157393" y="45574"/>
                  <a:pt x="157488" y="46553"/>
                </a:cubicBezTo>
                <a:cubicBezTo>
                  <a:pt x="157583" y="47532"/>
                  <a:pt x="157630" y="48747"/>
                  <a:pt x="157630" y="50200"/>
                </a:cubicBezTo>
                <a:cubicBezTo>
                  <a:pt x="157630" y="51904"/>
                  <a:pt x="157583" y="53294"/>
                  <a:pt x="157488" y="54367"/>
                </a:cubicBezTo>
                <a:cubicBezTo>
                  <a:pt x="157393" y="55440"/>
                  <a:pt x="157235" y="56293"/>
                  <a:pt x="157014" y="56924"/>
                </a:cubicBezTo>
                <a:cubicBezTo>
                  <a:pt x="156793" y="57556"/>
                  <a:pt x="156493" y="57982"/>
                  <a:pt x="156114" y="58203"/>
                </a:cubicBezTo>
                <a:cubicBezTo>
                  <a:pt x="155736" y="58424"/>
                  <a:pt x="155294" y="58535"/>
                  <a:pt x="154788" y="58535"/>
                </a:cubicBezTo>
                <a:cubicBezTo>
                  <a:pt x="154220" y="58535"/>
                  <a:pt x="153336" y="58203"/>
                  <a:pt x="152136" y="57540"/>
                </a:cubicBezTo>
                <a:cubicBezTo>
                  <a:pt x="150937" y="56877"/>
                  <a:pt x="149437" y="56167"/>
                  <a:pt x="147637" y="55409"/>
                </a:cubicBezTo>
                <a:cubicBezTo>
                  <a:pt x="145838" y="54651"/>
                  <a:pt x="143754" y="53941"/>
                  <a:pt x="141386" y="53278"/>
                </a:cubicBezTo>
                <a:cubicBezTo>
                  <a:pt x="139018" y="52615"/>
                  <a:pt x="136319" y="52283"/>
                  <a:pt x="133288" y="52283"/>
                </a:cubicBezTo>
                <a:cubicBezTo>
                  <a:pt x="131141" y="52283"/>
                  <a:pt x="129278" y="52506"/>
                  <a:pt x="127700" y="52952"/>
                </a:cubicBezTo>
                <a:cubicBezTo>
                  <a:pt x="126121" y="53396"/>
                  <a:pt x="124827" y="54031"/>
                  <a:pt x="123816" y="54855"/>
                </a:cubicBezTo>
                <a:cubicBezTo>
                  <a:pt x="122806" y="55680"/>
                  <a:pt x="122048" y="56648"/>
                  <a:pt x="121543" y="57759"/>
                </a:cubicBezTo>
                <a:cubicBezTo>
                  <a:pt x="121038" y="58870"/>
                  <a:pt x="120785" y="60061"/>
                  <a:pt x="120785" y="61332"/>
                </a:cubicBezTo>
                <a:cubicBezTo>
                  <a:pt x="120785" y="63293"/>
                  <a:pt x="121385" y="64939"/>
                  <a:pt x="122585" y="66269"/>
                </a:cubicBezTo>
                <a:cubicBezTo>
                  <a:pt x="123785" y="67597"/>
                  <a:pt x="125363" y="68767"/>
                  <a:pt x="127321" y="69779"/>
                </a:cubicBezTo>
                <a:cubicBezTo>
                  <a:pt x="129278" y="70791"/>
                  <a:pt x="131504" y="71741"/>
                  <a:pt x="133998" y="72627"/>
                </a:cubicBezTo>
                <a:cubicBezTo>
                  <a:pt x="136492" y="73513"/>
                  <a:pt x="139018" y="74477"/>
                  <a:pt x="141576" y="75521"/>
                </a:cubicBezTo>
                <a:cubicBezTo>
                  <a:pt x="144133" y="76565"/>
                  <a:pt x="146659" y="77783"/>
                  <a:pt x="149153" y="79174"/>
                </a:cubicBezTo>
                <a:cubicBezTo>
                  <a:pt x="151647" y="80565"/>
                  <a:pt x="153873" y="82274"/>
                  <a:pt x="155830" y="84300"/>
                </a:cubicBezTo>
                <a:cubicBezTo>
                  <a:pt x="157788" y="86325"/>
                  <a:pt x="159366" y="88745"/>
                  <a:pt x="160566" y="91561"/>
                </a:cubicBezTo>
                <a:cubicBezTo>
                  <a:pt x="161766" y="94375"/>
                  <a:pt x="162366" y="97711"/>
                  <a:pt x="162366" y="101571"/>
                </a:cubicBezTo>
                <a:close/>
                <a:moveTo>
                  <a:pt x="228546" y="117004"/>
                </a:moveTo>
                <a:cubicBezTo>
                  <a:pt x="228546" y="119796"/>
                  <a:pt x="228373" y="121938"/>
                  <a:pt x="228025" y="123430"/>
                </a:cubicBezTo>
                <a:cubicBezTo>
                  <a:pt x="227678" y="124920"/>
                  <a:pt x="227220" y="125966"/>
                  <a:pt x="226652" y="126570"/>
                </a:cubicBezTo>
                <a:cubicBezTo>
                  <a:pt x="226084" y="127172"/>
                  <a:pt x="225247" y="127711"/>
                  <a:pt x="224142" y="128186"/>
                </a:cubicBezTo>
                <a:cubicBezTo>
                  <a:pt x="223037" y="128662"/>
                  <a:pt x="221742" y="129074"/>
                  <a:pt x="220259" y="129424"/>
                </a:cubicBezTo>
                <a:cubicBezTo>
                  <a:pt x="218775" y="129773"/>
                  <a:pt x="217164" y="130042"/>
                  <a:pt x="215428" y="130232"/>
                </a:cubicBezTo>
                <a:cubicBezTo>
                  <a:pt x="213692" y="130423"/>
                  <a:pt x="211939" y="130519"/>
                  <a:pt x="210171" y="130519"/>
                </a:cubicBezTo>
                <a:cubicBezTo>
                  <a:pt x="205435" y="130519"/>
                  <a:pt x="201331" y="129919"/>
                  <a:pt x="197858" y="128719"/>
                </a:cubicBezTo>
                <a:cubicBezTo>
                  <a:pt x="194385" y="127519"/>
                  <a:pt x="191512" y="125672"/>
                  <a:pt x="189239" y="123178"/>
                </a:cubicBezTo>
                <a:cubicBezTo>
                  <a:pt x="186966" y="120684"/>
                  <a:pt x="185292" y="117543"/>
                  <a:pt x="184219" y="113754"/>
                </a:cubicBezTo>
                <a:cubicBezTo>
                  <a:pt x="183146" y="109965"/>
                  <a:pt x="182609" y="105482"/>
                  <a:pt x="182609" y="100304"/>
                </a:cubicBezTo>
                <a:lnTo>
                  <a:pt x="182609" y="57019"/>
                </a:lnTo>
                <a:lnTo>
                  <a:pt x="172474" y="57019"/>
                </a:lnTo>
                <a:cubicBezTo>
                  <a:pt x="171275" y="57019"/>
                  <a:pt x="170359" y="56277"/>
                  <a:pt x="169727" y="54793"/>
                </a:cubicBezTo>
                <a:cubicBezTo>
                  <a:pt x="169096" y="53309"/>
                  <a:pt x="168780" y="50831"/>
                  <a:pt x="168780" y="47358"/>
                </a:cubicBezTo>
                <a:cubicBezTo>
                  <a:pt x="168780" y="45527"/>
                  <a:pt x="168859" y="43980"/>
                  <a:pt x="169017" y="42717"/>
                </a:cubicBezTo>
                <a:cubicBezTo>
                  <a:pt x="169175" y="41454"/>
                  <a:pt x="169412" y="40460"/>
                  <a:pt x="169727" y="39733"/>
                </a:cubicBezTo>
                <a:cubicBezTo>
                  <a:pt x="170043" y="39007"/>
                  <a:pt x="170438" y="38486"/>
                  <a:pt x="170911" y="38171"/>
                </a:cubicBezTo>
                <a:cubicBezTo>
                  <a:pt x="171385" y="37855"/>
                  <a:pt x="171938" y="37697"/>
                  <a:pt x="172569" y="37697"/>
                </a:cubicBezTo>
                <a:lnTo>
                  <a:pt x="182609" y="37697"/>
                </a:lnTo>
                <a:lnTo>
                  <a:pt x="182609" y="18772"/>
                </a:lnTo>
                <a:cubicBezTo>
                  <a:pt x="182609" y="18136"/>
                  <a:pt x="182783" y="17565"/>
                  <a:pt x="183130" y="17058"/>
                </a:cubicBezTo>
                <a:cubicBezTo>
                  <a:pt x="183477" y="16551"/>
                  <a:pt x="184109" y="16123"/>
                  <a:pt x="185024" y="15776"/>
                </a:cubicBezTo>
                <a:cubicBezTo>
                  <a:pt x="185940" y="15427"/>
                  <a:pt x="187171" y="15173"/>
                  <a:pt x="188718" y="15015"/>
                </a:cubicBezTo>
                <a:cubicBezTo>
                  <a:pt x="190265" y="14856"/>
                  <a:pt x="192175" y="14776"/>
                  <a:pt x="194448" y="14776"/>
                </a:cubicBezTo>
                <a:cubicBezTo>
                  <a:pt x="196785" y="14776"/>
                  <a:pt x="198726" y="14856"/>
                  <a:pt x="200273" y="15015"/>
                </a:cubicBezTo>
                <a:cubicBezTo>
                  <a:pt x="201820" y="15173"/>
                  <a:pt x="203036" y="15427"/>
                  <a:pt x="203920" y="15776"/>
                </a:cubicBezTo>
                <a:cubicBezTo>
                  <a:pt x="204804" y="16123"/>
                  <a:pt x="205435" y="16551"/>
                  <a:pt x="205814" y="17058"/>
                </a:cubicBezTo>
                <a:cubicBezTo>
                  <a:pt x="206193" y="17565"/>
                  <a:pt x="206383" y="18136"/>
                  <a:pt x="206383" y="18772"/>
                </a:cubicBezTo>
                <a:lnTo>
                  <a:pt x="206383" y="37697"/>
                </a:lnTo>
                <a:lnTo>
                  <a:pt x="224758" y="37697"/>
                </a:lnTo>
                <a:cubicBezTo>
                  <a:pt x="225389" y="37697"/>
                  <a:pt x="225941" y="37855"/>
                  <a:pt x="226415" y="38171"/>
                </a:cubicBezTo>
                <a:cubicBezTo>
                  <a:pt x="226889" y="38486"/>
                  <a:pt x="227283" y="39007"/>
                  <a:pt x="227599" y="39733"/>
                </a:cubicBezTo>
                <a:cubicBezTo>
                  <a:pt x="227915" y="40460"/>
                  <a:pt x="228152" y="41454"/>
                  <a:pt x="228309" y="42717"/>
                </a:cubicBezTo>
                <a:cubicBezTo>
                  <a:pt x="228467" y="43980"/>
                  <a:pt x="228546" y="45527"/>
                  <a:pt x="228546" y="47358"/>
                </a:cubicBezTo>
                <a:cubicBezTo>
                  <a:pt x="228546" y="50831"/>
                  <a:pt x="228230" y="53309"/>
                  <a:pt x="227599" y="54793"/>
                </a:cubicBezTo>
                <a:cubicBezTo>
                  <a:pt x="226968" y="56277"/>
                  <a:pt x="226052" y="57019"/>
                  <a:pt x="224852" y="57019"/>
                </a:cubicBezTo>
                <a:lnTo>
                  <a:pt x="206383" y="57019"/>
                </a:lnTo>
                <a:lnTo>
                  <a:pt x="206383" y="96634"/>
                </a:lnTo>
                <a:cubicBezTo>
                  <a:pt x="206383" y="101236"/>
                  <a:pt x="207109" y="104687"/>
                  <a:pt x="208561" y="106988"/>
                </a:cubicBezTo>
                <a:cubicBezTo>
                  <a:pt x="210013" y="109289"/>
                  <a:pt x="212602" y="110439"/>
                  <a:pt x="216328" y="110439"/>
                </a:cubicBezTo>
                <a:cubicBezTo>
                  <a:pt x="217591" y="110439"/>
                  <a:pt x="218727" y="110328"/>
                  <a:pt x="219738" y="110107"/>
                </a:cubicBezTo>
                <a:cubicBezTo>
                  <a:pt x="220748" y="109886"/>
                  <a:pt x="221648" y="109634"/>
                  <a:pt x="222437" y="109350"/>
                </a:cubicBezTo>
                <a:cubicBezTo>
                  <a:pt x="223226" y="109066"/>
                  <a:pt x="223889" y="108813"/>
                  <a:pt x="224426" y="108592"/>
                </a:cubicBezTo>
                <a:cubicBezTo>
                  <a:pt x="224963" y="108371"/>
                  <a:pt x="225452" y="108260"/>
                  <a:pt x="225894" y="108260"/>
                </a:cubicBezTo>
                <a:cubicBezTo>
                  <a:pt x="226273" y="108260"/>
                  <a:pt x="226636" y="108371"/>
                  <a:pt x="226983" y="108592"/>
                </a:cubicBezTo>
                <a:cubicBezTo>
                  <a:pt x="227331" y="108813"/>
                  <a:pt x="227599" y="109256"/>
                  <a:pt x="227788" y="109921"/>
                </a:cubicBezTo>
                <a:cubicBezTo>
                  <a:pt x="227978" y="110584"/>
                  <a:pt x="228152" y="111487"/>
                  <a:pt x="228309" y="112629"/>
                </a:cubicBezTo>
                <a:cubicBezTo>
                  <a:pt x="228467" y="113770"/>
                  <a:pt x="228546" y="115228"/>
                  <a:pt x="228546" y="117004"/>
                </a:cubicBezTo>
                <a:close/>
                <a:moveTo>
                  <a:pt x="375877" y="109965"/>
                </a:moveTo>
                <a:cubicBezTo>
                  <a:pt x="375877" y="111544"/>
                  <a:pt x="375830" y="112886"/>
                  <a:pt x="375735" y="113991"/>
                </a:cubicBezTo>
                <a:cubicBezTo>
                  <a:pt x="375640" y="115096"/>
                  <a:pt x="375498" y="116043"/>
                  <a:pt x="375309" y="116832"/>
                </a:cubicBezTo>
                <a:cubicBezTo>
                  <a:pt x="375119" y="117622"/>
                  <a:pt x="374867" y="118300"/>
                  <a:pt x="374551" y="118869"/>
                </a:cubicBezTo>
                <a:cubicBezTo>
                  <a:pt x="374235" y="119437"/>
                  <a:pt x="373730" y="120091"/>
                  <a:pt x="373036" y="120831"/>
                </a:cubicBezTo>
                <a:cubicBezTo>
                  <a:pt x="372341" y="121569"/>
                  <a:pt x="370999" y="122516"/>
                  <a:pt x="369010" y="123673"/>
                </a:cubicBezTo>
                <a:cubicBezTo>
                  <a:pt x="367021" y="124829"/>
                  <a:pt x="364590" y="125938"/>
                  <a:pt x="361717" y="126999"/>
                </a:cubicBezTo>
                <a:cubicBezTo>
                  <a:pt x="358844" y="128059"/>
                  <a:pt x="355560" y="128942"/>
                  <a:pt x="351867" y="129649"/>
                </a:cubicBezTo>
                <a:cubicBezTo>
                  <a:pt x="348173" y="130355"/>
                  <a:pt x="344179" y="130708"/>
                  <a:pt x="339885" y="130708"/>
                </a:cubicBezTo>
                <a:cubicBezTo>
                  <a:pt x="331487" y="130708"/>
                  <a:pt x="323909" y="129412"/>
                  <a:pt x="317153" y="126819"/>
                </a:cubicBezTo>
                <a:cubicBezTo>
                  <a:pt x="310397" y="124226"/>
                  <a:pt x="304651" y="120353"/>
                  <a:pt x="299915" y="115198"/>
                </a:cubicBezTo>
                <a:cubicBezTo>
                  <a:pt x="295179" y="110044"/>
                  <a:pt x="291548" y="103611"/>
                  <a:pt x="289022" y="95897"/>
                </a:cubicBezTo>
                <a:cubicBezTo>
                  <a:pt x="286497" y="88182"/>
                  <a:pt x="285234" y="79201"/>
                  <a:pt x="285234" y="68956"/>
                </a:cubicBezTo>
                <a:cubicBezTo>
                  <a:pt x="285234" y="58522"/>
                  <a:pt x="286623" y="49257"/>
                  <a:pt x="289401" y="41163"/>
                </a:cubicBezTo>
                <a:cubicBezTo>
                  <a:pt x="292180" y="33069"/>
                  <a:pt x="296063" y="26271"/>
                  <a:pt x="301051" y="20769"/>
                </a:cubicBezTo>
                <a:cubicBezTo>
                  <a:pt x="306040" y="15266"/>
                  <a:pt x="312023" y="11092"/>
                  <a:pt x="319000" y="8246"/>
                </a:cubicBezTo>
                <a:cubicBezTo>
                  <a:pt x="325977" y="5401"/>
                  <a:pt x="333665" y="3978"/>
                  <a:pt x="342063" y="3978"/>
                </a:cubicBezTo>
                <a:cubicBezTo>
                  <a:pt x="345473" y="3978"/>
                  <a:pt x="348757" y="4267"/>
                  <a:pt x="351914" y="4845"/>
                </a:cubicBezTo>
                <a:cubicBezTo>
                  <a:pt x="355071" y="5423"/>
                  <a:pt x="357991" y="6179"/>
                  <a:pt x="360675" y="7113"/>
                </a:cubicBezTo>
                <a:cubicBezTo>
                  <a:pt x="363359" y="8044"/>
                  <a:pt x="365774" y="9120"/>
                  <a:pt x="367921" y="10342"/>
                </a:cubicBezTo>
                <a:cubicBezTo>
                  <a:pt x="370068" y="11563"/>
                  <a:pt x="371567" y="12608"/>
                  <a:pt x="372420" y="13476"/>
                </a:cubicBezTo>
                <a:cubicBezTo>
                  <a:pt x="373272" y="14343"/>
                  <a:pt x="373856" y="15060"/>
                  <a:pt x="374172" y="15628"/>
                </a:cubicBezTo>
                <a:cubicBezTo>
                  <a:pt x="374488" y="16196"/>
                  <a:pt x="374740" y="16923"/>
                  <a:pt x="374930" y="17807"/>
                </a:cubicBezTo>
                <a:cubicBezTo>
                  <a:pt x="375119" y="18691"/>
                  <a:pt x="375261" y="19733"/>
                  <a:pt x="375356" y="20932"/>
                </a:cubicBezTo>
                <a:cubicBezTo>
                  <a:pt x="375451" y="22132"/>
                  <a:pt x="375498" y="23616"/>
                  <a:pt x="375498" y="25384"/>
                </a:cubicBezTo>
                <a:cubicBezTo>
                  <a:pt x="375498" y="27278"/>
                  <a:pt x="375435" y="28888"/>
                  <a:pt x="375309" y="30214"/>
                </a:cubicBezTo>
                <a:cubicBezTo>
                  <a:pt x="375182" y="31540"/>
                  <a:pt x="374961" y="32614"/>
                  <a:pt x="374646" y="33435"/>
                </a:cubicBezTo>
                <a:cubicBezTo>
                  <a:pt x="374330" y="34256"/>
                  <a:pt x="373951" y="34856"/>
                  <a:pt x="373509" y="35234"/>
                </a:cubicBezTo>
                <a:cubicBezTo>
                  <a:pt x="373067" y="35613"/>
                  <a:pt x="372562" y="35803"/>
                  <a:pt x="371994" y="35803"/>
                </a:cubicBezTo>
                <a:cubicBezTo>
                  <a:pt x="371047" y="35803"/>
                  <a:pt x="369847" y="35245"/>
                  <a:pt x="368394" y="34130"/>
                </a:cubicBezTo>
                <a:cubicBezTo>
                  <a:pt x="366942" y="33015"/>
                  <a:pt x="365064" y="31773"/>
                  <a:pt x="362759" y="30404"/>
                </a:cubicBezTo>
                <a:cubicBezTo>
                  <a:pt x="360454" y="29034"/>
                  <a:pt x="357707" y="27792"/>
                  <a:pt x="354519" y="26677"/>
                </a:cubicBezTo>
                <a:cubicBezTo>
                  <a:pt x="351330" y="25562"/>
                  <a:pt x="347525" y="25005"/>
                  <a:pt x="343105" y="25005"/>
                </a:cubicBezTo>
                <a:cubicBezTo>
                  <a:pt x="338243" y="25005"/>
                  <a:pt x="333902" y="26000"/>
                  <a:pt x="330082" y="27989"/>
                </a:cubicBezTo>
                <a:cubicBezTo>
                  <a:pt x="326262" y="29978"/>
                  <a:pt x="323010" y="32819"/>
                  <a:pt x="320326" y="36513"/>
                </a:cubicBezTo>
                <a:cubicBezTo>
                  <a:pt x="317642" y="40207"/>
                  <a:pt x="315606" y="44674"/>
                  <a:pt x="314217" y="49915"/>
                </a:cubicBezTo>
                <a:cubicBezTo>
                  <a:pt x="312828" y="55156"/>
                  <a:pt x="312133" y="61060"/>
                  <a:pt x="312133" y="67627"/>
                </a:cubicBezTo>
                <a:cubicBezTo>
                  <a:pt x="312133" y="74826"/>
                  <a:pt x="312875" y="81061"/>
                  <a:pt x="314359" y="86334"/>
                </a:cubicBezTo>
                <a:cubicBezTo>
                  <a:pt x="315843" y="91606"/>
                  <a:pt x="317958" y="95947"/>
                  <a:pt x="320705" y="99357"/>
                </a:cubicBezTo>
                <a:cubicBezTo>
                  <a:pt x="323452" y="102767"/>
                  <a:pt x="326767" y="105308"/>
                  <a:pt x="330650" y="106982"/>
                </a:cubicBezTo>
                <a:cubicBezTo>
                  <a:pt x="334533" y="108655"/>
                  <a:pt x="338906" y="109492"/>
                  <a:pt x="343768" y="109492"/>
                </a:cubicBezTo>
                <a:cubicBezTo>
                  <a:pt x="348188" y="109492"/>
                  <a:pt x="352009" y="108966"/>
                  <a:pt x="355229" y="107914"/>
                </a:cubicBezTo>
                <a:cubicBezTo>
                  <a:pt x="358449" y="106862"/>
                  <a:pt x="361212" y="105699"/>
                  <a:pt x="363517" y="104424"/>
                </a:cubicBezTo>
                <a:cubicBezTo>
                  <a:pt x="365821" y="103150"/>
                  <a:pt x="367716" y="102002"/>
                  <a:pt x="369200" y="100982"/>
                </a:cubicBezTo>
                <a:cubicBezTo>
                  <a:pt x="370683" y="99962"/>
                  <a:pt x="371836" y="99452"/>
                  <a:pt x="372657" y="99452"/>
                </a:cubicBezTo>
                <a:cubicBezTo>
                  <a:pt x="373288" y="99452"/>
                  <a:pt x="373793" y="99578"/>
                  <a:pt x="374172" y="99831"/>
                </a:cubicBezTo>
                <a:cubicBezTo>
                  <a:pt x="374551" y="100083"/>
                  <a:pt x="374867" y="100588"/>
                  <a:pt x="375119" y="101346"/>
                </a:cubicBezTo>
                <a:cubicBezTo>
                  <a:pt x="375372" y="102104"/>
                  <a:pt x="375561" y="103162"/>
                  <a:pt x="375688" y="104519"/>
                </a:cubicBezTo>
                <a:cubicBezTo>
                  <a:pt x="375814" y="105877"/>
                  <a:pt x="375877" y="107692"/>
                  <a:pt x="375877" y="109965"/>
                </a:cubicBezTo>
                <a:close/>
                <a:moveTo>
                  <a:pt x="464672" y="125685"/>
                </a:moveTo>
                <a:cubicBezTo>
                  <a:pt x="464672" y="126569"/>
                  <a:pt x="464357" y="127265"/>
                  <a:pt x="463725" y="127772"/>
                </a:cubicBezTo>
                <a:cubicBezTo>
                  <a:pt x="463094" y="128277"/>
                  <a:pt x="462099" y="128640"/>
                  <a:pt x="460742" y="128861"/>
                </a:cubicBezTo>
                <a:cubicBezTo>
                  <a:pt x="459384" y="129082"/>
                  <a:pt x="457379" y="129193"/>
                  <a:pt x="454727" y="129193"/>
                </a:cubicBezTo>
                <a:cubicBezTo>
                  <a:pt x="451886" y="129193"/>
                  <a:pt x="449818" y="129082"/>
                  <a:pt x="448523" y="128861"/>
                </a:cubicBezTo>
                <a:cubicBezTo>
                  <a:pt x="447229" y="128640"/>
                  <a:pt x="446313" y="128277"/>
                  <a:pt x="445777" y="127772"/>
                </a:cubicBezTo>
                <a:cubicBezTo>
                  <a:pt x="445240" y="127267"/>
                  <a:pt x="444972" y="126572"/>
                  <a:pt x="444972" y="125688"/>
                </a:cubicBezTo>
                <a:lnTo>
                  <a:pt x="444972" y="118963"/>
                </a:lnTo>
                <a:cubicBezTo>
                  <a:pt x="441499" y="122689"/>
                  <a:pt x="437536" y="125609"/>
                  <a:pt x="433085" y="127725"/>
                </a:cubicBezTo>
                <a:cubicBezTo>
                  <a:pt x="428633" y="129840"/>
                  <a:pt x="423692" y="130898"/>
                  <a:pt x="418262" y="130898"/>
                </a:cubicBezTo>
                <a:cubicBezTo>
                  <a:pt x="413778" y="130898"/>
                  <a:pt x="409658" y="130312"/>
                  <a:pt x="405901" y="129139"/>
                </a:cubicBezTo>
                <a:cubicBezTo>
                  <a:pt x="402144" y="127967"/>
                  <a:pt x="398892" y="126225"/>
                  <a:pt x="396145" y="123912"/>
                </a:cubicBezTo>
                <a:cubicBezTo>
                  <a:pt x="393399" y="121600"/>
                  <a:pt x="391268" y="118734"/>
                  <a:pt x="389752" y="115314"/>
                </a:cubicBezTo>
                <a:cubicBezTo>
                  <a:pt x="388237" y="111892"/>
                  <a:pt x="387479" y="107900"/>
                  <a:pt x="387479" y="103338"/>
                </a:cubicBezTo>
                <a:cubicBezTo>
                  <a:pt x="387479" y="98395"/>
                  <a:pt x="388442" y="94102"/>
                  <a:pt x="390368" y="90460"/>
                </a:cubicBezTo>
                <a:cubicBezTo>
                  <a:pt x="392294" y="86817"/>
                  <a:pt x="395167" y="83808"/>
                  <a:pt x="398987" y="81432"/>
                </a:cubicBezTo>
                <a:cubicBezTo>
                  <a:pt x="402807" y="79056"/>
                  <a:pt x="407559" y="77298"/>
                  <a:pt x="413242" y="76158"/>
                </a:cubicBezTo>
                <a:cubicBezTo>
                  <a:pt x="418925" y="75017"/>
                  <a:pt x="425523" y="74447"/>
                  <a:pt x="433037" y="74447"/>
                </a:cubicBezTo>
                <a:lnTo>
                  <a:pt x="441278" y="74447"/>
                </a:lnTo>
                <a:lnTo>
                  <a:pt x="441278" y="69356"/>
                </a:lnTo>
                <a:cubicBezTo>
                  <a:pt x="441278" y="66716"/>
                  <a:pt x="441009" y="64406"/>
                  <a:pt x="440473" y="62427"/>
                </a:cubicBezTo>
                <a:cubicBezTo>
                  <a:pt x="439936" y="60446"/>
                  <a:pt x="439052" y="58795"/>
                  <a:pt x="437820" y="57475"/>
                </a:cubicBezTo>
                <a:cubicBezTo>
                  <a:pt x="436589" y="56155"/>
                  <a:pt x="434947" y="55181"/>
                  <a:pt x="432895" y="54554"/>
                </a:cubicBezTo>
                <a:cubicBezTo>
                  <a:pt x="430843" y="53924"/>
                  <a:pt x="428302" y="53609"/>
                  <a:pt x="425271" y="53609"/>
                </a:cubicBezTo>
                <a:cubicBezTo>
                  <a:pt x="421293" y="53609"/>
                  <a:pt x="417741" y="54051"/>
                  <a:pt x="414615" y="54935"/>
                </a:cubicBezTo>
                <a:cubicBezTo>
                  <a:pt x="411489" y="55819"/>
                  <a:pt x="408727" y="56798"/>
                  <a:pt x="406327" y="57872"/>
                </a:cubicBezTo>
                <a:cubicBezTo>
                  <a:pt x="403928" y="58945"/>
                  <a:pt x="401923" y="59924"/>
                  <a:pt x="400313" y="60808"/>
                </a:cubicBezTo>
                <a:cubicBezTo>
                  <a:pt x="398703" y="61692"/>
                  <a:pt x="397393" y="62134"/>
                  <a:pt x="396382" y="62134"/>
                </a:cubicBezTo>
                <a:cubicBezTo>
                  <a:pt x="395688" y="62134"/>
                  <a:pt x="395072" y="61912"/>
                  <a:pt x="394535" y="61468"/>
                </a:cubicBezTo>
                <a:cubicBezTo>
                  <a:pt x="393999" y="61024"/>
                  <a:pt x="393557" y="60389"/>
                  <a:pt x="393209" y="59565"/>
                </a:cubicBezTo>
                <a:cubicBezTo>
                  <a:pt x="392862" y="58740"/>
                  <a:pt x="392594" y="57725"/>
                  <a:pt x="392404" y="56519"/>
                </a:cubicBezTo>
                <a:cubicBezTo>
                  <a:pt x="392215" y="55311"/>
                  <a:pt x="392120" y="53978"/>
                  <a:pt x="392120" y="52520"/>
                </a:cubicBezTo>
                <a:cubicBezTo>
                  <a:pt x="392120" y="50553"/>
                  <a:pt x="392278" y="48998"/>
                  <a:pt x="392594" y="47855"/>
                </a:cubicBezTo>
                <a:cubicBezTo>
                  <a:pt x="392909" y="46713"/>
                  <a:pt x="393509" y="45682"/>
                  <a:pt x="394393" y="44762"/>
                </a:cubicBezTo>
                <a:cubicBezTo>
                  <a:pt x="395277" y="43841"/>
                  <a:pt x="396824" y="42827"/>
                  <a:pt x="399034" y="41722"/>
                </a:cubicBezTo>
                <a:cubicBezTo>
                  <a:pt x="401244" y="40617"/>
                  <a:pt x="403833" y="39591"/>
                  <a:pt x="406801" y="38644"/>
                </a:cubicBezTo>
                <a:cubicBezTo>
                  <a:pt x="409769" y="37697"/>
                  <a:pt x="413005" y="36923"/>
                  <a:pt x="416509" y="36324"/>
                </a:cubicBezTo>
                <a:cubicBezTo>
                  <a:pt x="420014" y="35724"/>
                  <a:pt x="423629" y="35424"/>
                  <a:pt x="427354" y="35424"/>
                </a:cubicBezTo>
                <a:cubicBezTo>
                  <a:pt x="433984" y="35424"/>
                  <a:pt x="439652" y="36072"/>
                  <a:pt x="444356" y="37368"/>
                </a:cubicBezTo>
                <a:cubicBezTo>
                  <a:pt x="449060" y="38663"/>
                  <a:pt x="452928" y="40654"/>
                  <a:pt x="455959" y="43341"/>
                </a:cubicBezTo>
                <a:cubicBezTo>
                  <a:pt x="458990" y="46027"/>
                  <a:pt x="461200" y="49487"/>
                  <a:pt x="462589" y="53722"/>
                </a:cubicBezTo>
                <a:cubicBezTo>
                  <a:pt x="463978" y="57956"/>
                  <a:pt x="464672" y="62981"/>
                  <a:pt x="464672" y="68796"/>
                </a:cubicBezTo>
                <a:lnTo>
                  <a:pt x="464672" y="125685"/>
                </a:lnTo>
                <a:moveTo>
                  <a:pt x="441278" y="89412"/>
                </a:moveTo>
                <a:lnTo>
                  <a:pt x="432185" y="89412"/>
                </a:lnTo>
                <a:cubicBezTo>
                  <a:pt x="428333" y="89412"/>
                  <a:pt x="425050" y="89698"/>
                  <a:pt x="422334" y="90270"/>
                </a:cubicBezTo>
                <a:cubicBezTo>
                  <a:pt x="419619" y="90843"/>
                  <a:pt x="417409" y="91702"/>
                  <a:pt x="415704" y="92848"/>
                </a:cubicBezTo>
                <a:cubicBezTo>
                  <a:pt x="413999" y="93993"/>
                  <a:pt x="412752" y="95377"/>
                  <a:pt x="411963" y="97001"/>
                </a:cubicBezTo>
                <a:cubicBezTo>
                  <a:pt x="411174" y="98623"/>
                  <a:pt x="410779" y="100484"/>
                  <a:pt x="410779" y="102583"/>
                </a:cubicBezTo>
                <a:cubicBezTo>
                  <a:pt x="410779" y="106147"/>
                  <a:pt x="411900" y="108947"/>
                  <a:pt x="414141" y="110984"/>
                </a:cubicBezTo>
                <a:cubicBezTo>
                  <a:pt x="416383" y="113020"/>
                  <a:pt x="419493" y="114038"/>
                  <a:pt x="423471" y="114038"/>
                </a:cubicBezTo>
                <a:cubicBezTo>
                  <a:pt x="426818" y="114038"/>
                  <a:pt x="429896" y="113180"/>
                  <a:pt x="432706" y="111463"/>
                </a:cubicBezTo>
                <a:cubicBezTo>
                  <a:pt x="435516" y="109744"/>
                  <a:pt x="438373" y="107230"/>
                  <a:pt x="441278" y="103921"/>
                </a:cubicBezTo>
                <a:lnTo>
                  <a:pt x="441278" y="89412"/>
                </a:lnTo>
                <a:close/>
                <a:moveTo>
                  <a:pt x="548189" y="101571"/>
                </a:moveTo>
                <a:cubicBezTo>
                  <a:pt x="548189" y="106380"/>
                  <a:pt x="547290" y="110620"/>
                  <a:pt x="545490" y="114290"/>
                </a:cubicBezTo>
                <a:cubicBezTo>
                  <a:pt x="543690" y="117958"/>
                  <a:pt x="541149" y="121026"/>
                  <a:pt x="537865" y="123495"/>
                </a:cubicBezTo>
                <a:cubicBezTo>
                  <a:pt x="534582" y="125962"/>
                  <a:pt x="530698" y="127811"/>
                  <a:pt x="526215" y="129045"/>
                </a:cubicBezTo>
                <a:cubicBezTo>
                  <a:pt x="521732" y="130280"/>
                  <a:pt x="516870" y="130898"/>
                  <a:pt x="511629" y="130898"/>
                </a:cubicBezTo>
                <a:cubicBezTo>
                  <a:pt x="508472" y="130898"/>
                  <a:pt x="505457" y="130658"/>
                  <a:pt x="502584" y="130178"/>
                </a:cubicBezTo>
                <a:cubicBezTo>
                  <a:pt x="499711" y="129699"/>
                  <a:pt x="497137" y="129092"/>
                  <a:pt x="494864" y="128358"/>
                </a:cubicBezTo>
                <a:cubicBezTo>
                  <a:pt x="492591" y="127622"/>
                  <a:pt x="490697" y="126871"/>
                  <a:pt x="489181" y="126106"/>
                </a:cubicBezTo>
                <a:cubicBezTo>
                  <a:pt x="487666" y="125338"/>
                  <a:pt x="486561" y="124619"/>
                  <a:pt x="485866" y="123948"/>
                </a:cubicBezTo>
                <a:cubicBezTo>
                  <a:pt x="485172" y="123277"/>
                  <a:pt x="484635" y="122227"/>
                  <a:pt x="484256" y="120799"/>
                </a:cubicBezTo>
                <a:cubicBezTo>
                  <a:pt x="483877" y="119370"/>
                  <a:pt x="483688" y="117259"/>
                  <a:pt x="483688" y="114464"/>
                </a:cubicBezTo>
                <a:cubicBezTo>
                  <a:pt x="483688" y="112623"/>
                  <a:pt x="483751" y="111147"/>
                  <a:pt x="483877" y="110036"/>
                </a:cubicBezTo>
                <a:cubicBezTo>
                  <a:pt x="484003" y="108925"/>
                  <a:pt x="484193" y="108037"/>
                  <a:pt x="484445" y="107370"/>
                </a:cubicBezTo>
                <a:cubicBezTo>
                  <a:pt x="484698" y="106703"/>
                  <a:pt x="485014" y="106259"/>
                  <a:pt x="485393" y="106038"/>
                </a:cubicBezTo>
                <a:cubicBezTo>
                  <a:pt x="485772" y="105815"/>
                  <a:pt x="486245" y="105703"/>
                  <a:pt x="486813" y="105703"/>
                </a:cubicBezTo>
                <a:cubicBezTo>
                  <a:pt x="487508" y="105703"/>
                  <a:pt x="488534" y="106103"/>
                  <a:pt x="489892" y="106902"/>
                </a:cubicBezTo>
                <a:cubicBezTo>
                  <a:pt x="491249" y="107701"/>
                  <a:pt x="492938" y="108580"/>
                  <a:pt x="494959" y="109539"/>
                </a:cubicBezTo>
                <a:cubicBezTo>
                  <a:pt x="496980" y="110498"/>
                  <a:pt x="499332" y="111393"/>
                  <a:pt x="502015" y="112224"/>
                </a:cubicBezTo>
                <a:cubicBezTo>
                  <a:pt x="504699" y="113054"/>
                  <a:pt x="507746" y="113470"/>
                  <a:pt x="511155" y="113470"/>
                </a:cubicBezTo>
                <a:cubicBezTo>
                  <a:pt x="513302" y="113470"/>
                  <a:pt x="515212" y="113250"/>
                  <a:pt x="516886" y="112810"/>
                </a:cubicBezTo>
                <a:cubicBezTo>
                  <a:pt x="518559" y="112370"/>
                  <a:pt x="520011" y="111741"/>
                  <a:pt x="521243" y="110924"/>
                </a:cubicBezTo>
                <a:cubicBezTo>
                  <a:pt x="522474" y="110105"/>
                  <a:pt x="523405" y="109068"/>
                  <a:pt x="524037" y="107811"/>
                </a:cubicBezTo>
                <a:cubicBezTo>
                  <a:pt x="524668" y="106554"/>
                  <a:pt x="524984" y="105107"/>
                  <a:pt x="524984" y="103471"/>
                </a:cubicBezTo>
                <a:cubicBezTo>
                  <a:pt x="524984" y="101573"/>
                  <a:pt x="524400" y="99944"/>
                  <a:pt x="523232" y="98585"/>
                </a:cubicBezTo>
                <a:cubicBezTo>
                  <a:pt x="522064" y="97223"/>
                  <a:pt x="520517" y="96036"/>
                  <a:pt x="518591" y="95024"/>
                </a:cubicBezTo>
                <a:cubicBezTo>
                  <a:pt x="516665" y="94012"/>
                  <a:pt x="514486" y="93062"/>
                  <a:pt x="512055" y="92177"/>
                </a:cubicBezTo>
                <a:cubicBezTo>
                  <a:pt x="509624" y="91291"/>
                  <a:pt x="507130" y="90310"/>
                  <a:pt x="504573" y="89234"/>
                </a:cubicBezTo>
                <a:cubicBezTo>
                  <a:pt x="502015" y="88159"/>
                  <a:pt x="499521" y="86926"/>
                  <a:pt x="497090" y="85535"/>
                </a:cubicBezTo>
                <a:cubicBezTo>
                  <a:pt x="494659" y="84141"/>
                  <a:pt x="492481" y="82433"/>
                  <a:pt x="490555" y="80408"/>
                </a:cubicBezTo>
                <a:cubicBezTo>
                  <a:pt x="488629" y="78383"/>
                  <a:pt x="487082" y="75948"/>
                  <a:pt x="485914" y="73103"/>
                </a:cubicBezTo>
                <a:cubicBezTo>
                  <a:pt x="484745" y="70256"/>
                  <a:pt x="484161" y="66839"/>
                  <a:pt x="484161" y="62853"/>
                </a:cubicBezTo>
                <a:cubicBezTo>
                  <a:pt x="484161" y="58802"/>
                  <a:pt x="484951" y="55084"/>
                  <a:pt x="486529" y="51700"/>
                </a:cubicBezTo>
                <a:cubicBezTo>
                  <a:pt x="488108" y="48316"/>
                  <a:pt x="490381" y="45422"/>
                  <a:pt x="493349" y="43019"/>
                </a:cubicBezTo>
                <a:cubicBezTo>
                  <a:pt x="496317" y="40613"/>
                  <a:pt x="499932" y="38747"/>
                  <a:pt x="504194" y="37419"/>
                </a:cubicBezTo>
                <a:cubicBezTo>
                  <a:pt x="508456" y="36089"/>
                  <a:pt x="513239" y="35424"/>
                  <a:pt x="518543" y="35424"/>
                </a:cubicBezTo>
                <a:cubicBezTo>
                  <a:pt x="521195" y="35424"/>
                  <a:pt x="523768" y="35613"/>
                  <a:pt x="526263" y="35992"/>
                </a:cubicBezTo>
                <a:cubicBezTo>
                  <a:pt x="528757" y="36371"/>
                  <a:pt x="531014" y="36845"/>
                  <a:pt x="533035" y="37413"/>
                </a:cubicBezTo>
                <a:cubicBezTo>
                  <a:pt x="535055" y="37981"/>
                  <a:pt x="536760" y="38597"/>
                  <a:pt x="538149" y="39260"/>
                </a:cubicBezTo>
                <a:cubicBezTo>
                  <a:pt x="539539" y="39923"/>
                  <a:pt x="540533" y="40491"/>
                  <a:pt x="541133" y="40965"/>
                </a:cubicBezTo>
                <a:cubicBezTo>
                  <a:pt x="541733" y="41438"/>
                  <a:pt x="542159" y="41912"/>
                  <a:pt x="542412" y="42385"/>
                </a:cubicBezTo>
                <a:cubicBezTo>
                  <a:pt x="542664" y="42859"/>
                  <a:pt x="542854" y="43427"/>
                  <a:pt x="542980" y="44090"/>
                </a:cubicBezTo>
                <a:cubicBezTo>
                  <a:pt x="543106" y="44753"/>
                  <a:pt x="543217" y="45574"/>
                  <a:pt x="543312" y="46553"/>
                </a:cubicBezTo>
                <a:cubicBezTo>
                  <a:pt x="543406" y="47532"/>
                  <a:pt x="543454" y="48747"/>
                  <a:pt x="543454" y="50200"/>
                </a:cubicBezTo>
                <a:cubicBezTo>
                  <a:pt x="543454" y="51904"/>
                  <a:pt x="543406" y="53294"/>
                  <a:pt x="543312" y="54367"/>
                </a:cubicBezTo>
                <a:cubicBezTo>
                  <a:pt x="543217" y="55440"/>
                  <a:pt x="543059" y="56293"/>
                  <a:pt x="542838" y="56924"/>
                </a:cubicBezTo>
                <a:cubicBezTo>
                  <a:pt x="542617" y="57556"/>
                  <a:pt x="542317" y="57982"/>
                  <a:pt x="541938" y="58203"/>
                </a:cubicBezTo>
                <a:cubicBezTo>
                  <a:pt x="541559" y="58424"/>
                  <a:pt x="541117" y="58535"/>
                  <a:pt x="540612" y="58535"/>
                </a:cubicBezTo>
                <a:cubicBezTo>
                  <a:pt x="540044" y="58535"/>
                  <a:pt x="539160" y="58203"/>
                  <a:pt x="537960" y="57540"/>
                </a:cubicBezTo>
                <a:cubicBezTo>
                  <a:pt x="536760" y="56877"/>
                  <a:pt x="535261" y="56167"/>
                  <a:pt x="533461" y="55409"/>
                </a:cubicBezTo>
                <a:cubicBezTo>
                  <a:pt x="531661" y="54651"/>
                  <a:pt x="529578" y="53941"/>
                  <a:pt x="527210" y="53278"/>
                </a:cubicBezTo>
                <a:cubicBezTo>
                  <a:pt x="524842" y="52615"/>
                  <a:pt x="522142" y="52283"/>
                  <a:pt x="519112" y="52283"/>
                </a:cubicBezTo>
                <a:cubicBezTo>
                  <a:pt x="516965" y="52283"/>
                  <a:pt x="515102" y="52506"/>
                  <a:pt x="513523" y="52952"/>
                </a:cubicBezTo>
                <a:cubicBezTo>
                  <a:pt x="511945" y="53396"/>
                  <a:pt x="510650" y="54031"/>
                  <a:pt x="509640" y="54855"/>
                </a:cubicBezTo>
                <a:cubicBezTo>
                  <a:pt x="508630" y="55680"/>
                  <a:pt x="507872" y="56648"/>
                  <a:pt x="507367" y="57759"/>
                </a:cubicBezTo>
                <a:cubicBezTo>
                  <a:pt x="506862" y="58870"/>
                  <a:pt x="506609" y="60061"/>
                  <a:pt x="506609" y="61332"/>
                </a:cubicBezTo>
                <a:cubicBezTo>
                  <a:pt x="506609" y="63293"/>
                  <a:pt x="507209" y="64939"/>
                  <a:pt x="508409" y="66269"/>
                </a:cubicBezTo>
                <a:cubicBezTo>
                  <a:pt x="509608" y="67597"/>
                  <a:pt x="511187" y="68767"/>
                  <a:pt x="513144" y="69779"/>
                </a:cubicBezTo>
                <a:cubicBezTo>
                  <a:pt x="515102" y="70791"/>
                  <a:pt x="517328" y="71741"/>
                  <a:pt x="519822" y="72627"/>
                </a:cubicBezTo>
                <a:cubicBezTo>
                  <a:pt x="522316" y="73513"/>
                  <a:pt x="524842" y="74477"/>
                  <a:pt x="527399" y="75521"/>
                </a:cubicBezTo>
                <a:cubicBezTo>
                  <a:pt x="529957" y="76565"/>
                  <a:pt x="532482" y="77783"/>
                  <a:pt x="534977" y="79174"/>
                </a:cubicBezTo>
                <a:cubicBezTo>
                  <a:pt x="537471" y="80565"/>
                  <a:pt x="539697" y="82274"/>
                  <a:pt x="541654" y="84300"/>
                </a:cubicBezTo>
                <a:cubicBezTo>
                  <a:pt x="543611" y="86325"/>
                  <a:pt x="545190" y="88745"/>
                  <a:pt x="546390" y="91561"/>
                </a:cubicBezTo>
                <a:cubicBezTo>
                  <a:pt x="547590" y="94375"/>
                  <a:pt x="548189" y="97711"/>
                  <a:pt x="548189" y="101571"/>
                </a:cubicBezTo>
                <a:close/>
                <a:moveTo>
                  <a:pt x="644539" y="80683"/>
                </a:moveTo>
                <a:cubicBezTo>
                  <a:pt x="644539" y="83594"/>
                  <a:pt x="643891" y="85745"/>
                  <a:pt x="642597" y="87136"/>
                </a:cubicBezTo>
                <a:cubicBezTo>
                  <a:pt x="641302" y="88527"/>
                  <a:pt x="639519" y="89223"/>
                  <a:pt x="637245" y="89223"/>
                </a:cubicBezTo>
                <a:lnTo>
                  <a:pt x="585815" y="89223"/>
                </a:lnTo>
                <a:cubicBezTo>
                  <a:pt x="585815" y="92836"/>
                  <a:pt x="586241" y="96116"/>
                  <a:pt x="587093" y="99064"/>
                </a:cubicBezTo>
                <a:cubicBezTo>
                  <a:pt x="587946" y="102012"/>
                  <a:pt x="589303" y="104517"/>
                  <a:pt x="591166" y="106579"/>
                </a:cubicBezTo>
                <a:cubicBezTo>
                  <a:pt x="593029" y="108639"/>
                  <a:pt x="595428" y="110208"/>
                  <a:pt x="598365" y="111285"/>
                </a:cubicBezTo>
                <a:cubicBezTo>
                  <a:pt x="601301" y="112363"/>
                  <a:pt x="604821" y="112902"/>
                  <a:pt x="608925" y="112902"/>
                </a:cubicBezTo>
                <a:cubicBezTo>
                  <a:pt x="613093" y="112902"/>
                  <a:pt x="616755" y="112597"/>
                  <a:pt x="619912" y="111987"/>
                </a:cubicBezTo>
                <a:cubicBezTo>
                  <a:pt x="623070" y="111377"/>
                  <a:pt x="625801" y="110703"/>
                  <a:pt x="628105" y="109965"/>
                </a:cubicBezTo>
                <a:cubicBezTo>
                  <a:pt x="630410" y="109227"/>
                  <a:pt x="632320" y="108554"/>
                  <a:pt x="633836" y="107944"/>
                </a:cubicBezTo>
                <a:cubicBezTo>
                  <a:pt x="635351" y="107334"/>
                  <a:pt x="636582" y="107029"/>
                  <a:pt x="637530" y="107029"/>
                </a:cubicBezTo>
                <a:cubicBezTo>
                  <a:pt x="638098" y="107029"/>
                  <a:pt x="638572" y="107141"/>
                  <a:pt x="638950" y="107364"/>
                </a:cubicBezTo>
                <a:cubicBezTo>
                  <a:pt x="639329" y="107585"/>
                  <a:pt x="639645" y="107981"/>
                  <a:pt x="639898" y="108554"/>
                </a:cubicBezTo>
                <a:cubicBezTo>
                  <a:pt x="640150" y="109124"/>
                  <a:pt x="640324" y="109933"/>
                  <a:pt x="640418" y="110981"/>
                </a:cubicBezTo>
                <a:cubicBezTo>
                  <a:pt x="640513" y="112028"/>
                  <a:pt x="640561" y="113346"/>
                  <a:pt x="640561" y="114932"/>
                </a:cubicBezTo>
                <a:cubicBezTo>
                  <a:pt x="640561" y="116329"/>
                  <a:pt x="640529" y="117520"/>
                  <a:pt x="640466" y="118505"/>
                </a:cubicBezTo>
                <a:cubicBezTo>
                  <a:pt x="640403" y="119487"/>
                  <a:pt x="640308" y="120328"/>
                  <a:pt x="640182" y="121026"/>
                </a:cubicBezTo>
                <a:cubicBezTo>
                  <a:pt x="640055" y="121725"/>
                  <a:pt x="639866" y="122313"/>
                  <a:pt x="639613" y="122791"/>
                </a:cubicBezTo>
                <a:cubicBezTo>
                  <a:pt x="639361" y="123266"/>
                  <a:pt x="639029" y="123726"/>
                  <a:pt x="638619" y="124170"/>
                </a:cubicBezTo>
                <a:cubicBezTo>
                  <a:pt x="638208" y="124614"/>
                  <a:pt x="637088" y="125215"/>
                  <a:pt x="635256" y="125972"/>
                </a:cubicBezTo>
                <a:cubicBezTo>
                  <a:pt x="633425" y="126730"/>
                  <a:pt x="631089" y="127472"/>
                  <a:pt x="628247" y="128198"/>
                </a:cubicBezTo>
                <a:cubicBezTo>
                  <a:pt x="625406" y="128924"/>
                  <a:pt x="622154" y="129556"/>
                  <a:pt x="618492" y="130093"/>
                </a:cubicBezTo>
                <a:cubicBezTo>
                  <a:pt x="614829" y="130629"/>
                  <a:pt x="610914" y="130898"/>
                  <a:pt x="606747" y="130898"/>
                </a:cubicBezTo>
                <a:cubicBezTo>
                  <a:pt x="599233" y="130898"/>
                  <a:pt x="592650" y="129948"/>
                  <a:pt x="586999" y="128050"/>
                </a:cubicBezTo>
                <a:cubicBezTo>
                  <a:pt x="581347" y="126152"/>
                  <a:pt x="576627" y="123273"/>
                  <a:pt x="572839" y="119413"/>
                </a:cubicBezTo>
                <a:cubicBezTo>
                  <a:pt x="569050" y="115554"/>
                  <a:pt x="566224" y="110683"/>
                  <a:pt x="564361" y="104800"/>
                </a:cubicBezTo>
                <a:cubicBezTo>
                  <a:pt x="562499" y="98916"/>
                  <a:pt x="561567" y="92020"/>
                  <a:pt x="561567" y="84111"/>
                </a:cubicBezTo>
                <a:cubicBezTo>
                  <a:pt x="561567" y="76581"/>
                  <a:pt x="562546" y="69795"/>
                  <a:pt x="564504" y="63753"/>
                </a:cubicBezTo>
                <a:cubicBezTo>
                  <a:pt x="566461" y="57711"/>
                  <a:pt x="569302" y="52586"/>
                  <a:pt x="573028" y="48379"/>
                </a:cubicBezTo>
                <a:cubicBezTo>
                  <a:pt x="576753" y="44170"/>
                  <a:pt x="581284" y="40959"/>
                  <a:pt x="586620" y="38745"/>
                </a:cubicBezTo>
                <a:cubicBezTo>
                  <a:pt x="591955" y="36531"/>
                  <a:pt x="597970" y="35424"/>
                  <a:pt x="604663" y="35424"/>
                </a:cubicBezTo>
                <a:cubicBezTo>
                  <a:pt x="611735" y="35424"/>
                  <a:pt x="617781" y="36468"/>
                  <a:pt x="622801" y="38555"/>
                </a:cubicBezTo>
                <a:cubicBezTo>
                  <a:pt x="627821" y="40643"/>
                  <a:pt x="631941" y="43537"/>
                  <a:pt x="635162" y="47237"/>
                </a:cubicBezTo>
                <a:cubicBezTo>
                  <a:pt x="638382" y="50937"/>
                  <a:pt x="640750" y="55317"/>
                  <a:pt x="642265" y="60379"/>
                </a:cubicBezTo>
                <a:cubicBezTo>
                  <a:pt x="643781" y="65438"/>
                  <a:pt x="644539" y="70941"/>
                  <a:pt x="644539" y="76889"/>
                </a:cubicBezTo>
                <a:lnTo>
                  <a:pt x="644539" y="80683"/>
                </a:lnTo>
                <a:moveTo>
                  <a:pt x="621428" y="73879"/>
                </a:moveTo>
                <a:cubicBezTo>
                  <a:pt x="621617" y="67156"/>
                  <a:pt x="620276" y="61876"/>
                  <a:pt x="617402" y="58040"/>
                </a:cubicBezTo>
                <a:cubicBezTo>
                  <a:pt x="614529" y="54202"/>
                  <a:pt x="610094" y="52283"/>
                  <a:pt x="604095" y="52283"/>
                </a:cubicBezTo>
                <a:cubicBezTo>
                  <a:pt x="601064" y="52283"/>
                  <a:pt x="598428" y="52855"/>
                  <a:pt x="596186" y="53997"/>
                </a:cubicBezTo>
                <a:cubicBezTo>
                  <a:pt x="593944" y="55138"/>
                  <a:pt x="592082" y="56676"/>
                  <a:pt x="590598" y="58611"/>
                </a:cubicBezTo>
                <a:cubicBezTo>
                  <a:pt x="589114" y="60545"/>
                  <a:pt x="587977" y="62828"/>
                  <a:pt x="587188" y="65461"/>
                </a:cubicBezTo>
                <a:cubicBezTo>
                  <a:pt x="586399" y="68091"/>
                  <a:pt x="585941" y="70897"/>
                  <a:pt x="585815" y="73879"/>
                </a:cubicBezTo>
                <a:lnTo>
                  <a:pt x="621428" y="73879"/>
                </a:lnTo>
                <a:close/>
                <a:moveTo>
                  <a:pt x="807639" y="25147"/>
                </a:moveTo>
                <a:cubicBezTo>
                  <a:pt x="807639" y="26986"/>
                  <a:pt x="807560" y="28573"/>
                  <a:pt x="807402" y="29907"/>
                </a:cubicBezTo>
                <a:cubicBezTo>
                  <a:pt x="807244" y="31239"/>
                  <a:pt x="807023" y="32301"/>
                  <a:pt x="806739" y="33094"/>
                </a:cubicBezTo>
                <a:cubicBezTo>
                  <a:pt x="806455" y="33886"/>
                  <a:pt x="806108" y="34440"/>
                  <a:pt x="805697" y="34758"/>
                </a:cubicBezTo>
                <a:cubicBezTo>
                  <a:pt x="805287" y="35076"/>
                  <a:pt x="804798" y="35234"/>
                  <a:pt x="804229" y="35234"/>
                </a:cubicBezTo>
                <a:cubicBezTo>
                  <a:pt x="803408" y="35234"/>
                  <a:pt x="802082" y="34666"/>
                  <a:pt x="800251" y="33529"/>
                </a:cubicBezTo>
                <a:cubicBezTo>
                  <a:pt x="798420" y="32393"/>
                  <a:pt x="795989" y="31162"/>
                  <a:pt x="792958" y="29836"/>
                </a:cubicBezTo>
                <a:cubicBezTo>
                  <a:pt x="789927" y="28510"/>
                  <a:pt x="786312" y="27278"/>
                  <a:pt x="782113" y="26142"/>
                </a:cubicBezTo>
                <a:cubicBezTo>
                  <a:pt x="777914" y="25005"/>
                  <a:pt x="773036" y="24437"/>
                  <a:pt x="767480" y="24437"/>
                </a:cubicBezTo>
                <a:cubicBezTo>
                  <a:pt x="761544" y="24437"/>
                  <a:pt x="756177" y="25461"/>
                  <a:pt x="751378" y="27509"/>
                </a:cubicBezTo>
                <a:cubicBezTo>
                  <a:pt x="746579" y="29555"/>
                  <a:pt x="742474" y="32453"/>
                  <a:pt x="739065" y="36202"/>
                </a:cubicBezTo>
                <a:cubicBezTo>
                  <a:pt x="735655" y="39951"/>
                  <a:pt x="733034" y="44456"/>
                  <a:pt x="731203" y="49717"/>
                </a:cubicBezTo>
                <a:cubicBezTo>
                  <a:pt x="729372" y="54978"/>
                  <a:pt x="728456" y="60790"/>
                  <a:pt x="728456" y="67154"/>
                </a:cubicBezTo>
                <a:cubicBezTo>
                  <a:pt x="728456" y="74147"/>
                  <a:pt x="729388" y="80305"/>
                  <a:pt x="731251" y="85629"/>
                </a:cubicBezTo>
                <a:cubicBezTo>
                  <a:pt x="733113" y="90953"/>
                  <a:pt x="735718" y="95411"/>
                  <a:pt x="739065" y="99002"/>
                </a:cubicBezTo>
                <a:cubicBezTo>
                  <a:pt x="742411" y="102593"/>
                  <a:pt x="746437" y="105303"/>
                  <a:pt x="751141" y="107130"/>
                </a:cubicBezTo>
                <a:cubicBezTo>
                  <a:pt x="755845" y="108957"/>
                  <a:pt x="761039" y="109871"/>
                  <a:pt x="766722" y="109871"/>
                </a:cubicBezTo>
                <a:cubicBezTo>
                  <a:pt x="769500" y="109871"/>
                  <a:pt x="772247" y="109557"/>
                  <a:pt x="774962" y="108929"/>
                </a:cubicBezTo>
                <a:cubicBezTo>
                  <a:pt x="777677" y="108302"/>
                  <a:pt x="780203" y="107361"/>
                  <a:pt x="782539" y="106106"/>
                </a:cubicBezTo>
                <a:lnTo>
                  <a:pt x="782539" y="77857"/>
                </a:lnTo>
                <a:lnTo>
                  <a:pt x="759334" y="77857"/>
                </a:lnTo>
                <a:cubicBezTo>
                  <a:pt x="758197" y="77857"/>
                  <a:pt x="757313" y="77143"/>
                  <a:pt x="756682" y="75717"/>
                </a:cubicBezTo>
                <a:cubicBezTo>
                  <a:pt x="756050" y="74288"/>
                  <a:pt x="755735" y="71860"/>
                  <a:pt x="755735" y="68432"/>
                </a:cubicBezTo>
                <a:cubicBezTo>
                  <a:pt x="755735" y="66656"/>
                  <a:pt x="755814" y="65166"/>
                  <a:pt x="755972" y="63960"/>
                </a:cubicBezTo>
                <a:cubicBezTo>
                  <a:pt x="756129" y="62752"/>
                  <a:pt x="756366" y="61784"/>
                  <a:pt x="756682" y="61056"/>
                </a:cubicBezTo>
                <a:cubicBezTo>
                  <a:pt x="756998" y="60326"/>
                  <a:pt x="757376" y="59787"/>
                  <a:pt x="757818" y="59437"/>
                </a:cubicBezTo>
                <a:cubicBezTo>
                  <a:pt x="758260" y="59088"/>
                  <a:pt x="758766" y="58913"/>
                  <a:pt x="759334" y="58913"/>
                </a:cubicBezTo>
                <a:lnTo>
                  <a:pt x="800725" y="58913"/>
                </a:lnTo>
                <a:cubicBezTo>
                  <a:pt x="801735" y="58913"/>
                  <a:pt x="802635" y="59087"/>
                  <a:pt x="803424" y="59434"/>
                </a:cubicBezTo>
                <a:cubicBezTo>
                  <a:pt x="804214" y="59782"/>
                  <a:pt x="804908" y="60303"/>
                  <a:pt x="805508" y="60997"/>
                </a:cubicBezTo>
                <a:cubicBezTo>
                  <a:pt x="806108" y="61692"/>
                  <a:pt x="806566" y="62528"/>
                  <a:pt x="806881" y="63507"/>
                </a:cubicBezTo>
                <a:cubicBezTo>
                  <a:pt x="807197" y="64486"/>
                  <a:pt x="807355" y="65607"/>
                  <a:pt x="807355" y="66870"/>
                </a:cubicBezTo>
                <a:lnTo>
                  <a:pt x="807355" y="115648"/>
                </a:lnTo>
                <a:cubicBezTo>
                  <a:pt x="807355" y="117543"/>
                  <a:pt x="807023" y="119200"/>
                  <a:pt x="806360" y="120621"/>
                </a:cubicBezTo>
                <a:cubicBezTo>
                  <a:pt x="805697" y="122042"/>
                  <a:pt x="804340" y="123162"/>
                  <a:pt x="802288" y="123983"/>
                </a:cubicBezTo>
                <a:cubicBezTo>
                  <a:pt x="800235" y="124804"/>
                  <a:pt x="797694" y="125657"/>
                  <a:pt x="794663" y="126541"/>
                </a:cubicBezTo>
                <a:cubicBezTo>
                  <a:pt x="791632" y="127425"/>
                  <a:pt x="788491" y="128182"/>
                  <a:pt x="785239" y="128814"/>
                </a:cubicBezTo>
                <a:cubicBezTo>
                  <a:pt x="781987" y="129445"/>
                  <a:pt x="778703" y="129919"/>
                  <a:pt x="775388" y="130235"/>
                </a:cubicBezTo>
                <a:cubicBezTo>
                  <a:pt x="772073" y="130550"/>
                  <a:pt x="768742" y="130708"/>
                  <a:pt x="765396" y="130708"/>
                </a:cubicBezTo>
                <a:cubicBezTo>
                  <a:pt x="755608" y="130708"/>
                  <a:pt x="746847" y="129303"/>
                  <a:pt x="739112" y="126493"/>
                </a:cubicBezTo>
                <a:cubicBezTo>
                  <a:pt x="731377" y="123683"/>
                  <a:pt x="724826" y="119611"/>
                  <a:pt x="719458" y="114275"/>
                </a:cubicBezTo>
                <a:cubicBezTo>
                  <a:pt x="714091" y="108939"/>
                  <a:pt x="709987" y="102435"/>
                  <a:pt x="707145" y="94763"/>
                </a:cubicBezTo>
                <a:cubicBezTo>
                  <a:pt x="704304" y="87091"/>
                  <a:pt x="702883" y="78393"/>
                  <a:pt x="702883" y="68669"/>
                </a:cubicBezTo>
                <a:cubicBezTo>
                  <a:pt x="702883" y="58629"/>
                  <a:pt x="704399" y="49615"/>
                  <a:pt x="707430" y="41628"/>
                </a:cubicBezTo>
                <a:cubicBezTo>
                  <a:pt x="710460" y="33640"/>
                  <a:pt x="714754" y="26852"/>
                  <a:pt x="720311" y="21264"/>
                </a:cubicBezTo>
                <a:cubicBezTo>
                  <a:pt x="725868" y="15676"/>
                  <a:pt x="732577" y="11398"/>
                  <a:pt x="740438" y="8430"/>
                </a:cubicBezTo>
                <a:cubicBezTo>
                  <a:pt x="748300" y="5462"/>
                  <a:pt x="757061" y="3978"/>
                  <a:pt x="766722" y="3978"/>
                </a:cubicBezTo>
                <a:cubicBezTo>
                  <a:pt x="772026" y="3978"/>
                  <a:pt x="776856" y="4341"/>
                  <a:pt x="781213" y="5067"/>
                </a:cubicBezTo>
                <a:cubicBezTo>
                  <a:pt x="785570" y="5793"/>
                  <a:pt x="789375" y="6677"/>
                  <a:pt x="792627" y="7719"/>
                </a:cubicBezTo>
                <a:cubicBezTo>
                  <a:pt x="795879" y="8761"/>
                  <a:pt x="798578" y="9882"/>
                  <a:pt x="800725" y="11082"/>
                </a:cubicBezTo>
                <a:cubicBezTo>
                  <a:pt x="802872" y="12282"/>
                  <a:pt x="804371" y="13323"/>
                  <a:pt x="805224" y="14207"/>
                </a:cubicBezTo>
                <a:cubicBezTo>
                  <a:pt x="806076" y="15091"/>
                  <a:pt x="806692" y="16342"/>
                  <a:pt x="807071" y="17961"/>
                </a:cubicBezTo>
                <a:cubicBezTo>
                  <a:pt x="807450" y="19579"/>
                  <a:pt x="807639" y="21974"/>
                  <a:pt x="807639" y="25147"/>
                </a:cubicBezTo>
                <a:close/>
                <a:moveTo>
                  <a:pt x="909126" y="80683"/>
                </a:moveTo>
                <a:cubicBezTo>
                  <a:pt x="909126" y="83594"/>
                  <a:pt x="908478" y="85745"/>
                  <a:pt x="907184" y="87136"/>
                </a:cubicBezTo>
                <a:cubicBezTo>
                  <a:pt x="905890" y="88527"/>
                  <a:pt x="904106" y="89223"/>
                  <a:pt x="901833" y="89223"/>
                </a:cubicBezTo>
                <a:lnTo>
                  <a:pt x="850402" y="89223"/>
                </a:lnTo>
                <a:cubicBezTo>
                  <a:pt x="850402" y="92836"/>
                  <a:pt x="850828" y="96116"/>
                  <a:pt x="851680" y="99064"/>
                </a:cubicBezTo>
                <a:cubicBezTo>
                  <a:pt x="852533" y="102012"/>
                  <a:pt x="853890" y="104517"/>
                  <a:pt x="855753" y="106579"/>
                </a:cubicBezTo>
                <a:cubicBezTo>
                  <a:pt x="857616" y="108639"/>
                  <a:pt x="860015" y="110208"/>
                  <a:pt x="862952" y="111285"/>
                </a:cubicBezTo>
                <a:cubicBezTo>
                  <a:pt x="865888" y="112363"/>
                  <a:pt x="869408" y="112902"/>
                  <a:pt x="873512" y="112902"/>
                </a:cubicBezTo>
                <a:cubicBezTo>
                  <a:pt x="877680" y="112902"/>
                  <a:pt x="881342" y="112597"/>
                  <a:pt x="884500" y="111987"/>
                </a:cubicBezTo>
                <a:cubicBezTo>
                  <a:pt x="887657" y="111377"/>
                  <a:pt x="890388" y="110703"/>
                  <a:pt x="892692" y="109965"/>
                </a:cubicBezTo>
                <a:cubicBezTo>
                  <a:pt x="894997" y="109227"/>
                  <a:pt x="896907" y="108554"/>
                  <a:pt x="898423" y="107944"/>
                </a:cubicBezTo>
                <a:cubicBezTo>
                  <a:pt x="899938" y="107334"/>
                  <a:pt x="901170" y="107029"/>
                  <a:pt x="902117" y="107029"/>
                </a:cubicBezTo>
                <a:cubicBezTo>
                  <a:pt x="902685" y="107029"/>
                  <a:pt x="903159" y="107141"/>
                  <a:pt x="903537" y="107364"/>
                </a:cubicBezTo>
                <a:cubicBezTo>
                  <a:pt x="903916" y="107585"/>
                  <a:pt x="904232" y="107981"/>
                  <a:pt x="904485" y="108554"/>
                </a:cubicBezTo>
                <a:cubicBezTo>
                  <a:pt x="904737" y="109124"/>
                  <a:pt x="904911" y="109933"/>
                  <a:pt x="905006" y="110981"/>
                </a:cubicBezTo>
                <a:cubicBezTo>
                  <a:pt x="905100" y="112028"/>
                  <a:pt x="905148" y="113346"/>
                  <a:pt x="905148" y="114932"/>
                </a:cubicBezTo>
                <a:cubicBezTo>
                  <a:pt x="905148" y="116329"/>
                  <a:pt x="905116" y="117520"/>
                  <a:pt x="905053" y="118505"/>
                </a:cubicBezTo>
                <a:cubicBezTo>
                  <a:pt x="904990" y="119487"/>
                  <a:pt x="904895" y="120328"/>
                  <a:pt x="904769" y="121026"/>
                </a:cubicBezTo>
                <a:cubicBezTo>
                  <a:pt x="904642" y="121725"/>
                  <a:pt x="904453" y="122313"/>
                  <a:pt x="904200" y="122791"/>
                </a:cubicBezTo>
                <a:cubicBezTo>
                  <a:pt x="903948" y="123266"/>
                  <a:pt x="903616" y="123726"/>
                  <a:pt x="903206" y="124170"/>
                </a:cubicBezTo>
                <a:cubicBezTo>
                  <a:pt x="902795" y="124614"/>
                  <a:pt x="901675" y="125215"/>
                  <a:pt x="899844" y="125972"/>
                </a:cubicBezTo>
                <a:cubicBezTo>
                  <a:pt x="898012" y="126730"/>
                  <a:pt x="895676" y="127472"/>
                  <a:pt x="892835" y="128198"/>
                </a:cubicBezTo>
                <a:cubicBezTo>
                  <a:pt x="889993" y="128924"/>
                  <a:pt x="886741" y="129556"/>
                  <a:pt x="883079" y="130093"/>
                </a:cubicBezTo>
                <a:cubicBezTo>
                  <a:pt x="879416" y="130629"/>
                  <a:pt x="875501" y="130898"/>
                  <a:pt x="871334" y="130898"/>
                </a:cubicBezTo>
                <a:cubicBezTo>
                  <a:pt x="863820" y="130898"/>
                  <a:pt x="857237" y="129948"/>
                  <a:pt x="851586" y="128050"/>
                </a:cubicBezTo>
                <a:cubicBezTo>
                  <a:pt x="845934" y="126152"/>
                  <a:pt x="841214" y="123273"/>
                  <a:pt x="837426" y="119413"/>
                </a:cubicBezTo>
                <a:cubicBezTo>
                  <a:pt x="833637" y="115554"/>
                  <a:pt x="830811" y="110683"/>
                  <a:pt x="828949" y="104800"/>
                </a:cubicBezTo>
                <a:cubicBezTo>
                  <a:pt x="827086" y="98916"/>
                  <a:pt x="826154" y="92020"/>
                  <a:pt x="826154" y="84111"/>
                </a:cubicBezTo>
                <a:cubicBezTo>
                  <a:pt x="826154" y="76581"/>
                  <a:pt x="827133" y="69795"/>
                  <a:pt x="829091" y="63753"/>
                </a:cubicBezTo>
                <a:cubicBezTo>
                  <a:pt x="831048" y="57711"/>
                  <a:pt x="833890" y="52586"/>
                  <a:pt x="837615" y="48379"/>
                </a:cubicBezTo>
                <a:cubicBezTo>
                  <a:pt x="841341" y="44170"/>
                  <a:pt x="845871" y="40959"/>
                  <a:pt x="851207" y="38745"/>
                </a:cubicBezTo>
                <a:cubicBezTo>
                  <a:pt x="856542" y="36531"/>
                  <a:pt x="862557" y="35424"/>
                  <a:pt x="869250" y="35424"/>
                </a:cubicBezTo>
                <a:cubicBezTo>
                  <a:pt x="876322" y="35424"/>
                  <a:pt x="882368" y="36468"/>
                  <a:pt x="887388" y="38555"/>
                </a:cubicBezTo>
                <a:cubicBezTo>
                  <a:pt x="892408" y="40643"/>
                  <a:pt x="896528" y="43537"/>
                  <a:pt x="899749" y="47237"/>
                </a:cubicBezTo>
                <a:cubicBezTo>
                  <a:pt x="902969" y="50937"/>
                  <a:pt x="905337" y="55317"/>
                  <a:pt x="906852" y="60379"/>
                </a:cubicBezTo>
                <a:cubicBezTo>
                  <a:pt x="908368" y="65438"/>
                  <a:pt x="909126" y="70941"/>
                  <a:pt x="909126" y="76889"/>
                </a:cubicBezTo>
                <a:lnTo>
                  <a:pt x="909126" y="80683"/>
                </a:lnTo>
                <a:moveTo>
                  <a:pt x="886015" y="73879"/>
                </a:moveTo>
                <a:cubicBezTo>
                  <a:pt x="886204" y="67156"/>
                  <a:pt x="884863" y="61876"/>
                  <a:pt x="881990" y="58040"/>
                </a:cubicBezTo>
                <a:cubicBezTo>
                  <a:pt x="879116" y="54202"/>
                  <a:pt x="874681" y="52283"/>
                  <a:pt x="868682" y="52283"/>
                </a:cubicBezTo>
                <a:cubicBezTo>
                  <a:pt x="865651" y="52283"/>
                  <a:pt x="863015" y="52855"/>
                  <a:pt x="860773" y="53997"/>
                </a:cubicBezTo>
                <a:cubicBezTo>
                  <a:pt x="858532" y="55138"/>
                  <a:pt x="856669" y="56676"/>
                  <a:pt x="855185" y="58611"/>
                </a:cubicBezTo>
                <a:cubicBezTo>
                  <a:pt x="853701" y="60545"/>
                  <a:pt x="852564" y="62828"/>
                  <a:pt x="851775" y="65461"/>
                </a:cubicBezTo>
                <a:cubicBezTo>
                  <a:pt x="850986" y="68091"/>
                  <a:pt x="850528" y="70897"/>
                  <a:pt x="850402" y="73879"/>
                </a:cubicBezTo>
                <a:lnTo>
                  <a:pt x="886015" y="73879"/>
                </a:lnTo>
                <a:close/>
                <a:moveTo>
                  <a:pt x="1009737" y="125401"/>
                </a:moveTo>
                <a:cubicBezTo>
                  <a:pt x="1009737" y="126033"/>
                  <a:pt x="1009548" y="126586"/>
                  <a:pt x="1009169" y="127062"/>
                </a:cubicBezTo>
                <a:cubicBezTo>
                  <a:pt x="1008790" y="127535"/>
                  <a:pt x="1008159" y="127930"/>
                  <a:pt x="1007275" y="128246"/>
                </a:cubicBezTo>
                <a:cubicBezTo>
                  <a:pt x="1006390" y="128561"/>
                  <a:pt x="1005175" y="128798"/>
                  <a:pt x="1003628" y="128956"/>
                </a:cubicBezTo>
                <a:cubicBezTo>
                  <a:pt x="1002081" y="129114"/>
                  <a:pt x="1000171" y="129193"/>
                  <a:pt x="997898" y="129193"/>
                </a:cubicBezTo>
                <a:cubicBezTo>
                  <a:pt x="995561" y="129193"/>
                  <a:pt x="993620" y="129114"/>
                  <a:pt x="992073" y="128956"/>
                </a:cubicBezTo>
                <a:cubicBezTo>
                  <a:pt x="990526" y="128798"/>
                  <a:pt x="989310" y="128561"/>
                  <a:pt x="988426" y="128246"/>
                </a:cubicBezTo>
                <a:cubicBezTo>
                  <a:pt x="987542" y="127930"/>
                  <a:pt x="986911" y="127535"/>
                  <a:pt x="986532" y="127062"/>
                </a:cubicBezTo>
                <a:cubicBezTo>
                  <a:pt x="986153" y="126588"/>
                  <a:pt x="985963" y="126036"/>
                  <a:pt x="985963" y="125404"/>
                </a:cubicBezTo>
                <a:lnTo>
                  <a:pt x="985963" y="77194"/>
                </a:lnTo>
                <a:cubicBezTo>
                  <a:pt x="985963" y="73089"/>
                  <a:pt x="985663" y="69869"/>
                  <a:pt x="985064" y="67533"/>
                </a:cubicBezTo>
                <a:cubicBezTo>
                  <a:pt x="984464" y="65196"/>
                  <a:pt x="983595" y="63191"/>
                  <a:pt x="982459" y="61518"/>
                </a:cubicBezTo>
                <a:cubicBezTo>
                  <a:pt x="981322" y="59845"/>
                  <a:pt x="979854" y="58550"/>
                  <a:pt x="978055" y="57635"/>
                </a:cubicBezTo>
                <a:cubicBezTo>
                  <a:pt x="976255" y="56719"/>
                  <a:pt x="974155" y="56261"/>
                  <a:pt x="971756" y="56261"/>
                </a:cubicBezTo>
                <a:cubicBezTo>
                  <a:pt x="968725" y="56261"/>
                  <a:pt x="965663" y="57366"/>
                  <a:pt x="962569" y="59576"/>
                </a:cubicBezTo>
                <a:cubicBezTo>
                  <a:pt x="959474" y="61786"/>
                  <a:pt x="956254" y="65007"/>
                  <a:pt x="952907" y="69237"/>
                </a:cubicBezTo>
                <a:lnTo>
                  <a:pt x="952907" y="125404"/>
                </a:lnTo>
                <a:cubicBezTo>
                  <a:pt x="952907" y="126036"/>
                  <a:pt x="952718" y="126588"/>
                  <a:pt x="952339" y="127062"/>
                </a:cubicBezTo>
                <a:cubicBezTo>
                  <a:pt x="951960" y="127535"/>
                  <a:pt x="951313" y="127930"/>
                  <a:pt x="950397" y="128246"/>
                </a:cubicBezTo>
                <a:cubicBezTo>
                  <a:pt x="949482" y="128561"/>
                  <a:pt x="948266" y="128798"/>
                  <a:pt x="946751" y="128956"/>
                </a:cubicBezTo>
                <a:cubicBezTo>
                  <a:pt x="945235" y="129114"/>
                  <a:pt x="943310" y="129193"/>
                  <a:pt x="940973" y="129193"/>
                </a:cubicBezTo>
                <a:cubicBezTo>
                  <a:pt x="938637" y="129193"/>
                  <a:pt x="936711" y="129114"/>
                  <a:pt x="935196" y="128956"/>
                </a:cubicBezTo>
                <a:cubicBezTo>
                  <a:pt x="933680" y="128798"/>
                  <a:pt x="932465" y="128561"/>
                  <a:pt x="931549" y="128246"/>
                </a:cubicBezTo>
                <a:cubicBezTo>
                  <a:pt x="930633" y="127930"/>
                  <a:pt x="929986" y="127535"/>
                  <a:pt x="929607" y="127062"/>
                </a:cubicBezTo>
                <a:cubicBezTo>
                  <a:pt x="929228" y="126588"/>
                  <a:pt x="929039" y="126036"/>
                  <a:pt x="929039" y="125404"/>
                </a:cubicBezTo>
                <a:lnTo>
                  <a:pt x="929039" y="40917"/>
                </a:lnTo>
                <a:cubicBezTo>
                  <a:pt x="929039" y="40286"/>
                  <a:pt x="929197" y="39733"/>
                  <a:pt x="929513" y="39260"/>
                </a:cubicBezTo>
                <a:cubicBezTo>
                  <a:pt x="929828" y="38786"/>
                  <a:pt x="930397" y="38392"/>
                  <a:pt x="931217" y="38076"/>
                </a:cubicBezTo>
                <a:cubicBezTo>
                  <a:pt x="932038" y="37760"/>
                  <a:pt x="933096" y="37523"/>
                  <a:pt x="934390" y="37365"/>
                </a:cubicBezTo>
                <a:cubicBezTo>
                  <a:pt x="935685" y="37208"/>
                  <a:pt x="937311" y="37129"/>
                  <a:pt x="939268" y="37129"/>
                </a:cubicBezTo>
                <a:cubicBezTo>
                  <a:pt x="941289" y="37129"/>
                  <a:pt x="942962" y="37208"/>
                  <a:pt x="944288" y="37365"/>
                </a:cubicBezTo>
                <a:cubicBezTo>
                  <a:pt x="945614" y="37523"/>
                  <a:pt x="946640" y="37760"/>
                  <a:pt x="947367" y="38076"/>
                </a:cubicBezTo>
                <a:cubicBezTo>
                  <a:pt x="948093" y="38392"/>
                  <a:pt x="948614" y="38786"/>
                  <a:pt x="948929" y="39260"/>
                </a:cubicBezTo>
                <a:cubicBezTo>
                  <a:pt x="949245" y="39733"/>
                  <a:pt x="949403" y="40286"/>
                  <a:pt x="949403" y="40917"/>
                </a:cubicBezTo>
                <a:lnTo>
                  <a:pt x="949403" y="50673"/>
                </a:lnTo>
                <a:cubicBezTo>
                  <a:pt x="954076" y="45590"/>
                  <a:pt x="958827" y="41778"/>
                  <a:pt x="963658" y="39236"/>
                </a:cubicBezTo>
                <a:cubicBezTo>
                  <a:pt x="968488" y="36695"/>
                  <a:pt x="973524" y="35424"/>
                  <a:pt x="978765" y="35424"/>
                </a:cubicBezTo>
                <a:cubicBezTo>
                  <a:pt x="984511" y="35424"/>
                  <a:pt x="989357" y="36372"/>
                  <a:pt x="993304" y="38268"/>
                </a:cubicBezTo>
                <a:cubicBezTo>
                  <a:pt x="997250" y="40165"/>
                  <a:pt x="1000439" y="42741"/>
                  <a:pt x="1002870" y="45996"/>
                </a:cubicBezTo>
                <a:cubicBezTo>
                  <a:pt x="1005301" y="49250"/>
                  <a:pt x="1007054" y="53059"/>
                  <a:pt x="1008127" y="57422"/>
                </a:cubicBezTo>
                <a:cubicBezTo>
                  <a:pt x="1009200" y="61783"/>
                  <a:pt x="1009737" y="67028"/>
                  <a:pt x="1009737" y="73159"/>
                </a:cubicBezTo>
                <a:lnTo>
                  <a:pt x="1009737" y="125401"/>
                </a:lnTo>
                <a:close/>
                <a:moveTo>
                  <a:pt x="1111057" y="80683"/>
                </a:moveTo>
                <a:cubicBezTo>
                  <a:pt x="1111057" y="83594"/>
                  <a:pt x="1110410" y="85745"/>
                  <a:pt x="1109116" y="87136"/>
                </a:cubicBezTo>
                <a:cubicBezTo>
                  <a:pt x="1107821" y="88527"/>
                  <a:pt x="1106038" y="89223"/>
                  <a:pt x="1103764" y="89223"/>
                </a:cubicBezTo>
                <a:lnTo>
                  <a:pt x="1052334" y="89223"/>
                </a:lnTo>
                <a:cubicBezTo>
                  <a:pt x="1052334" y="92836"/>
                  <a:pt x="1052760" y="96116"/>
                  <a:pt x="1053612" y="99064"/>
                </a:cubicBezTo>
                <a:cubicBezTo>
                  <a:pt x="1054465" y="102012"/>
                  <a:pt x="1055822" y="104517"/>
                  <a:pt x="1057685" y="106579"/>
                </a:cubicBezTo>
                <a:cubicBezTo>
                  <a:pt x="1059548" y="108639"/>
                  <a:pt x="1061947" y="110208"/>
                  <a:pt x="1064883" y="111285"/>
                </a:cubicBezTo>
                <a:cubicBezTo>
                  <a:pt x="1067820" y="112363"/>
                  <a:pt x="1071340" y="112902"/>
                  <a:pt x="1075444" y="112902"/>
                </a:cubicBezTo>
                <a:cubicBezTo>
                  <a:pt x="1079612" y="112902"/>
                  <a:pt x="1083274" y="112597"/>
                  <a:pt x="1086431" y="111987"/>
                </a:cubicBezTo>
                <a:cubicBezTo>
                  <a:pt x="1089589" y="111377"/>
                  <a:pt x="1092319" y="110703"/>
                  <a:pt x="1094624" y="109965"/>
                </a:cubicBezTo>
                <a:cubicBezTo>
                  <a:pt x="1096929" y="109227"/>
                  <a:pt x="1098839" y="108554"/>
                  <a:pt x="1100355" y="107944"/>
                </a:cubicBezTo>
                <a:cubicBezTo>
                  <a:pt x="1101870" y="107334"/>
                  <a:pt x="1103101" y="107029"/>
                  <a:pt x="1104049" y="107029"/>
                </a:cubicBezTo>
                <a:cubicBezTo>
                  <a:pt x="1104617" y="107029"/>
                  <a:pt x="1105090" y="107141"/>
                  <a:pt x="1105469" y="107364"/>
                </a:cubicBezTo>
                <a:cubicBezTo>
                  <a:pt x="1105848" y="107585"/>
                  <a:pt x="1106164" y="107981"/>
                  <a:pt x="1106416" y="108554"/>
                </a:cubicBezTo>
                <a:cubicBezTo>
                  <a:pt x="1106669" y="109124"/>
                  <a:pt x="1106843" y="109933"/>
                  <a:pt x="1106937" y="110981"/>
                </a:cubicBezTo>
                <a:cubicBezTo>
                  <a:pt x="1107032" y="112028"/>
                  <a:pt x="1107079" y="113346"/>
                  <a:pt x="1107079" y="114932"/>
                </a:cubicBezTo>
                <a:cubicBezTo>
                  <a:pt x="1107079" y="116329"/>
                  <a:pt x="1107048" y="117520"/>
                  <a:pt x="1106985" y="118505"/>
                </a:cubicBezTo>
                <a:cubicBezTo>
                  <a:pt x="1106922" y="119487"/>
                  <a:pt x="1106827" y="120328"/>
                  <a:pt x="1106701" y="121026"/>
                </a:cubicBezTo>
                <a:cubicBezTo>
                  <a:pt x="1106574" y="121725"/>
                  <a:pt x="1106385" y="122313"/>
                  <a:pt x="1106132" y="122791"/>
                </a:cubicBezTo>
                <a:cubicBezTo>
                  <a:pt x="1105880" y="123266"/>
                  <a:pt x="1105548" y="123726"/>
                  <a:pt x="1105138" y="124170"/>
                </a:cubicBezTo>
                <a:cubicBezTo>
                  <a:pt x="1104727" y="124614"/>
                  <a:pt x="1103606" y="125215"/>
                  <a:pt x="1101775" y="125972"/>
                </a:cubicBezTo>
                <a:cubicBezTo>
                  <a:pt x="1099944" y="126730"/>
                  <a:pt x="1097608" y="127472"/>
                  <a:pt x="1094766" y="128198"/>
                </a:cubicBezTo>
                <a:cubicBezTo>
                  <a:pt x="1091925" y="128924"/>
                  <a:pt x="1088673" y="129556"/>
                  <a:pt x="1085011" y="130093"/>
                </a:cubicBezTo>
                <a:cubicBezTo>
                  <a:pt x="1081348" y="130629"/>
                  <a:pt x="1077433" y="130898"/>
                  <a:pt x="1073266" y="130898"/>
                </a:cubicBezTo>
                <a:cubicBezTo>
                  <a:pt x="1065752" y="130898"/>
                  <a:pt x="1059169" y="129948"/>
                  <a:pt x="1053517" y="128050"/>
                </a:cubicBezTo>
                <a:cubicBezTo>
                  <a:pt x="1047866" y="126152"/>
                  <a:pt x="1043146" y="123273"/>
                  <a:pt x="1039357" y="119413"/>
                </a:cubicBezTo>
                <a:cubicBezTo>
                  <a:pt x="1035569" y="115554"/>
                  <a:pt x="1032743" y="110683"/>
                  <a:pt x="1030880" y="104800"/>
                </a:cubicBezTo>
                <a:cubicBezTo>
                  <a:pt x="1029018" y="98916"/>
                  <a:pt x="1028086" y="92020"/>
                  <a:pt x="1028086" y="84111"/>
                </a:cubicBezTo>
                <a:cubicBezTo>
                  <a:pt x="1028086" y="76581"/>
                  <a:pt x="1029065" y="69795"/>
                  <a:pt x="1031022" y="63753"/>
                </a:cubicBezTo>
                <a:cubicBezTo>
                  <a:pt x="1032980" y="57711"/>
                  <a:pt x="1035821" y="52586"/>
                  <a:pt x="1039547" y="48379"/>
                </a:cubicBezTo>
                <a:cubicBezTo>
                  <a:pt x="1043272" y="44170"/>
                  <a:pt x="1047803" y="40959"/>
                  <a:pt x="1053139" y="38745"/>
                </a:cubicBezTo>
                <a:cubicBezTo>
                  <a:pt x="1058474" y="36531"/>
                  <a:pt x="1064489" y="35424"/>
                  <a:pt x="1071182" y="35424"/>
                </a:cubicBezTo>
                <a:cubicBezTo>
                  <a:pt x="1078254" y="35424"/>
                  <a:pt x="1084300" y="36468"/>
                  <a:pt x="1089320" y="38555"/>
                </a:cubicBezTo>
                <a:cubicBezTo>
                  <a:pt x="1094340" y="40643"/>
                  <a:pt x="1098460" y="43537"/>
                  <a:pt x="1101681" y="47237"/>
                </a:cubicBezTo>
                <a:cubicBezTo>
                  <a:pt x="1104901" y="50937"/>
                  <a:pt x="1107269" y="55317"/>
                  <a:pt x="1108784" y="60379"/>
                </a:cubicBezTo>
                <a:cubicBezTo>
                  <a:pt x="1110300" y="65438"/>
                  <a:pt x="1111057" y="70941"/>
                  <a:pt x="1111057" y="76889"/>
                </a:cubicBezTo>
                <a:lnTo>
                  <a:pt x="1111057" y="80683"/>
                </a:lnTo>
                <a:moveTo>
                  <a:pt x="1087947" y="73879"/>
                </a:moveTo>
                <a:cubicBezTo>
                  <a:pt x="1088136" y="67156"/>
                  <a:pt x="1086794" y="61876"/>
                  <a:pt x="1083921" y="58040"/>
                </a:cubicBezTo>
                <a:cubicBezTo>
                  <a:pt x="1081048" y="54202"/>
                  <a:pt x="1076612" y="52283"/>
                  <a:pt x="1070614" y="52283"/>
                </a:cubicBezTo>
                <a:cubicBezTo>
                  <a:pt x="1067583" y="52283"/>
                  <a:pt x="1064947" y="52855"/>
                  <a:pt x="1062705" y="53997"/>
                </a:cubicBezTo>
                <a:cubicBezTo>
                  <a:pt x="1060463" y="55138"/>
                  <a:pt x="1058601" y="56676"/>
                  <a:pt x="1057117" y="58611"/>
                </a:cubicBezTo>
                <a:cubicBezTo>
                  <a:pt x="1055633" y="60545"/>
                  <a:pt x="1054496" y="62828"/>
                  <a:pt x="1053707" y="65461"/>
                </a:cubicBezTo>
                <a:cubicBezTo>
                  <a:pt x="1052918" y="68091"/>
                  <a:pt x="1052460" y="70897"/>
                  <a:pt x="1052334" y="73879"/>
                </a:cubicBezTo>
                <a:lnTo>
                  <a:pt x="1087947" y="73879"/>
                </a:lnTo>
                <a:close/>
                <a:moveTo>
                  <a:pt x="1185243" y="48684"/>
                </a:moveTo>
                <a:cubicBezTo>
                  <a:pt x="1185243" y="50957"/>
                  <a:pt x="1185179" y="52820"/>
                  <a:pt x="1185053" y="54272"/>
                </a:cubicBezTo>
                <a:cubicBezTo>
                  <a:pt x="1184927" y="55725"/>
                  <a:pt x="1184737" y="56861"/>
                  <a:pt x="1184485" y="57682"/>
                </a:cubicBezTo>
                <a:cubicBezTo>
                  <a:pt x="1184232" y="58503"/>
                  <a:pt x="1183901" y="59071"/>
                  <a:pt x="1183490" y="59387"/>
                </a:cubicBezTo>
                <a:cubicBezTo>
                  <a:pt x="1183080" y="59703"/>
                  <a:pt x="1182559" y="59861"/>
                  <a:pt x="1181928" y="59861"/>
                </a:cubicBezTo>
                <a:cubicBezTo>
                  <a:pt x="1181422" y="59861"/>
                  <a:pt x="1180854" y="59750"/>
                  <a:pt x="1180223" y="59529"/>
                </a:cubicBezTo>
                <a:cubicBezTo>
                  <a:pt x="1179591" y="59308"/>
                  <a:pt x="1178881" y="59071"/>
                  <a:pt x="1178092" y="58819"/>
                </a:cubicBezTo>
                <a:cubicBezTo>
                  <a:pt x="1177302" y="58566"/>
                  <a:pt x="1176434" y="58329"/>
                  <a:pt x="1175487" y="58108"/>
                </a:cubicBezTo>
                <a:cubicBezTo>
                  <a:pt x="1174540" y="57887"/>
                  <a:pt x="1173498" y="57777"/>
                  <a:pt x="1172361" y="57777"/>
                </a:cubicBezTo>
                <a:cubicBezTo>
                  <a:pt x="1171035" y="57777"/>
                  <a:pt x="1169709" y="58047"/>
                  <a:pt x="1168383" y="58588"/>
                </a:cubicBezTo>
                <a:cubicBezTo>
                  <a:pt x="1167057" y="59127"/>
                  <a:pt x="1165684" y="59968"/>
                  <a:pt x="1164263" y="61113"/>
                </a:cubicBezTo>
                <a:cubicBezTo>
                  <a:pt x="1162842" y="62257"/>
                  <a:pt x="1161358" y="63782"/>
                  <a:pt x="1159811" y="65689"/>
                </a:cubicBezTo>
                <a:cubicBezTo>
                  <a:pt x="1158264" y="67595"/>
                  <a:pt x="1156607" y="69946"/>
                  <a:pt x="1154839" y="72742"/>
                </a:cubicBezTo>
                <a:lnTo>
                  <a:pt x="1154839" y="125404"/>
                </a:lnTo>
                <a:cubicBezTo>
                  <a:pt x="1154839" y="126036"/>
                  <a:pt x="1154649" y="126588"/>
                  <a:pt x="1154270" y="127062"/>
                </a:cubicBezTo>
                <a:cubicBezTo>
                  <a:pt x="1153892" y="127535"/>
                  <a:pt x="1153244" y="127930"/>
                  <a:pt x="1152329" y="128246"/>
                </a:cubicBezTo>
                <a:cubicBezTo>
                  <a:pt x="1151413" y="128561"/>
                  <a:pt x="1150198" y="128798"/>
                  <a:pt x="1148682" y="128956"/>
                </a:cubicBezTo>
                <a:cubicBezTo>
                  <a:pt x="1147167" y="129114"/>
                  <a:pt x="1145241" y="129193"/>
                  <a:pt x="1142904" y="129193"/>
                </a:cubicBezTo>
                <a:cubicBezTo>
                  <a:pt x="1140568" y="129193"/>
                  <a:pt x="1138642" y="129114"/>
                  <a:pt x="1137127" y="128956"/>
                </a:cubicBezTo>
                <a:cubicBezTo>
                  <a:pt x="1135611" y="128798"/>
                  <a:pt x="1134396" y="128561"/>
                  <a:pt x="1133480" y="128246"/>
                </a:cubicBezTo>
                <a:cubicBezTo>
                  <a:pt x="1132565" y="127930"/>
                  <a:pt x="1131917" y="127535"/>
                  <a:pt x="1131539" y="127062"/>
                </a:cubicBezTo>
                <a:cubicBezTo>
                  <a:pt x="1131160" y="126588"/>
                  <a:pt x="1130970" y="126036"/>
                  <a:pt x="1130970" y="125404"/>
                </a:cubicBezTo>
                <a:lnTo>
                  <a:pt x="1130970" y="40917"/>
                </a:lnTo>
                <a:cubicBezTo>
                  <a:pt x="1130970" y="40286"/>
                  <a:pt x="1131128" y="39733"/>
                  <a:pt x="1131444" y="39260"/>
                </a:cubicBezTo>
                <a:cubicBezTo>
                  <a:pt x="1131760" y="38786"/>
                  <a:pt x="1132328" y="38392"/>
                  <a:pt x="1133149" y="38076"/>
                </a:cubicBezTo>
                <a:cubicBezTo>
                  <a:pt x="1133970" y="37760"/>
                  <a:pt x="1135027" y="37523"/>
                  <a:pt x="1136322" y="37365"/>
                </a:cubicBezTo>
                <a:cubicBezTo>
                  <a:pt x="1137616" y="37208"/>
                  <a:pt x="1139242" y="37129"/>
                  <a:pt x="1141200" y="37129"/>
                </a:cubicBezTo>
                <a:cubicBezTo>
                  <a:pt x="1143220" y="37129"/>
                  <a:pt x="1144894" y="37208"/>
                  <a:pt x="1146220" y="37365"/>
                </a:cubicBezTo>
                <a:cubicBezTo>
                  <a:pt x="1147546" y="37523"/>
                  <a:pt x="1148572" y="37760"/>
                  <a:pt x="1149298" y="38076"/>
                </a:cubicBezTo>
                <a:cubicBezTo>
                  <a:pt x="1150024" y="38392"/>
                  <a:pt x="1150545" y="38786"/>
                  <a:pt x="1150861" y="39260"/>
                </a:cubicBezTo>
                <a:cubicBezTo>
                  <a:pt x="1151176" y="39733"/>
                  <a:pt x="1151334" y="40286"/>
                  <a:pt x="1151334" y="40917"/>
                </a:cubicBezTo>
                <a:lnTo>
                  <a:pt x="1151334" y="51431"/>
                </a:lnTo>
                <a:cubicBezTo>
                  <a:pt x="1153544" y="48254"/>
                  <a:pt x="1155628" y="45633"/>
                  <a:pt x="1157585" y="43569"/>
                </a:cubicBezTo>
                <a:cubicBezTo>
                  <a:pt x="1159543" y="41505"/>
                  <a:pt x="1161406" y="39871"/>
                  <a:pt x="1163174" y="38665"/>
                </a:cubicBezTo>
                <a:cubicBezTo>
                  <a:pt x="1164942" y="37457"/>
                  <a:pt x="1166710" y="36616"/>
                  <a:pt x="1168478" y="36140"/>
                </a:cubicBezTo>
                <a:cubicBezTo>
                  <a:pt x="1170246" y="35663"/>
                  <a:pt x="1172014" y="35424"/>
                  <a:pt x="1173782" y="35424"/>
                </a:cubicBezTo>
                <a:cubicBezTo>
                  <a:pt x="1174603" y="35424"/>
                  <a:pt x="1175487" y="35471"/>
                  <a:pt x="1176434" y="35566"/>
                </a:cubicBezTo>
                <a:cubicBezTo>
                  <a:pt x="1177381" y="35661"/>
                  <a:pt x="1178360" y="35818"/>
                  <a:pt x="1179370" y="36039"/>
                </a:cubicBezTo>
                <a:cubicBezTo>
                  <a:pt x="1180380" y="36260"/>
                  <a:pt x="1181264" y="36513"/>
                  <a:pt x="1182022" y="36797"/>
                </a:cubicBezTo>
                <a:cubicBezTo>
                  <a:pt x="1182780" y="37081"/>
                  <a:pt x="1183332" y="37381"/>
                  <a:pt x="1183680" y="37697"/>
                </a:cubicBezTo>
                <a:cubicBezTo>
                  <a:pt x="1184027" y="38013"/>
                  <a:pt x="1184280" y="38360"/>
                  <a:pt x="1184437" y="38739"/>
                </a:cubicBezTo>
                <a:cubicBezTo>
                  <a:pt x="1184595" y="39118"/>
                  <a:pt x="1184737" y="39639"/>
                  <a:pt x="1184864" y="40302"/>
                </a:cubicBezTo>
                <a:cubicBezTo>
                  <a:pt x="1184990" y="40965"/>
                  <a:pt x="1185085" y="41959"/>
                  <a:pt x="1185148" y="43285"/>
                </a:cubicBezTo>
                <a:cubicBezTo>
                  <a:pt x="1185211" y="44611"/>
                  <a:pt x="1185243" y="46411"/>
                  <a:pt x="1185243" y="48684"/>
                </a:cubicBezTo>
                <a:close/>
                <a:moveTo>
                  <a:pt x="1267355" y="125685"/>
                </a:moveTo>
                <a:cubicBezTo>
                  <a:pt x="1267355" y="126569"/>
                  <a:pt x="1267040" y="127265"/>
                  <a:pt x="1266408" y="127772"/>
                </a:cubicBezTo>
                <a:cubicBezTo>
                  <a:pt x="1265777" y="128277"/>
                  <a:pt x="1264782" y="128640"/>
                  <a:pt x="1263425" y="128861"/>
                </a:cubicBezTo>
                <a:cubicBezTo>
                  <a:pt x="1262067" y="129082"/>
                  <a:pt x="1260062" y="129193"/>
                  <a:pt x="1257410" y="129193"/>
                </a:cubicBezTo>
                <a:cubicBezTo>
                  <a:pt x="1254569" y="129193"/>
                  <a:pt x="1252501" y="129082"/>
                  <a:pt x="1251206" y="128861"/>
                </a:cubicBezTo>
                <a:cubicBezTo>
                  <a:pt x="1249912" y="128640"/>
                  <a:pt x="1248996" y="128277"/>
                  <a:pt x="1248460" y="127772"/>
                </a:cubicBezTo>
                <a:cubicBezTo>
                  <a:pt x="1247923" y="127267"/>
                  <a:pt x="1247654" y="126572"/>
                  <a:pt x="1247654" y="125688"/>
                </a:cubicBezTo>
                <a:lnTo>
                  <a:pt x="1247654" y="118963"/>
                </a:lnTo>
                <a:cubicBezTo>
                  <a:pt x="1244182" y="122689"/>
                  <a:pt x="1240219" y="125609"/>
                  <a:pt x="1235768" y="127725"/>
                </a:cubicBezTo>
                <a:cubicBezTo>
                  <a:pt x="1231316" y="129840"/>
                  <a:pt x="1226375" y="130898"/>
                  <a:pt x="1220945" y="130898"/>
                </a:cubicBezTo>
                <a:cubicBezTo>
                  <a:pt x="1216461" y="130898"/>
                  <a:pt x="1212341" y="130312"/>
                  <a:pt x="1208584" y="129139"/>
                </a:cubicBezTo>
                <a:cubicBezTo>
                  <a:pt x="1204827" y="127967"/>
                  <a:pt x="1201575" y="126225"/>
                  <a:pt x="1198828" y="123912"/>
                </a:cubicBezTo>
                <a:cubicBezTo>
                  <a:pt x="1196082" y="121600"/>
                  <a:pt x="1193950" y="118734"/>
                  <a:pt x="1192435" y="115314"/>
                </a:cubicBezTo>
                <a:cubicBezTo>
                  <a:pt x="1190920" y="111892"/>
                  <a:pt x="1190162" y="107900"/>
                  <a:pt x="1190162" y="103338"/>
                </a:cubicBezTo>
                <a:cubicBezTo>
                  <a:pt x="1190162" y="98395"/>
                  <a:pt x="1191125" y="94102"/>
                  <a:pt x="1193051" y="90460"/>
                </a:cubicBezTo>
                <a:cubicBezTo>
                  <a:pt x="1194977" y="86817"/>
                  <a:pt x="1197850" y="83808"/>
                  <a:pt x="1201670" y="81432"/>
                </a:cubicBezTo>
                <a:cubicBezTo>
                  <a:pt x="1205490" y="79056"/>
                  <a:pt x="1210242" y="77298"/>
                  <a:pt x="1215925" y="76158"/>
                </a:cubicBezTo>
                <a:cubicBezTo>
                  <a:pt x="1221608" y="75017"/>
                  <a:pt x="1228206" y="74447"/>
                  <a:pt x="1235720" y="74447"/>
                </a:cubicBezTo>
                <a:lnTo>
                  <a:pt x="1243961" y="74447"/>
                </a:lnTo>
                <a:lnTo>
                  <a:pt x="1243961" y="69356"/>
                </a:lnTo>
                <a:cubicBezTo>
                  <a:pt x="1243961" y="66716"/>
                  <a:pt x="1243692" y="64406"/>
                  <a:pt x="1243155" y="62427"/>
                </a:cubicBezTo>
                <a:cubicBezTo>
                  <a:pt x="1242619" y="60446"/>
                  <a:pt x="1241735" y="58795"/>
                  <a:pt x="1240503" y="57475"/>
                </a:cubicBezTo>
                <a:cubicBezTo>
                  <a:pt x="1239272" y="56155"/>
                  <a:pt x="1237630" y="55181"/>
                  <a:pt x="1235578" y="54554"/>
                </a:cubicBezTo>
                <a:cubicBezTo>
                  <a:pt x="1233526" y="53924"/>
                  <a:pt x="1230984" y="53609"/>
                  <a:pt x="1227953" y="53609"/>
                </a:cubicBezTo>
                <a:cubicBezTo>
                  <a:pt x="1223975" y="53609"/>
                  <a:pt x="1220424" y="54051"/>
                  <a:pt x="1217298" y="54935"/>
                </a:cubicBezTo>
                <a:cubicBezTo>
                  <a:pt x="1214172" y="55819"/>
                  <a:pt x="1211410" y="56798"/>
                  <a:pt x="1209010" y="57872"/>
                </a:cubicBezTo>
                <a:cubicBezTo>
                  <a:pt x="1206611" y="58945"/>
                  <a:pt x="1204606" y="59924"/>
                  <a:pt x="1202996" y="60808"/>
                </a:cubicBezTo>
                <a:cubicBezTo>
                  <a:pt x="1201386" y="61692"/>
                  <a:pt x="1200075" y="62134"/>
                  <a:pt x="1199065" y="62134"/>
                </a:cubicBezTo>
                <a:cubicBezTo>
                  <a:pt x="1198371" y="62134"/>
                  <a:pt x="1197755" y="61912"/>
                  <a:pt x="1197218" y="61468"/>
                </a:cubicBezTo>
                <a:cubicBezTo>
                  <a:pt x="1196681" y="61024"/>
                  <a:pt x="1196239" y="60389"/>
                  <a:pt x="1195892" y="59565"/>
                </a:cubicBezTo>
                <a:cubicBezTo>
                  <a:pt x="1195545" y="58740"/>
                  <a:pt x="1195276" y="57725"/>
                  <a:pt x="1195087" y="56519"/>
                </a:cubicBezTo>
                <a:cubicBezTo>
                  <a:pt x="1194898" y="55311"/>
                  <a:pt x="1194803" y="53978"/>
                  <a:pt x="1194803" y="52520"/>
                </a:cubicBezTo>
                <a:cubicBezTo>
                  <a:pt x="1194803" y="50553"/>
                  <a:pt x="1194961" y="48998"/>
                  <a:pt x="1195276" y="47855"/>
                </a:cubicBezTo>
                <a:cubicBezTo>
                  <a:pt x="1195592" y="46713"/>
                  <a:pt x="1196192" y="45682"/>
                  <a:pt x="1197076" y="44762"/>
                </a:cubicBezTo>
                <a:cubicBezTo>
                  <a:pt x="1197960" y="43841"/>
                  <a:pt x="1199507" y="42827"/>
                  <a:pt x="1201717" y="41722"/>
                </a:cubicBezTo>
                <a:cubicBezTo>
                  <a:pt x="1203927" y="40617"/>
                  <a:pt x="1206516" y="39591"/>
                  <a:pt x="1209484" y="38644"/>
                </a:cubicBezTo>
                <a:cubicBezTo>
                  <a:pt x="1212452" y="37697"/>
                  <a:pt x="1215688" y="36923"/>
                  <a:pt x="1219192" y="36324"/>
                </a:cubicBezTo>
                <a:cubicBezTo>
                  <a:pt x="1222697" y="35724"/>
                  <a:pt x="1226312" y="35424"/>
                  <a:pt x="1230037" y="35424"/>
                </a:cubicBezTo>
                <a:cubicBezTo>
                  <a:pt x="1236667" y="35424"/>
                  <a:pt x="1242335" y="36072"/>
                  <a:pt x="1247039" y="37368"/>
                </a:cubicBezTo>
                <a:cubicBezTo>
                  <a:pt x="1251743" y="38663"/>
                  <a:pt x="1255611" y="40654"/>
                  <a:pt x="1258642" y="43341"/>
                </a:cubicBezTo>
                <a:cubicBezTo>
                  <a:pt x="1261672" y="46027"/>
                  <a:pt x="1263882" y="49487"/>
                  <a:pt x="1265272" y="53722"/>
                </a:cubicBezTo>
                <a:cubicBezTo>
                  <a:pt x="1266661" y="57956"/>
                  <a:pt x="1267355" y="62981"/>
                  <a:pt x="1267355" y="68796"/>
                </a:cubicBezTo>
                <a:lnTo>
                  <a:pt x="1267355" y="125685"/>
                </a:lnTo>
                <a:moveTo>
                  <a:pt x="1243961" y="89412"/>
                </a:moveTo>
                <a:lnTo>
                  <a:pt x="1234868" y="89412"/>
                </a:lnTo>
                <a:cubicBezTo>
                  <a:pt x="1231016" y="89412"/>
                  <a:pt x="1227732" y="89698"/>
                  <a:pt x="1225017" y="90270"/>
                </a:cubicBezTo>
                <a:cubicBezTo>
                  <a:pt x="1222302" y="90843"/>
                  <a:pt x="1220092" y="91702"/>
                  <a:pt x="1218387" y="92848"/>
                </a:cubicBezTo>
                <a:cubicBezTo>
                  <a:pt x="1216682" y="93993"/>
                  <a:pt x="1215435" y="95377"/>
                  <a:pt x="1214646" y="97001"/>
                </a:cubicBezTo>
                <a:cubicBezTo>
                  <a:pt x="1213857" y="98623"/>
                  <a:pt x="1213462" y="100484"/>
                  <a:pt x="1213462" y="102583"/>
                </a:cubicBezTo>
                <a:cubicBezTo>
                  <a:pt x="1213462" y="106147"/>
                  <a:pt x="1214583" y="108947"/>
                  <a:pt x="1216824" y="110984"/>
                </a:cubicBezTo>
                <a:cubicBezTo>
                  <a:pt x="1219066" y="113020"/>
                  <a:pt x="1222176" y="114038"/>
                  <a:pt x="1226154" y="114038"/>
                </a:cubicBezTo>
                <a:cubicBezTo>
                  <a:pt x="1229501" y="114038"/>
                  <a:pt x="1232579" y="113180"/>
                  <a:pt x="1235389" y="111463"/>
                </a:cubicBezTo>
                <a:cubicBezTo>
                  <a:pt x="1238199" y="109744"/>
                  <a:pt x="1241056" y="107230"/>
                  <a:pt x="1243961" y="103921"/>
                </a:cubicBezTo>
                <a:lnTo>
                  <a:pt x="1243961" y="89412"/>
                </a:lnTo>
                <a:close/>
                <a:moveTo>
                  <a:pt x="1339461" y="117004"/>
                </a:moveTo>
                <a:cubicBezTo>
                  <a:pt x="1339461" y="119796"/>
                  <a:pt x="1339287" y="121938"/>
                  <a:pt x="1338940" y="123430"/>
                </a:cubicBezTo>
                <a:cubicBezTo>
                  <a:pt x="1338592" y="124920"/>
                  <a:pt x="1338135" y="125966"/>
                  <a:pt x="1337566" y="126570"/>
                </a:cubicBezTo>
                <a:cubicBezTo>
                  <a:pt x="1336998" y="127172"/>
                  <a:pt x="1336161" y="127711"/>
                  <a:pt x="1335056" y="128186"/>
                </a:cubicBezTo>
                <a:cubicBezTo>
                  <a:pt x="1333951" y="128662"/>
                  <a:pt x="1332657" y="129074"/>
                  <a:pt x="1331173" y="129424"/>
                </a:cubicBezTo>
                <a:cubicBezTo>
                  <a:pt x="1329689" y="129773"/>
                  <a:pt x="1328079" y="130042"/>
                  <a:pt x="1326343" y="130232"/>
                </a:cubicBezTo>
                <a:cubicBezTo>
                  <a:pt x="1324606" y="130423"/>
                  <a:pt x="1322854" y="130519"/>
                  <a:pt x="1321086" y="130519"/>
                </a:cubicBezTo>
                <a:cubicBezTo>
                  <a:pt x="1316350" y="130519"/>
                  <a:pt x="1312246" y="129919"/>
                  <a:pt x="1308773" y="128719"/>
                </a:cubicBezTo>
                <a:cubicBezTo>
                  <a:pt x="1305300" y="127519"/>
                  <a:pt x="1302427" y="125672"/>
                  <a:pt x="1300154" y="123178"/>
                </a:cubicBezTo>
                <a:cubicBezTo>
                  <a:pt x="1297880" y="120684"/>
                  <a:pt x="1296207" y="117543"/>
                  <a:pt x="1295134" y="113754"/>
                </a:cubicBezTo>
                <a:cubicBezTo>
                  <a:pt x="1294060" y="109965"/>
                  <a:pt x="1293523" y="105482"/>
                  <a:pt x="1293523" y="100304"/>
                </a:cubicBezTo>
                <a:lnTo>
                  <a:pt x="1293523" y="57019"/>
                </a:lnTo>
                <a:lnTo>
                  <a:pt x="1283389" y="57019"/>
                </a:lnTo>
                <a:cubicBezTo>
                  <a:pt x="1282189" y="57019"/>
                  <a:pt x="1281273" y="56277"/>
                  <a:pt x="1280642" y="54793"/>
                </a:cubicBezTo>
                <a:cubicBezTo>
                  <a:pt x="1280011" y="53309"/>
                  <a:pt x="1279695" y="50831"/>
                  <a:pt x="1279695" y="47358"/>
                </a:cubicBezTo>
                <a:cubicBezTo>
                  <a:pt x="1279695" y="45527"/>
                  <a:pt x="1279774" y="43980"/>
                  <a:pt x="1279932" y="42717"/>
                </a:cubicBezTo>
                <a:cubicBezTo>
                  <a:pt x="1280090" y="41454"/>
                  <a:pt x="1280326" y="40460"/>
                  <a:pt x="1280642" y="39733"/>
                </a:cubicBezTo>
                <a:cubicBezTo>
                  <a:pt x="1280958" y="39007"/>
                  <a:pt x="1281352" y="38486"/>
                  <a:pt x="1281826" y="38171"/>
                </a:cubicBezTo>
                <a:cubicBezTo>
                  <a:pt x="1282300" y="37855"/>
                  <a:pt x="1282852" y="37697"/>
                  <a:pt x="1283484" y="37697"/>
                </a:cubicBezTo>
                <a:lnTo>
                  <a:pt x="1293523" y="37697"/>
                </a:lnTo>
                <a:lnTo>
                  <a:pt x="1293523" y="18772"/>
                </a:lnTo>
                <a:cubicBezTo>
                  <a:pt x="1293523" y="18136"/>
                  <a:pt x="1293697" y="17565"/>
                  <a:pt x="1294044" y="17058"/>
                </a:cubicBezTo>
                <a:cubicBezTo>
                  <a:pt x="1294392" y="16551"/>
                  <a:pt x="1295023" y="16123"/>
                  <a:pt x="1295939" y="15776"/>
                </a:cubicBezTo>
                <a:cubicBezTo>
                  <a:pt x="1296854" y="15427"/>
                  <a:pt x="1298086" y="15173"/>
                  <a:pt x="1299633" y="15015"/>
                </a:cubicBezTo>
                <a:cubicBezTo>
                  <a:pt x="1301180" y="14856"/>
                  <a:pt x="1303090" y="14776"/>
                  <a:pt x="1305363" y="14776"/>
                </a:cubicBezTo>
                <a:cubicBezTo>
                  <a:pt x="1307699" y="14776"/>
                  <a:pt x="1309641" y="14856"/>
                  <a:pt x="1311188" y="15015"/>
                </a:cubicBezTo>
                <a:cubicBezTo>
                  <a:pt x="1312735" y="15173"/>
                  <a:pt x="1313951" y="15427"/>
                  <a:pt x="1314835" y="15776"/>
                </a:cubicBezTo>
                <a:cubicBezTo>
                  <a:pt x="1315719" y="16123"/>
                  <a:pt x="1316350" y="16551"/>
                  <a:pt x="1316729" y="17058"/>
                </a:cubicBezTo>
                <a:cubicBezTo>
                  <a:pt x="1317108" y="17565"/>
                  <a:pt x="1317297" y="18136"/>
                  <a:pt x="1317297" y="18772"/>
                </a:cubicBezTo>
                <a:lnTo>
                  <a:pt x="1317297" y="37697"/>
                </a:lnTo>
                <a:lnTo>
                  <a:pt x="1335672" y="37697"/>
                </a:lnTo>
                <a:cubicBezTo>
                  <a:pt x="1336304" y="37697"/>
                  <a:pt x="1336856" y="37855"/>
                  <a:pt x="1337330" y="38171"/>
                </a:cubicBezTo>
                <a:cubicBezTo>
                  <a:pt x="1337803" y="38486"/>
                  <a:pt x="1338198" y="39007"/>
                  <a:pt x="1338514" y="39733"/>
                </a:cubicBezTo>
                <a:cubicBezTo>
                  <a:pt x="1338829" y="40460"/>
                  <a:pt x="1339066" y="41454"/>
                  <a:pt x="1339224" y="42717"/>
                </a:cubicBezTo>
                <a:cubicBezTo>
                  <a:pt x="1339382" y="43980"/>
                  <a:pt x="1339461" y="45527"/>
                  <a:pt x="1339461" y="47358"/>
                </a:cubicBezTo>
                <a:cubicBezTo>
                  <a:pt x="1339461" y="50831"/>
                  <a:pt x="1339145" y="53309"/>
                  <a:pt x="1338514" y="54793"/>
                </a:cubicBezTo>
                <a:cubicBezTo>
                  <a:pt x="1337882" y="56277"/>
                  <a:pt x="1336967" y="57019"/>
                  <a:pt x="1335767" y="57019"/>
                </a:cubicBezTo>
                <a:lnTo>
                  <a:pt x="1317297" y="57019"/>
                </a:lnTo>
                <a:lnTo>
                  <a:pt x="1317297" y="96634"/>
                </a:lnTo>
                <a:cubicBezTo>
                  <a:pt x="1317297" y="101236"/>
                  <a:pt x="1318023" y="104687"/>
                  <a:pt x="1319476" y="106988"/>
                </a:cubicBezTo>
                <a:cubicBezTo>
                  <a:pt x="1320928" y="109289"/>
                  <a:pt x="1323517" y="110439"/>
                  <a:pt x="1327242" y="110439"/>
                </a:cubicBezTo>
                <a:cubicBezTo>
                  <a:pt x="1328505" y="110439"/>
                  <a:pt x="1329642" y="110328"/>
                  <a:pt x="1330652" y="110107"/>
                </a:cubicBezTo>
                <a:cubicBezTo>
                  <a:pt x="1331662" y="109886"/>
                  <a:pt x="1332562" y="109634"/>
                  <a:pt x="1333352" y="109350"/>
                </a:cubicBezTo>
                <a:cubicBezTo>
                  <a:pt x="1334141" y="109066"/>
                  <a:pt x="1334804" y="108813"/>
                  <a:pt x="1335341" y="108592"/>
                </a:cubicBezTo>
                <a:cubicBezTo>
                  <a:pt x="1335877" y="108371"/>
                  <a:pt x="1336367" y="108260"/>
                  <a:pt x="1336809" y="108260"/>
                </a:cubicBezTo>
                <a:cubicBezTo>
                  <a:pt x="1337188" y="108260"/>
                  <a:pt x="1337551" y="108371"/>
                  <a:pt x="1337898" y="108592"/>
                </a:cubicBezTo>
                <a:cubicBezTo>
                  <a:pt x="1338245" y="108813"/>
                  <a:pt x="1338514" y="109256"/>
                  <a:pt x="1338703" y="109921"/>
                </a:cubicBezTo>
                <a:cubicBezTo>
                  <a:pt x="1338892" y="110584"/>
                  <a:pt x="1339066" y="111487"/>
                  <a:pt x="1339224" y="112629"/>
                </a:cubicBezTo>
                <a:cubicBezTo>
                  <a:pt x="1339382" y="113770"/>
                  <a:pt x="1339461" y="115228"/>
                  <a:pt x="1339461" y="117004"/>
                </a:cubicBezTo>
                <a:close/>
                <a:moveTo>
                  <a:pt x="1381018" y="125404"/>
                </a:moveTo>
                <a:cubicBezTo>
                  <a:pt x="1381018" y="126036"/>
                  <a:pt x="1380828" y="126588"/>
                  <a:pt x="1380449" y="127062"/>
                </a:cubicBezTo>
                <a:cubicBezTo>
                  <a:pt x="1380070" y="127535"/>
                  <a:pt x="1379423" y="127930"/>
                  <a:pt x="1378508" y="128246"/>
                </a:cubicBezTo>
                <a:cubicBezTo>
                  <a:pt x="1377592" y="128561"/>
                  <a:pt x="1376376" y="128798"/>
                  <a:pt x="1374861" y="128956"/>
                </a:cubicBezTo>
                <a:cubicBezTo>
                  <a:pt x="1373346" y="129114"/>
                  <a:pt x="1371420" y="129193"/>
                  <a:pt x="1369083" y="129193"/>
                </a:cubicBezTo>
                <a:cubicBezTo>
                  <a:pt x="1366747" y="129193"/>
                  <a:pt x="1364821" y="129114"/>
                  <a:pt x="1363306" y="128956"/>
                </a:cubicBezTo>
                <a:cubicBezTo>
                  <a:pt x="1361790" y="128798"/>
                  <a:pt x="1360575" y="128561"/>
                  <a:pt x="1359659" y="128246"/>
                </a:cubicBezTo>
                <a:cubicBezTo>
                  <a:pt x="1358743" y="127930"/>
                  <a:pt x="1358096" y="127535"/>
                  <a:pt x="1357717" y="127062"/>
                </a:cubicBezTo>
                <a:cubicBezTo>
                  <a:pt x="1357339" y="126588"/>
                  <a:pt x="1357149" y="126036"/>
                  <a:pt x="1357149" y="125404"/>
                </a:cubicBezTo>
                <a:lnTo>
                  <a:pt x="1357149" y="41107"/>
                </a:lnTo>
                <a:cubicBezTo>
                  <a:pt x="1357149" y="40475"/>
                  <a:pt x="1357339" y="39923"/>
                  <a:pt x="1357717" y="39449"/>
                </a:cubicBezTo>
                <a:cubicBezTo>
                  <a:pt x="1358096" y="38976"/>
                  <a:pt x="1358743" y="38565"/>
                  <a:pt x="1359659" y="38218"/>
                </a:cubicBezTo>
                <a:cubicBezTo>
                  <a:pt x="1360575" y="37871"/>
                  <a:pt x="1361790" y="37602"/>
                  <a:pt x="1363306" y="37413"/>
                </a:cubicBezTo>
                <a:cubicBezTo>
                  <a:pt x="1364821" y="37223"/>
                  <a:pt x="1366747" y="37129"/>
                  <a:pt x="1369083" y="37129"/>
                </a:cubicBezTo>
                <a:cubicBezTo>
                  <a:pt x="1371420" y="37129"/>
                  <a:pt x="1373346" y="37223"/>
                  <a:pt x="1374861" y="37413"/>
                </a:cubicBezTo>
                <a:cubicBezTo>
                  <a:pt x="1376376" y="37602"/>
                  <a:pt x="1377592" y="37871"/>
                  <a:pt x="1378508" y="38218"/>
                </a:cubicBezTo>
                <a:cubicBezTo>
                  <a:pt x="1379423" y="38565"/>
                  <a:pt x="1380070" y="38976"/>
                  <a:pt x="1380449" y="39449"/>
                </a:cubicBezTo>
                <a:cubicBezTo>
                  <a:pt x="1380828" y="39923"/>
                  <a:pt x="1381018" y="40475"/>
                  <a:pt x="1381018" y="41107"/>
                </a:cubicBezTo>
                <a:lnTo>
                  <a:pt x="1381018" y="125404"/>
                </a:lnTo>
                <a:moveTo>
                  <a:pt x="1382817" y="12313"/>
                </a:moveTo>
                <a:cubicBezTo>
                  <a:pt x="1382817" y="17112"/>
                  <a:pt x="1381838" y="20427"/>
                  <a:pt x="1379881" y="22258"/>
                </a:cubicBezTo>
                <a:cubicBezTo>
                  <a:pt x="1377923" y="24089"/>
                  <a:pt x="1374293" y="25005"/>
                  <a:pt x="1368989" y="25005"/>
                </a:cubicBezTo>
                <a:cubicBezTo>
                  <a:pt x="1363621" y="25005"/>
                  <a:pt x="1360006" y="24121"/>
                  <a:pt x="1358144" y="22353"/>
                </a:cubicBezTo>
                <a:cubicBezTo>
                  <a:pt x="1356281" y="20585"/>
                  <a:pt x="1355349" y="17396"/>
                  <a:pt x="1355349" y="12787"/>
                </a:cubicBezTo>
                <a:cubicBezTo>
                  <a:pt x="1355349" y="7988"/>
                  <a:pt x="1356312" y="4657"/>
                  <a:pt x="1358238" y="2794"/>
                </a:cubicBezTo>
                <a:cubicBezTo>
                  <a:pt x="1360164" y="931"/>
                  <a:pt x="1363811" y="0"/>
                  <a:pt x="1369178" y="0"/>
                </a:cubicBezTo>
                <a:cubicBezTo>
                  <a:pt x="1374482" y="0"/>
                  <a:pt x="1378081" y="900"/>
                  <a:pt x="1379976" y="2699"/>
                </a:cubicBezTo>
                <a:cubicBezTo>
                  <a:pt x="1381870" y="4499"/>
                  <a:pt x="1382817" y="7704"/>
                  <a:pt x="1382817" y="12313"/>
                </a:cubicBezTo>
                <a:close/>
                <a:moveTo>
                  <a:pt x="1490108" y="82305"/>
                </a:moveTo>
                <a:cubicBezTo>
                  <a:pt x="1490108" y="89520"/>
                  <a:pt x="1489161" y="96100"/>
                  <a:pt x="1487266" y="102048"/>
                </a:cubicBezTo>
                <a:cubicBezTo>
                  <a:pt x="1485372" y="107995"/>
                  <a:pt x="1482499" y="113120"/>
                  <a:pt x="1478647" y="117421"/>
                </a:cubicBezTo>
                <a:cubicBezTo>
                  <a:pt x="1474795" y="121723"/>
                  <a:pt x="1469965" y="125045"/>
                  <a:pt x="1464156" y="127387"/>
                </a:cubicBezTo>
                <a:cubicBezTo>
                  <a:pt x="1458346" y="129727"/>
                  <a:pt x="1451558" y="130898"/>
                  <a:pt x="1443792" y="130898"/>
                </a:cubicBezTo>
                <a:cubicBezTo>
                  <a:pt x="1436277" y="130898"/>
                  <a:pt x="1429742" y="129854"/>
                  <a:pt x="1424185" y="127766"/>
                </a:cubicBezTo>
                <a:cubicBezTo>
                  <a:pt x="1418629" y="125678"/>
                  <a:pt x="1414019" y="122642"/>
                  <a:pt x="1410357" y="118656"/>
                </a:cubicBezTo>
                <a:cubicBezTo>
                  <a:pt x="1406695" y="114670"/>
                  <a:pt x="1403979" y="109766"/>
                  <a:pt x="1402211" y="103945"/>
                </a:cubicBezTo>
                <a:cubicBezTo>
                  <a:pt x="1400443" y="98124"/>
                  <a:pt x="1399559" y="91481"/>
                  <a:pt x="1399559" y="84016"/>
                </a:cubicBezTo>
                <a:cubicBezTo>
                  <a:pt x="1399559" y="76802"/>
                  <a:pt x="1400522" y="70205"/>
                  <a:pt x="1402448" y="64226"/>
                </a:cubicBezTo>
                <a:cubicBezTo>
                  <a:pt x="1404374" y="58247"/>
                  <a:pt x="1407263" y="53123"/>
                  <a:pt x="1411115" y="48853"/>
                </a:cubicBezTo>
                <a:cubicBezTo>
                  <a:pt x="1414966" y="44583"/>
                  <a:pt x="1419781" y="41277"/>
                  <a:pt x="1425559" y="38937"/>
                </a:cubicBezTo>
                <a:cubicBezTo>
                  <a:pt x="1431336" y="36595"/>
                  <a:pt x="1438109" y="35424"/>
                  <a:pt x="1445875" y="35424"/>
                </a:cubicBezTo>
                <a:cubicBezTo>
                  <a:pt x="1453453" y="35424"/>
                  <a:pt x="1460020" y="36452"/>
                  <a:pt x="1465576" y="38508"/>
                </a:cubicBezTo>
                <a:cubicBezTo>
                  <a:pt x="1471133" y="40564"/>
                  <a:pt x="1475727" y="43585"/>
                  <a:pt x="1479358" y="47571"/>
                </a:cubicBezTo>
                <a:cubicBezTo>
                  <a:pt x="1482988" y="51557"/>
                  <a:pt x="1485688" y="56461"/>
                  <a:pt x="1487456" y="62282"/>
                </a:cubicBezTo>
                <a:cubicBezTo>
                  <a:pt x="1489224" y="68103"/>
                  <a:pt x="1490108" y="74777"/>
                  <a:pt x="1490108" y="82305"/>
                </a:cubicBezTo>
                <a:moveTo>
                  <a:pt x="1465576" y="83255"/>
                </a:moveTo>
                <a:cubicBezTo>
                  <a:pt x="1465576" y="79088"/>
                  <a:pt x="1465245" y="75252"/>
                  <a:pt x="1464582" y="71747"/>
                </a:cubicBezTo>
                <a:cubicBezTo>
                  <a:pt x="1463919" y="68243"/>
                  <a:pt x="1462798" y="65196"/>
                  <a:pt x="1461219" y="62607"/>
                </a:cubicBezTo>
                <a:cubicBezTo>
                  <a:pt x="1459641" y="60018"/>
                  <a:pt x="1457541" y="57998"/>
                  <a:pt x="1454921" y="56546"/>
                </a:cubicBezTo>
                <a:cubicBezTo>
                  <a:pt x="1452300" y="55093"/>
                  <a:pt x="1449001" y="54367"/>
                  <a:pt x="1445023" y="54367"/>
                </a:cubicBezTo>
                <a:cubicBezTo>
                  <a:pt x="1441487" y="54367"/>
                  <a:pt x="1438393" y="55014"/>
                  <a:pt x="1435741" y="56309"/>
                </a:cubicBezTo>
                <a:cubicBezTo>
                  <a:pt x="1433089" y="57603"/>
                  <a:pt x="1430910" y="59497"/>
                  <a:pt x="1429205" y="61992"/>
                </a:cubicBezTo>
                <a:cubicBezTo>
                  <a:pt x="1427500" y="64486"/>
                  <a:pt x="1426222" y="67485"/>
                  <a:pt x="1425369" y="70990"/>
                </a:cubicBezTo>
                <a:cubicBezTo>
                  <a:pt x="1424517" y="74494"/>
                  <a:pt x="1424091" y="78488"/>
                  <a:pt x="1424091" y="82971"/>
                </a:cubicBezTo>
                <a:cubicBezTo>
                  <a:pt x="1424091" y="87139"/>
                  <a:pt x="1424438" y="90975"/>
                  <a:pt x="1425133" y="94479"/>
                </a:cubicBezTo>
                <a:cubicBezTo>
                  <a:pt x="1425827" y="97984"/>
                  <a:pt x="1426948" y="101030"/>
                  <a:pt x="1428495" y="103619"/>
                </a:cubicBezTo>
                <a:cubicBezTo>
                  <a:pt x="1430042" y="106208"/>
                  <a:pt x="1432142" y="108213"/>
                  <a:pt x="1434794" y="109634"/>
                </a:cubicBezTo>
                <a:cubicBezTo>
                  <a:pt x="1437446" y="111055"/>
                  <a:pt x="1440729" y="111765"/>
                  <a:pt x="1444644" y="111765"/>
                </a:cubicBezTo>
                <a:cubicBezTo>
                  <a:pt x="1448243" y="111765"/>
                  <a:pt x="1451369" y="111118"/>
                  <a:pt x="1454021" y="109823"/>
                </a:cubicBezTo>
                <a:cubicBezTo>
                  <a:pt x="1456673" y="108529"/>
                  <a:pt x="1458851" y="106650"/>
                  <a:pt x="1460556" y="104188"/>
                </a:cubicBezTo>
                <a:cubicBezTo>
                  <a:pt x="1462261" y="101725"/>
                  <a:pt x="1463524" y="98742"/>
                  <a:pt x="1464345" y="95237"/>
                </a:cubicBezTo>
                <a:cubicBezTo>
                  <a:pt x="1465166" y="91733"/>
                  <a:pt x="1465576" y="87739"/>
                  <a:pt x="1465576" y="83255"/>
                </a:cubicBezTo>
                <a:close/>
                <a:moveTo>
                  <a:pt x="1589344" y="125401"/>
                </a:moveTo>
                <a:cubicBezTo>
                  <a:pt x="1589344" y="126033"/>
                  <a:pt x="1589155" y="126586"/>
                  <a:pt x="1588776" y="127062"/>
                </a:cubicBezTo>
                <a:cubicBezTo>
                  <a:pt x="1588397" y="127535"/>
                  <a:pt x="1587766" y="127930"/>
                  <a:pt x="1586882" y="128246"/>
                </a:cubicBezTo>
                <a:cubicBezTo>
                  <a:pt x="1585998" y="128561"/>
                  <a:pt x="1584782" y="128798"/>
                  <a:pt x="1583235" y="128956"/>
                </a:cubicBezTo>
                <a:cubicBezTo>
                  <a:pt x="1581688" y="129114"/>
                  <a:pt x="1579778" y="129193"/>
                  <a:pt x="1577505" y="129193"/>
                </a:cubicBezTo>
                <a:cubicBezTo>
                  <a:pt x="1575169" y="129193"/>
                  <a:pt x="1573227" y="129114"/>
                  <a:pt x="1571680" y="128956"/>
                </a:cubicBezTo>
                <a:cubicBezTo>
                  <a:pt x="1570133" y="128798"/>
                  <a:pt x="1568917" y="128561"/>
                  <a:pt x="1568033" y="128246"/>
                </a:cubicBezTo>
                <a:cubicBezTo>
                  <a:pt x="1567149" y="127930"/>
                  <a:pt x="1566518" y="127535"/>
                  <a:pt x="1566139" y="127062"/>
                </a:cubicBezTo>
                <a:cubicBezTo>
                  <a:pt x="1565760" y="126588"/>
                  <a:pt x="1565571" y="126036"/>
                  <a:pt x="1565571" y="125404"/>
                </a:cubicBezTo>
                <a:lnTo>
                  <a:pt x="1565571" y="77194"/>
                </a:lnTo>
                <a:cubicBezTo>
                  <a:pt x="1565571" y="73089"/>
                  <a:pt x="1565271" y="69869"/>
                  <a:pt x="1564671" y="67533"/>
                </a:cubicBezTo>
                <a:cubicBezTo>
                  <a:pt x="1564071" y="65196"/>
                  <a:pt x="1563203" y="63191"/>
                  <a:pt x="1562066" y="61518"/>
                </a:cubicBezTo>
                <a:cubicBezTo>
                  <a:pt x="1560930" y="59845"/>
                  <a:pt x="1559461" y="58550"/>
                  <a:pt x="1557662" y="57635"/>
                </a:cubicBezTo>
                <a:cubicBezTo>
                  <a:pt x="1555862" y="56719"/>
                  <a:pt x="1553763" y="56261"/>
                  <a:pt x="1551363" y="56261"/>
                </a:cubicBezTo>
                <a:cubicBezTo>
                  <a:pt x="1548332" y="56261"/>
                  <a:pt x="1545270" y="57366"/>
                  <a:pt x="1542176" y="59576"/>
                </a:cubicBezTo>
                <a:cubicBezTo>
                  <a:pt x="1539082" y="61786"/>
                  <a:pt x="1535861" y="65007"/>
                  <a:pt x="1532515" y="69237"/>
                </a:cubicBezTo>
                <a:lnTo>
                  <a:pt x="1532515" y="125404"/>
                </a:lnTo>
                <a:cubicBezTo>
                  <a:pt x="1532515" y="126036"/>
                  <a:pt x="1532325" y="126588"/>
                  <a:pt x="1531946" y="127062"/>
                </a:cubicBezTo>
                <a:cubicBezTo>
                  <a:pt x="1531568" y="127535"/>
                  <a:pt x="1530920" y="127930"/>
                  <a:pt x="1530005" y="128246"/>
                </a:cubicBezTo>
                <a:cubicBezTo>
                  <a:pt x="1529089" y="128561"/>
                  <a:pt x="1527874" y="128798"/>
                  <a:pt x="1526358" y="128956"/>
                </a:cubicBezTo>
                <a:cubicBezTo>
                  <a:pt x="1524843" y="129114"/>
                  <a:pt x="1522917" y="129193"/>
                  <a:pt x="1520581" y="129193"/>
                </a:cubicBezTo>
                <a:cubicBezTo>
                  <a:pt x="1518244" y="129193"/>
                  <a:pt x="1516318" y="129114"/>
                  <a:pt x="1514803" y="128956"/>
                </a:cubicBezTo>
                <a:cubicBezTo>
                  <a:pt x="1513287" y="128798"/>
                  <a:pt x="1512072" y="128561"/>
                  <a:pt x="1511156" y="128246"/>
                </a:cubicBezTo>
                <a:cubicBezTo>
                  <a:pt x="1510241" y="127930"/>
                  <a:pt x="1509593" y="127535"/>
                  <a:pt x="1509215" y="127062"/>
                </a:cubicBezTo>
                <a:cubicBezTo>
                  <a:pt x="1508836" y="126588"/>
                  <a:pt x="1508646" y="126036"/>
                  <a:pt x="1508646" y="125404"/>
                </a:cubicBezTo>
                <a:lnTo>
                  <a:pt x="1508646" y="40917"/>
                </a:lnTo>
                <a:cubicBezTo>
                  <a:pt x="1508646" y="40286"/>
                  <a:pt x="1508804" y="39733"/>
                  <a:pt x="1509120" y="39260"/>
                </a:cubicBezTo>
                <a:cubicBezTo>
                  <a:pt x="1509436" y="38786"/>
                  <a:pt x="1510004" y="38392"/>
                  <a:pt x="1510825" y="38076"/>
                </a:cubicBezTo>
                <a:cubicBezTo>
                  <a:pt x="1511646" y="37760"/>
                  <a:pt x="1512703" y="37523"/>
                  <a:pt x="1513998" y="37365"/>
                </a:cubicBezTo>
                <a:cubicBezTo>
                  <a:pt x="1515292" y="37208"/>
                  <a:pt x="1516918" y="37129"/>
                  <a:pt x="1518876" y="37129"/>
                </a:cubicBezTo>
                <a:cubicBezTo>
                  <a:pt x="1520896" y="37129"/>
                  <a:pt x="1522570" y="37208"/>
                  <a:pt x="1523896" y="37365"/>
                </a:cubicBezTo>
                <a:cubicBezTo>
                  <a:pt x="1525222" y="37523"/>
                  <a:pt x="1526248" y="37760"/>
                  <a:pt x="1526974" y="38076"/>
                </a:cubicBezTo>
                <a:cubicBezTo>
                  <a:pt x="1527700" y="38392"/>
                  <a:pt x="1528221" y="38786"/>
                  <a:pt x="1528537" y="39260"/>
                </a:cubicBezTo>
                <a:cubicBezTo>
                  <a:pt x="1528852" y="39733"/>
                  <a:pt x="1529010" y="40286"/>
                  <a:pt x="1529010" y="40917"/>
                </a:cubicBezTo>
                <a:lnTo>
                  <a:pt x="1529010" y="50673"/>
                </a:lnTo>
                <a:cubicBezTo>
                  <a:pt x="1533683" y="45590"/>
                  <a:pt x="1538435" y="41778"/>
                  <a:pt x="1543265" y="39236"/>
                </a:cubicBezTo>
                <a:cubicBezTo>
                  <a:pt x="1548096" y="36695"/>
                  <a:pt x="1553131" y="35424"/>
                  <a:pt x="1558372" y="35424"/>
                </a:cubicBezTo>
                <a:cubicBezTo>
                  <a:pt x="1564118" y="35424"/>
                  <a:pt x="1568965" y="36372"/>
                  <a:pt x="1572911" y="38268"/>
                </a:cubicBezTo>
                <a:cubicBezTo>
                  <a:pt x="1576858" y="40165"/>
                  <a:pt x="1580046" y="42741"/>
                  <a:pt x="1582478" y="45996"/>
                </a:cubicBezTo>
                <a:cubicBezTo>
                  <a:pt x="1584909" y="49250"/>
                  <a:pt x="1586661" y="53059"/>
                  <a:pt x="1587734" y="57422"/>
                </a:cubicBezTo>
                <a:cubicBezTo>
                  <a:pt x="1588808" y="61783"/>
                  <a:pt x="1589344" y="67028"/>
                  <a:pt x="1589344" y="73159"/>
                </a:cubicBezTo>
                <a:lnTo>
                  <a:pt x="1589344" y="125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PhaseIII:T">
            <a:extLst xmlns:a="http://schemas.openxmlformats.org/drawingml/2006/main">
              <a:ext uri="{FF2B5EF4-FFF2-40B4-BE49-F238E27FC236}">
                <a16:creationId xmlns:a16="http://schemas.microsoft.com/office/drawing/2014/main" id="{77D66BDE-8936-49AB-B76E-C51354F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802" y="2565039"/>
            <a:ext cx="855444" cy="134118"/>
          </a:xfrm>
          <a:custGeom xmlns:a="http://schemas.openxmlformats.org/drawingml/2006/main">
            <a:pathLst>
              <a:path w="855444" h="134118">
                <a:moveTo>
                  <a:pt x="83918" y="46461"/>
                </a:moveTo>
                <a:cubicBezTo>
                  <a:pt x="83918" y="53336"/>
                  <a:pt x="82845" y="59422"/>
                  <a:pt x="80698" y="64721"/>
                </a:cubicBezTo>
                <a:cubicBezTo>
                  <a:pt x="78551" y="70019"/>
                  <a:pt x="75426" y="74481"/>
                  <a:pt x="71321" y="78108"/>
                </a:cubicBezTo>
                <a:cubicBezTo>
                  <a:pt x="67217" y="81733"/>
                  <a:pt x="62181" y="84492"/>
                  <a:pt x="56214" y="86384"/>
                </a:cubicBezTo>
                <a:cubicBezTo>
                  <a:pt x="50247" y="88276"/>
                  <a:pt x="43222" y="89223"/>
                  <a:pt x="35140" y="89223"/>
                </a:cubicBezTo>
                <a:lnTo>
                  <a:pt x="24910" y="89223"/>
                </a:lnTo>
                <a:lnTo>
                  <a:pt x="24910" y="128426"/>
                </a:lnTo>
                <a:cubicBezTo>
                  <a:pt x="24910" y="129060"/>
                  <a:pt x="24705" y="129630"/>
                  <a:pt x="24295" y="130137"/>
                </a:cubicBezTo>
                <a:cubicBezTo>
                  <a:pt x="23884" y="130642"/>
                  <a:pt x="23205" y="131054"/>
                  <a:pt x="22258" y="131371"/>
                </a:cubicBezTo>
                <a:cubicBezTo>
                  <a:pt x="21311" y="131687"/>
                  <a:pt x="20048" y="131939"/>
                  <a:pt x="18470" y="132129"/>
                </a:cubicBezTo>
                <a:cubicBezTo>
                  <a:pt x="16891" y="132318"/>
                  <a:pt x="14870" y="132413"/>
                  <a:pt x="12408" y="132413"/>
                </a:cubicBezTo>
                <a:cubicBezTo>
                  <a:pt x="10008" y="132413"/>
                  <a:pt x="8004" y="132318"/>
                  <a:pt x="6393" y="132129"/>
                </a:cubicBezTo>
                <a:cubicBezTo>
                  <a:pt x="4783" y="131939"/>
                  <a:pt x="3504" y="131687"/>
                  <a:pt x="2557" y="131371"/>
                </a:cubicBezTo>
                <a:cubicBezTo>
                  <a:pt x="1610" y="131055"/>
                  <a:pt x="947" y="130645"/>
                  <a:pt x="568" y="130140"/>
                </a:cubicBezTo>
                <a:cubicBezTo>
                  <a:pt x="189" y="129635"/>
                  <a:pt x="0" y="129066"/>
                  <a:pt x="0" y="128435"/>
                </a:cubicBezTo>
                <a:lnTo>
                  <a:pt x="0" y="18185"/>
                </a:lnTo>
                <a:cubicBezTo>
                  <a:pt x="0" y="15218"/>
                  <a:pt x="774" y="12992"/>
                  <a:pt x="2321" y="11508"/>
                </a:cubicBezTo>
                <a:cubicBezTo>
                  <a:pt x="3868" y="10024"/>
                  <a:pt x="5904" y="9282"/>
                  <a:pt x="8430" y="9282"/>
                </a:cubicBezTo>
                <a:lnTo>
                  <a:pt x="37318" y="9282"/>
                </a:lnTo>
                <a:cubicBezTo>
                  <a:pt x="40223" y="9282"/>
                  <a:pt x="42985" y="9393"/>
                  <a:pt x="45606" y="9614"/>
                </a:cubicBezTo>
                <a:cubicBezTo>
                  <a:pt x="48226" y="9835"/>
                  <a:pt x="51368" y="10308"/>
                  <a:pt x="55030" y="11034"/>
                </a:cubicBezTo>
                <a:cubicBezTo>
                  <a:pt x="58692" y="11759"/>
                  <a:pt x="62402" y="13098"/>
                  <a:pt x="66159" y="15054"/>
                </a:cubicBezTo>
                <a:cubicBezTo>
                  <a:pt x="69916" y="17009"/>
                  <a:pt x="73121" y="19485"/>
                  <a:pt x="75773" y="22480"/>
                </a:cubicBezTo>
                <a:cubicBezTo>
                  <a:pt x="78425" y="25476"/>
                  <a:pt x="80446" y="28976"/>
                  <a:pt x="81835" y="32982"/>
                </a:cubicBezTo>
                <a:cubicBezTo>
                  <a:pt x="83224" y="36986"/>
                  <a:pt x="83918" y="41479"/>
                  <a:pt x="83918" y="46461"/>
                </a:cubicBezTo>
                <a:moveTo>
                  <a:pt x="57872" y="48264"/>
                </a:moveTo>
                <a:cubicBezTo>
                  <a:pt x="57872" y="44000"/>
                  <a:pt x="57114" y="40488"/>
                  <a:pt x="55598" y="37730"/>
                </a:cubicBezTo>
                <a:cubicBezTo>
                  <a:pt x="54083" y="34969"/>
                  <a:pt x="52220" y="32931"/>
                  <a:pt x="50010" y="31614"/>
                </a:cubicBezTo>
                <a:cubicBezTo>
                  <a:pt x="47800" y="30298"/>
                  <a:pt x="45480" y="29468"/>
                  <a:pt x="43048" y="29122"/>
                </a:cubicBezTo>
                <a:cubicBezTo>
                  <a:pt x="40617" y="28777"/>
                  <a:pt x="38107" y="28604"/>
                  <a:pt x="35519" y="28604"/>
                </a:cubicBezTo>
                <a:lnTo>
                  <a:pt x="24910" y="28604"/>
                </a:lnTo>
                <a:lnTo>
                  <a:pt x="24910" y="69900"/>
                </a:lnTo>
                <a:lnTo>
                  <a:pt x="36087" y="69900"/>
                </a:lnTo>
                <a:cubicBezTo>
                  <a:pt x="40065" y="69900"/>
                  <a:pt x="43396" y="69368"/>
                  <a:pt x="46079" y="68302"/>
                </a:cubicBezTo>
                <a:cubicBezTo>
                  <a:pt x="48763" y="67235"/>
                  <a:pt x="50957" y="65745"/>
                  <a:pt x="52662" y="63833"/>
                </a:cubicBezTo>
                <a:cubicBezTo>
                  <a:pt x="54367" y="61921"/>
                  <a:pt x="55661" y="59632"/>
                  <a:pt x="56545" y="56966"/>
                </a:cubicBezTo>
                <a:cubicBezTo>
                  <a:pt x="57430" y="54300"/>
                  <a:pt x="57872" y="51399"/>
                  <a:pt x="57872" y="48264"/>
                </a:cubicBezTo>
                <a:close/>
                <a:moveTo>
                  <a:pt x="182319" y="128621"/>
                </a:moveTo>
                <a:cubicBezTo>
                  <a:pt x="182319" y="129253"/>
                  <a:pt x="182129" y="129806"/>
                  <a:pt x="181750" y="130282"/>
                </a:cubicBezTo>
                <a:cubicBezTo>
                  <a:pt x="181371" y="130756"/>
                  <a:pt x="180740" y="131150"/>
                  <a:pt x="179856" y="131466"/>
                </a:cubicBezTo>
                <a:cubicBezTo>
                  <a:pt x="178972" y="131782"/>
                  <a:pt x="177756" y="132018"/>
                  <a:pt x="176209" y="132176"/>
                </a:cubicBezTo>
                <a:cubicBezTo>
                  <a:pt x="174662" y="132334"/>
                  <a:pt x="172752" y="132413"/>
                  <a:pt x="170479" y="132413"/>
                </a:cubicBezTo>
                <a:cubicBezTo>
                  <a:pt x="168143" y="132413"/>
                  <a:pt x="166201" y="132334"/>
                  <a:pt x="164654" y="132176"/>
                </a:cubicBezTo>
                <a:cubicBezTo>
                  <a:pt x="163107" y="132018"/>
                  <a:pt x="161891" y="131782"/>
                  <a:pt x="161007" y="131466"/>
                </a:cubicBezTo>
                <a:cubicBezTo>
                  <a:pt x="160123" y="131150"/>
                  <a:pt x="159492" y="130756"/>
                  <a:pt x="159113" y="130282"/>
                </a:cubicBezTo>
                <a:cubicBezTo>
                  <a:pt x="158734" y="129808"/>
                  <a:pt x="158545" y="129256"/>
                  <a:pt x="158545" y="128624"/>
                </a:cubicBezTo>
                <a:lnTo>
                  <a:pt x="158545" y="80414"/>
                </a:lnTo>
                <a:cubicBezTo>
                  <a:pt x="158545" y="76310"/>
                  <a:pt x="158245" y="73089"/>
                  <a:pt x="157645" y="70753"/>
                </a:cubicBezTo>
                <a:cubicBezTo>
                  <a:pt x="157045" y="68417"/>
                  <a:pt x="156177" y="66412"/>
                  <a:pt x="155040" y="64738"/>
                </a:cubicBezTo>
                <a:cubicBezTo>
                  <a:pt x="153904" y="63065"/>
                  <a:pt x="152436" y="61771"/>
                  <a:pt x="150636" y="60855"/>
                </a:cubicBezTo>
                <a:cubicBezTo>
                  <a:pt x="148836" y="59939"/>
                  <a:pt x="146737" y="59482"/>
                  <a:pt x="144337" y="59482"/>
                </a:cubicBezTo>
                <a:cubicBezTo>
                  <a:pt x="141306" y="59482"/>
                  <a:pt x="138244" y="60587"/>
                  <a:pt x="135150" y="62797"/>
                </a:cubicBezTo>
                <a:cubicBezTo>
                  <a:pt x="132056" y="65007"/>
                  <a:pt x="128836" y="68227"/>
                  <a:pt x="125489" y="72458"/>
                </a:cubicBezTo>
                <a:lnTo>
                  <a:pt x="125489" y="128624"/>
                </a:lnTo>
                <a:cubicBezTo>
                  <a:pt x="125489" y="129256"/>
                  <a:pt x="125299" y="129808"/>
                  <a:pt x="124921" y="130282"/>
                </a:cubicBezTo>
                <a:cubicBezTo>
                  <a:pt x="124542" y="130756"/>
                  <a:pt x="123894" y="131150"/>
                  <a:pt x="122979" y="131466"/>
                </a:cubicBezTo>
                <a:cubicBezTo>
                  <a:pt x="122063" y="131782"/>
                  <a:pt x="120848" y="132018"/>
                  <a:pt x="119332" y="132176"/>
                </a:cubicBezTo>
                <a:cubicBezTo>
                  <a:pt x="117817" y="132334"/>
                  <a:pt x="115891" y="132413"/>
                  <a:pt x="113555" y="132413"/>
                </a:cubicBezTo>
                <a:cubicBezTo>
                  <a:pt x="111218" y="132413"/>
                  <a:pt x="109292" y="132334"/>
                  <a:pt x="107777" y="132176"/>
                </a:cubicBezTo>
                <a:cubicBezTo>
                  <a:pt x="106262" y="132018"/>
                  <a:pt x="105046" y="131782"/>
                  <a:pt x="104130" y="131466"/>
                </a:cubicBezTo>
                <a:cubicBezTo>
                  <a:pt x="103215" y="131150"/>
                  <a:pt x="102568" y="130756"/>
                  <a:pt x="102189" y="130282"/>
                </a:cubicBezTo>
                <a:cubicBezTo>
                  <a:pt x="101810" y="129808"/>
                  <a:pt x="101620" y="129256"/>
                  <a:pt x="101620" y="128624"/>
                </a:cubicBezTo>
                <a:lnTo>
                  <a:pt x="101620" y="4073"/>
                </a:lnTo>
                <a:cubicBezTo>
                  <a:pt x="101620" y="3441"/>
                  <a:pt x="101810" y="2873"/>
                  <a:pt x="102189" y="2368"/>
                </a:cubicBezTo>
                <a:cubicBezTo>
                  <a:pt x="102568" y="1863"/>
                  <a:pt x="103215" y="1437"/>
                  <a:pt x="104130" y="1089"/>
                </a:cubicBezTo>
                <a:cubicBezTo>
                  <a:pt x="105046" y="742"/>
                  <a:pt x="106262" y="474"/>
                  <a:pt x="107777" y="284"/>
                </a:cubicBezTo>
                <a:cubicBezTo>
                  <a:pt x="109292" y="95"/>
                  <a:pt x="111218" y="0"/>
                  <a:pt x="113555" y="0"/>
                </a:cubicBezTo>
                <a:cubicBezTo>
                  <a:pt x="115891" y="0"/>
                  <a:pt x="117817" y="95"/>
                  <a:pt x="119332" y="284"/>
                </a:cubicBezTo>
                <a:cubicBezTo>
                  <a:pt x="120848" y="474"/>
                  <a:pt x="122063" y="742"/>
                  <a:pt x="122979" y="1089"/>
                </a:cubicBezTo>
                <a:cubicBezTo>
                  <a:pt x="123894" y="1435"/>
                  <a:pt x="124542" y="1860"/>
                  <a:pt x="124921" y="2365"/>
                </a:cubicBezTo>
                <a:cubicBezTo>
                  <a:pt x="125299" y="2868"/>
                  <a:pt x="125489" y="3435"/>
                  <a:pt x="125489" y="4067"/>
                </a:cubicBezTo>
                <a:lnTo>
                  <a:pt x="125489" y="50685"/>
                </a:lnTo>
                <a:cubicBezTo>
                  <a:pt x="129593" y="46640"/>
                  <a:pt x="133777" y="43622"/>
                  <a:pt x="138039" y="41631"/>
                </a:cubicBezTo>
                <a:cubicBezTo>
                  <a:pt x="142301" y="39640"/>
                  <a:pt x="146737" y="38644"/>
                  <a:pt x="151346" y="38644"/>
                </a:cubicBezTo>
                <a:cubicBezTo>
                  <a:pt x="157092" y="38644"/>
                  <a:pt x="161939" y="39592"/>
                  <a:pt x="165885" y="41489"/>
                </a:cubicBezTo>
                <a:cubicBezTo>
                  <a:pt x="169832" y="43385"/>
                  <a:pt x="173021" y="45977"/>
                  <a:pt x="175452" y="49264"/>
                </a:cubicBezTo>
                <a:cubicBezTo>
                  <a:pt x="177883" y="52550"/>
                  <a:pt x="179635" y="56390"/>
                  <a:pt x="180708" y="60784"/>
                </a:cubicBezTo>
                <a:cubicBezTo>
                  <a:pt x="181782" y="65176"/>
                  <a:pt x="182319" y="70501"/>
                  <a:pt x="182319" y="76759"/>
                </a:cubicBezTo>
                <a:lnTo>
                  <a:pt x="182319" y="128621"/>
                </a:lnTo>
                <a:close/>
                <a:moveTo>
                  <a:pt x="277616" y="128906"/>
                </a:moveTo>
                <a:cubicBezTo>
                  <a:pt x="277616" y="129790"/>
                  <a:pt x="277300" y="130485"/>
                  <a:pt x="276668" y="130992"/>
                </a:cubicBezTo>
                <a:cubicBezTo>
                  <a:pt x="276037" y="131497"/>
                  <a:pt x="275043" y="131861"/>
                  <a:pt x="273685" y="132082"/>
                </a:cubicBezTo>
                <a:cubicBezTo>
                  <a:pt x="272327" y="132303"/>
                  <a:pt x="270323" y="132413"/>
                  <a:pt x="267670" y="132413"/>
                </a:cubicBezTo>
                <a:cubicBezTo>
                  <a:pt x="264829" y="132413"/>
                  <a:pt x="262761" y="132303"/>
                  <a:pt x="261467" y="132082"/>
                </a:cubicBezTo>
                <a:cubicBezTo>
                  <a:pt x="260172" y="131861"/>
                  <a:pt x="259257" y="131497"/>
                  <a:pt x="258720" y="130992"/>
                </a:cubicBezTo>
                <a:cubicBezTo>
                  <a:pt x="258183" y="130487"/>
                  <a:pt x="257915" y="129793"/>
                  <a:pt x="257915" y="128909"/>
                </a:cubicBezTo>
                <a:lnTo>
                  <a:pt x="257915" y="122184"/>
                </a:lnTo>
                <a:cubicBezTo>
                  <a:pt x="254442" y="125909"/>
                  <a:pt x="250479" y="128830"/>
                  <a:pt x="246028" y="130945"/>
                </a:cubicBezTo>
                <a:cubicBezTo>
                  <a:pt x="241576" y="133060"/>
                  <a:pt x="236635" y="134118"/>
                  <a:pt x="231205" y="134118"/>
                </a:cubicBezTo>
                <a:cubicBezTo>
                  <a:pt x="226722" y="134118"/>
                  <a:pt x="222601" y="133532"/>
                  <a:pt x="218844" y="132360"/>
                </a:cubicBezTo>
                <a:cubicBezTo>
                  <a:pt x="215087" y="131188"/>
                  <a:pt x="211835" y="129445"/>
                  <a:pt x="209089" y="127133"/>
                </a:cubicBezTo>
                <a:cubicBezTo>
                  <a:pt x="206342" y="124820"/>
                  <a:pt x="204211" y="121954"/>
                  <a:pt x="202695" y="118534"/>
                </a:cubicBezTo>
                <a:cubicBezTo>
                  <a:pt x="201180" y="115113"/>
                  <a:pt x="200422" y="111121"/>
                  <a:pt x="200422" y="106559"/>
                </a:cubicBezTo>
                <a:cubicBezTo>
                  <a:pt x="200422" y="101616"/>
                  <a:pt x="201385" y="97323"/>
                  <a:pt x="203311" y="93680"/>
                </a:cubicBezTo>
                <a:cubicBezTo>
                  <a:pt x="205237" y="90037"/>
                  <a:pt x="208110" y="87028"/>
                  <a:pt x="211930" y="84652"/>
                </a:cubicBezTo>
                <a:cubicBezTo>
                  <a:pt x="215750" y="82277"/>
                  <a:pt x="220502" y="80519"/>
                  <a:pt x="226185" y="79378"/>
                </a:cubicBezTo>
                <a:cubicBezTo>
                  <a:pt x="231868" y="78237"/>
                  <a:pt x="238466" y="77667"/>
                  <a:pt x="245980" y="77667"/>
                </a:cubicBezTo>
                <a:lnTo>
                  <a:pt x="254221" y="77667"/>
                </a:lnTo>
                <a:lnTo>
                  <a:pt x="254221" y="72576"/>
                </a:lnTo>
                <a:cubicBezTo>
                  <a:pt x="254221" y="69936"/>
                  <a:pt x="253952" y="67626"/>
                  <a:pt x="253416" y="65647"/>
                </a:cubicBezTo>
                <a:cubicBezTo>
                  <a:pt x="252879" y="63666"/>
                  <a:pt x="251995" y="62015"/>
                  <a:pt x="250764" y="60695"/>
                </a:cubicBezTo>
                <a:cubicBezTo>
                  <a:pt x="249532" y="59375"/>
                  <a:pt x="247891" y="58401"/>
                  <a:pt x="245838" y="57774"/>
                </a:cubicBezTo>
                <a:cubicBezTo>
                  <a:pt x="243786" y="57144"/>
                  <a:pt x="241245" y="56830"/>
                  <a:pt x="238214" y="56830"/>
                </a:cubicBezTo>
                <a:cubicBezTo>
                  <a:pt x="234236" y="56830"/>
                  <a:pt x="230684" y="57272"/>
                  <a:pt x="227558" y="58156"/>
                </a:cubicBezTo>
                <a:cubicBezTo>
                  <a:pt x="224433" y="59040"/>
                  <a:pt x="221670" y="60018"/>
                  <a:pt x="219271" y="61092"/>
                </a:cubicBezTo>
                <a:cubicBezTo>
                  <a:pt x="216871" y="62165"/>
                  <a:pt x="214866" y="63144"/>
                  <a:pt x="213256" y="64028"/>
                </a:cubicBezTo>
                <a:cubicBezTo>
                  <a:pt x="211646" y="64912"/>
                  <a:pt x="210336" y="65354"/>
                  <a:pt x="209325" y="65354"/>
                </a:cubicBezTo>
                <a:cubicBezTo>
                  <a:pt x="208631" y="65354"/>
                  <a:pt x="208015" y="65132"/>
                  <a:pt x="207478" y="64688"/>
                </a:cubicBezTo>
                <a:cubicBezTo>
                  <a:pt x="206942" y="64244"/>
                  <a:pt x="206500" y="63610"/>
                  <a:pt x="206152" y="62785"/>
                </a:cubicBezTo>
                <a:cubicBezTo>
                  <a:pt x="205805" y="61960"/>
                  <a:pt x="205537" y="60945"/>
                  <a:pt x="205347" y="59739"/>
                </a:cubicBezTo>
                <a:cubicBezTo>
                  <a:pt x="205158" y="58532"/>
                  <a:pt x="205063" y="57199"/>
                  <a:pt x="205063" y="55740"/>
                </a:cubicBezTo>
                <a:cubicBezTo>
                  <a:pt x="205063" y="53773"/>
                  <a:pt x="205221" y="52218"/>
                  <a:pt x="205537" y="51076"/>
                </a:cubicBezTo>
                <a:cubicBezTo>
                  <a:pt x="205852" y="49933"/>
                  <a:pt x="206452" y="48902"/>
                  <a:pt x="207336" y="47983"/>
                </a:cubicBezTo>
                <a:cubicBezTo>
                  <a:pt x="208220" y="47061"/>
                  <a:pt x="209767" y="46048"/>
                  <a:pt x="211977" y="44943"/>
                </a:cubicBezTo>
                <a:cubicBezTo>
                  <a:pt x="214187" y="43838"/>
                  <a:pt x="216776" y="42812"/>
                  <a:pt x="219744" y="41865"/>
                </a:cubicBezTo>
                <a:cubicBezTo>
                  <a:pt x="222712" y="40917"/>
                  <a:pt x="225948" y="40144"/>
                  <a:pt x="229453" y="39544"/>
                </a:cubicBezTo>
                <a:cubicBezTo>
                  <a:pt x="232957" y="38944"/>
                  <a:pt x="236572" y="38644"/>
                  <a:pt x="240298" y="38644"/>
                </a:cubicBezTo>
                <a:cubicBezTo>
                  <a:pt x="246928" y="38644"/>
                  <a:pt x="252595" y="39292"/>
                  <a:pt x="257299" y="40589"/>
                </a:cubicBezTo>
                <a:cubicBezTo>
                  <a:pt x="262003" y="41883"/>
                  <a:pt x="265871" y="43874"/>
                  <a:pt x="268902" y="46562"/>
                </a:cubicBezTo>
                <a:cubicBezTo>
                  <a:pt x="271933" y="49247"/>
                  <a:pt x="274143" y="52708"/>
                  <a:pt x="275532" y="56942"/>
                </a:cubicBezTo>
                <a:cubicBezTo>
                  <a:pt x="276921" y="61177"/>
                  <a:pt x="277616" y="66202"/>
                  <a:pt x="277616" y="72017"/>
                </a:cubicBezTo>
                <a:lnTo>
                  <a:pt x="277616" y="128906"/>
                </a:lnTo>
                <a:moveTo>
                  <a:pt x="254221" y="92632"/>
                </a:moveTo>
                <a:lnTo>
                  <a:pt x="245128" y="92632"/>
                </a:lnTo>
                <a:cubicBezTo>
                  <a:pt x="241276" y="92632"/>
                  <a:pt x="237993" y="92918"/>
                  <a:pt x="235278" y="93491"/>
                </a:cubicBezTo>
                <a:cubicBezTo>
                  <a:pt x="232562" y="94063"/>
                  <a:pt x="230352" y="94922"/>
                  <a:pt x="228647" y="96069"/>
                </a:cubicBezTo>
                <a:cubicBezTo>
                  <a:pt x="226943" y="97213"/>
                  <a:pt x="225695" y="98597"/>
                  <a:pt x="224906" y="100221"/>
                </a:cubicBezTo>
                <a:cubicBezTo>
                  <a:pt x="224117" y="101843"/>
                  <a:pt x="223722" y="103704"/>
                  <a:pt x="223722" y="105804"/>
                </a:cubicBezTo>
                <a:cubicBezTo>
                  <a:pt x="223722" y="109367"/>
                  <a:pt x="224843" y="112168"/>
                  <a:pt x="227085" y="114204"/>
                </a:cubicBezTo>
                <a:cubicBezTo>
                  <a:pt x="229326" y="116240"/>
                  <a:pt x="232436" y="117259"/>
                  <a:pt x="236414" y="117259"/>
                </a:cubicBezTo>
                <a:cubicBezTo>
                  <a:pt x="239761" y="117259"/>
                  <a:pt x="242839" y="116400"/>
                  <a:pt x="245649" y="114683"/>
                </a:cubicBezTo>
                <a:cubicBezTo>
                  <a:pt x="248459" y="112965"/>
                  <a:pt x="251316" y="110451"/>
                  <a:pt x="254221" y="107142"/>
                </a:cubicBezTo>
                <a:lnTo>
                  <a:pt x="254221" y="92632"/>
                </a:lnTo>
                <a:close/>
                <a:moveTo>
                  <a:pt x="361171" y="104792"/>
                </a:moveTo>
                <a:cubicBezTo>
                  <a:pt x="361171" y="109600"/>
                  <a:pt x="360271" y="113840"/>
                  <a:pt x="358471" y="117510"/>
                </a:cubicBezTo>
                <a:cubicBezTo>
                  <a:pt x="356672" y="121178"/>
                  <a:pt x="354130" y="124247"/>
                  <a:pt x="350847" y="126715"/>
                </a:cubicBezTo>
                <a:cubicBezTo>
                  <a:pt x="347563" y="129182"/>
                  <a:pt x="343680" y="131032"/>
                  <a:pt x="339197" y="132265"/>
                </a:cubicBezTo>
                <a:cubicBezTo>
                  <a:pt x="334713" y="133500"/>
                  <a:pt x="329851" y="134118"/>
                  <a:pt x="324610" y="134118"/>
                </a:cubicBezTo>
                <a:cubicBezTo>
                  <a:pt x="321453" y="134118"/>
                  <a:pt x="318438" y="133878"/>
                  <a:pt x="315565" y="133399"/>
                </a:cubicBezTo>
                <a:cubicBezTo>
                  <a:pt x="312692" y="132919"/>
                  <a:pt x="310119" y="132312"/>
                  <a:pt x="307846" y="131578"/>
                </a:cubicBezTo>
                <a:cubicBezTo>
                  <a:pt x="305573" y="130842"/>
                  <a:pt x="303678" y="130092"/>
                  <a:pt x="302163" y="129326"/>
                </a:cubicBezTo>
                <a:cubicBezTo>
                  <a:pt x="300647" y="128558"/>
                  <a:pt x="299542" y="127839"/>
                  <a:pt x="298848" y="127168"/>
                </a:cubicBezTo>
                <a:cubicBezTo>
                  <a:pt x="298153" y="126497"/>
                  <a:pt x="297616" y="125447"/>
                  <a:pt x="297237" y="124019"/>
                </a:cubicBezTo>
                <a:cubicBezTo>
                  <a:pt x="296859" y="122590"/>
                  <a:pt x="296669" y="120479"/>
                  <a:pt x="296669" y="117685"/>
                </a:cubicBezTo>
                <a:cubicBezTo>
                  <a:pt x="296669" y="115844"/>
                  <a:pt x="296732" y="114368"/>
                  <a:pt x="296859" y="113257"/>
                </a:cubicBezTo>
                <a:cubicBezTo>
                  <a:pt x="296985" y="112146"/>
                  <a:pt x="297174" y="111257"/>
                  <a:pt x="297427" y="110590"/>
                </a:cubicBezTo>
                <a:cubicBezTo>
                  <a:pt x="297679" y="109923"/>
                  <a:pt x="297995" y="109479"/>
                  <a:pt x="298374" y="109258"/>
                </a:cubicBezTo>
                <a:cubicBezTo>
                  <a:pt x="298753" y="109035"/>
                  <a:pt x="299227" y="108923"/>
                  <a:pt x="299795" y="108923"/>
                </a:cubicBezTo>
                <a:cubicBezTo>
                  <a:pt x="300489" y="108923"/>
                  <a:pt x="301515" y="109323"/>
                  <a:pt x="302873" y="110122"/>
                </a:cubicBezTo>
                <a:cubicBezTo>
                  <a:pt x="304231" y="110921"/>
                  <a:pt x="305920" y="111800"/>
                  <a:pt x="307940" y="112759"/>
                </a:cubicBezTo>
                <a:cubicBezTo>
                  <a:pt x="309961" y="113718"/>
                  <a:pt x="312313" y="114613"/>
                  <a:pt x="314997" y="115444"/>
                </a:cubicBezTo>
                <a:cubicBezTo>
                  <a:pt x="317680" y="116275"/>
                  <a:pt x="320727" y="116690"/>
                  <a:pt x="324137" y="116690"/>
                </a:cubicBezTo>
                <a:cubicBezTo>
                  <a:pt x="326284" y="116690"/>
                  <a:pt x="328194" y="116470"/>
                  <a:pt x="329867" y="116030"/>
                </a:cubicBezTo>
                <a:cubicBezTo>
                  <a:pt x="331540" y="115590"/>
                  <a:pt x="332993" y="114962"/>
                  <a:pt x="334224" y="114145"/>
                </a:cubicBezTo>
                <a:cubicBezTo>
                  <a:pt x="335455" y="113326"/>
                  <a:pt x="336387" y="112288"/>
                  <a:pt x="337018" y="111031"/>
                </a:cubicBezTo>
                <a:cubicBezTo>
                  <a:pt x="337650" y="109774"/>
                  <a:pt x="337965" y="108328"/>
                  <a:pt x="337965" y="106692"/>
                </a:cubicBezTo>
                <a:cubicBezTo>
                  <a:pt x="337965" y="104793"/>
                  <a:pt x="337381" y="103165"/>
                  <a:pt x="336213" y="101805"/>
                </a:cubicBezTo>
                <a:cubicBezTo>
                  <a:pt x="335045" y="100443"/>
                  <a:pt x="333498" y="99257"/>
                  <a:pt x="331572" y="98244"/>
                </a:cubicBezTo>
                <a:cubicBezTo>
                  <a:pt x="329646" y="97232"/>
                  <a:pt x="327468" y="96283"/>
                  <a:pt x="325037" y="95397"/>
                </a:cubicBezTo>
                <a:cubicBezTo>
                  <a:pt x="322606" y="94511"/>
                  <a:pt x="320111" y="93530"/>
                  <a:pt x="317554" y="92455"/>
                </a:cubicBezTo>
                <a:cubicBezTo>
                  <a:pt x="314997" y="91379"/>
                  <a:pt x="312503" y="90146"/>
                  <a:pt x="310072" y="88755"/>
                </a:cubicBezTo>
                <a:cubicBezTo>
                  <a:pt x="307640" y="87362"/>
                  <a:pt x="305462" y="85653"/>
                  <a:pt x="303536" y="83628"/>
                </a:cubicBezTo>
                <a:cubicBezTo>
                  <a:pt x="301610" y="81604"/>
                  <a:pt x="300063" y="79169"/>
                  <a:pt x="298895" y="76323"/>
                </a:cubicBezTo>
                <a:cubicBezTo>
                  <a:pt x="297727" y="73476"/>
                  <a:pt x="297143" y="70059"/>
                  <a:pt x="297143" y="66073"/>
                </a:cubicBezTo>
                <a:cubicBezTo>
                  <a:pt x="297143" y="62022"/>
                  <a:pt x="297932" y="58305"/>
                  <a:pt x="299511" y="54921"/>
                </a:cubicBezTo>
                <a:cubicBezTo>
                  <a:pt x="301089" y="51536"/>
                  <a:pt x="303362" y="48643"/>
                  <a:pt x="306330" y="46239"/>
                </a:cubicBezTo>
                <a:cubicBezTo>
                  <a:pt x="309298" y="43834"/>
                  <a:pt x="312913" y="41967"/>
                  <a:pt x="317175" y="40639"/>
                </a:cubicBezTo>
                <a:cubicBezTo>
                  <a:pt x="321437" y="39309"/>
                  <a:pt x="326221" y="38644"/>
                  <a:pt x="331525" y="38644"/>
                </a:cubicBezTo>
                <a:cubicBezTo>
                  <a:pt x="334177" y="38644"/>
                  <a:pt x="336750" y="38834"/>
                  <a:pt x="339244" y="39212"/>
                </a:cubicBezTo>
                <a:cubicBezTo>
                  <a:pt x="341738" y="39591"/>
                  <a:pt x="343996" y="40065"/>
                  <a:pt x="346016" y="40633"/>
                </a:cubicBezTo>
                <a:cubicBezTo>
                  <a:pt x="348037" y="41201"/>
                  <a:pt x="349742" y="41817"/>
                  <a:pt x="351131" y="42480"/>
                </a:cubicBezTo>
                <a:cubicBezTo>
                  <a:pt x="352520" y="43143"/>
                  <a:pt x="353515" y="43711"/>
                  <a:pt x="354114" y="44185"/>
                </a:cubicBezTo>
                <a:cubicBezTo>
                  <a:pt x="354714" y="44659"/>
                  <a:pt x="355141" y="45132"/>
                  <a:pt x="355393" y="45606"/>
                </a:cubicBezTo>
                <a:cubicBezTo>
                  <a:pt x="355646" y="46079"/>
                  <a:pt x="355835" y="46648"/>
                  <a:pt x="355961" y="47311"/>
                </a:cubicBezTo>
                <a:cubicBezTo>
                  <a:pt x="356088" y="47974"/>
                  <a:pt x="356198" y="48795"/>
                  <a:pt x="356293" y="49773"/>
                </a:cubicBezTo>
                <a:cubicBezTo>
                  <a:pt x="356388" y="50752"/>
                  <a:pt x="356435" y="51968"/>
                  <a:pt x="356435" y="53420"/>
                </a:cubicBezTo>
                <a:cubicBezTo>
                  <a:pt x="356435" y="55125"/>
                  <a:pt x="356388" y="56514"/>
                  <a:pt x="356293" y="57587"/>
                </a:cubicBezTo>
                <a:cubicBezTo>
                  <a:pt x="356198" y="58661"/>
                  <a:pt x="356040" y="59513"/>
                  <a:pt x="355819" y="60145"/>
                </a:cubicBezTo>
                <a:cubicBezTo>
                  <a:pt x="355598" y="60776"/>
                  <a:pt x="355298" y="61202"/>
                  <a:pt x="354920" y="61423"/>
                </a:cubicBezTo>
                <a:cubicBezTo>
                  <a:pt x="354541" y="61644"/>
                  <a:pt x="354099" y="61755"/>
                  <a:pt x="353594" y="61755"/>
                </a:cubicBezTo>
                <a:cubicBezTo>
                  <a:pt x="353025" y="61755"/>
                  <a:pt x="352141" y="61423"/>
                  <a:pt x="350942" y="60760"/>
                </a:cubicBezTo>
                <a:cubicBezTo>
                  <a:pt x="349742" y="60097"/>
                  <a:pt x="348242" y="59387"/>
                  <a:pt x="346442" y="58629"/>
                </a:cubicBezTo>
                <a:cubicBezTo>
                  <a:pt x="344643" y="57872"/>
                  <a:pt x="342559" y="57161"/>
                  <a:pt x="340191" y="56498"/>
                </a:cubicBezTo>
                <a:cubicBezTo>
                  <a:pt x="337823" y="55835"/>
                  <a:pt x="335124" y="55504"/>
                  <a:pt x="332093" y="55504"/>
                </a:cubicBezTo>
                <a:cubicBezTo>
                  <a:pt x="329946" y="55504"/>
                  <a:pt x="328083" y="55727"/>
                  <a:pt x="326505" y="56173"/>
                </a:cubicBezTo>
                <a:cubicBezTo>
                  <a:pt x="324926" y="56617"/>
                  <a:pt x="323632" y="57251"/>
                  <a:pt x="322621" y="58076"/>
                </a:cubicBezTo>
                <a:cubicBezTo>
                  <a:pt x="321611" y="58901"/>
                  <a:pt x="320853" y="59868"/>
                  <a:pt x="320348" y="60979"/>
                </a:cubicBezTo>
                <a:cubicBezTo>
                  <a:pt x="319843" y="62090"/>
                  <a:pt x="319590" y="63281"/>
                  <a:pt x="319590" y="64552"/>
                </a:cubicBezTo>
                <a:cubicBezTo>
                  <a:pt x="319590" y="66513"/>
                  <a:pt x="320190" y="68159"/>
                  <a:pt x="321390" y="69489"/>
                </a:cubicBezTo>
                <a:cubicBezTo>
                  <a:pt x="322590" y="70817"/>
                  <a:pt x="324168" y="71987"/>
                  <a:pt x="326126" y="72999"/>
                </a:cubicBezTo>
                <a:cubicBezTo>
                  <a:pt x="328083" y="74012"/>
                  <a:pt x="330309" y="74961"/>
                  <a:pt x="332803" y="75847"/>
                </a:cubicBezTo>
                <a:cubicBezTo>
                  <a:pt x="335298" y="76733"/>
                  <a:pt x="337823" y="77698"/>
                  <a:pt x="340381" y="78742"/>
                </a:cubicBezTo>
                <a:cubicBezTo>
                  <a:pt x="342938" y="79785"/>
                  <a:pt x="345464" y="81003"/>
                  <a:pt x="347958" y="82394"/>
                </a:cubicBezTo>
                <a:cubicBezTo>
                  <a:pt x="350452" y="83785"/>
                  <a:pt x="352678" y="85494"/>
                  <a:pt x="354635" y="87521"/>
                </a:cubicBezTo>
                <a:cubicBezTo>
                  <a:pt x="356593" y="89545"/>
                  <a:pt x="358171" y="91965"/>
                  <a:pt x="359371" y="94781"/>
                </a:cubicBezTo>
                <a:cubicBezTo>
                  <a:pt x="360571" y="97595"/>
                  <a:pt x="361171" y="100932"/>
                  <a:pt x="361171" y="104792"/>
                </a:cubicBezTo>
                <a:close/>
                <a:moveTo>
                  <a:pt x="457560" y="83904"/>
                </a:moveTo>
                <a:cubicBezTo>
                  <a:pt x="457560" y="86814"/>
                  <a:pt x="456913" y="88965"/>
                  <a:pt x="455618" y="90356"/>
                </a:cubicBezTo>
                <a:cubicBezTo>
                  <a:pt x="454324" y="91747"/>
                  <a:pt x="452540" y="92443"/>
                  <a:pt x="450267" y="92443"/>
                </a:cubicBezTo>
                <a:lnTo>
                  <a:pt x="398836" y="92443"/>
                </a:lnTo>
                <a:cubicBezTo>
                  <a:pt x="398836" y="96056"/>
                  <a:pt x="399262" y="99336"/>
                  <a:pt x="400115" y="102284"/>
                </a:cubicBezTo>
                <a:cubicBezTo>
                  <a:pt x="400967" y="105233"/>
                  <a:pt x="402325" y="107738"/>
                  <a:pt x="404188" y="109800"/>
                </a:cubicBezTo>
                <a:cubicBezTo>
                  <a:pt x="406050" y="111860"/>
                  <a:pt x="408450" y="113428"/>
                  <a:pt x="411386" y="114506"/>
                </a:cubicBezTo>
                <a:cubicBezTo>
                  <a:pt x="414322" y="115583"/>
                  <a:pt x="417842" y="116122"/>
                  <a:pt x="421947" y="116122"/>
                </a:cubicBezTo>
                <a:cubicBezTo>
                  <a:pt x="426114" y="116122"/>
                  <a:pt x="429777" y="115817"/>
                  <a:pt x="432934" y="115207"/>
                </a:cubicBezTo>
                <a:cubicBezTo>
                  <a:pt x="436091" y="114598"/>
                  <a:pt x="438822" y="113924"/>
                  <a:pt x="441127" y="113186"/>
                </a:cubicBezTo>
                <a:cubicBezTo>
                  <a:pt x="443432" y="112448"/>
                  <a:pt x="445342" y="111774"/>
                  <a:pt x="446857" y="111164"/>
                </a:cubicBezTo>
                <a:cubicBezTo>
                  <a:pt x="448373" y="110554"/>
                  <a:pt x="449604" y="110250"/>
                  <a:pt x="450551" y="110250"/>
                </a:cubicBezTo>
                <a:cubicBezTo>
                  <a:pt x="451119" y="110250"/>
                  <a:pt x="451593" y="110361"/>
                  <a:pt x="451972" y="110584"/>
                </a:cubicBezTo>
                <a:cubicBezTo>
                  <a:pt x="452351" y="110805"/>
                  <a:pt x="452666" y="111202"/>
                  <a:pt x="452919" y="111774"/>
                </a:cubicBezTo>
                <a:cubicBezTo>
                  <a:pt x="453172" y="112344"/>
                  <a:pt x="453345" y="113153"/>
                  <a:pt x="453440" y="114201"/>
                </a:cubicBezTo>
                <a:cubicBezTo>
                  <a:pt x="453535" y="115249"/>
                  <a:pt x="453582" y="116566"/>
                  <a:pt x="453582" y="118152"/>
                </a:cubicBezTo>
                <a:cubicBezTo>
                  <a:pt x="453582" y="119549"/>
                  <a:pt x="453550" y="120740"/>
                  <a:pt x="453487" y="121725"/>
                </a:cubicBezTo>
                <a:cubicBezTo>
                  <a:pt x="453424" y="122708"/>
                  <a:pt x="453329" y="123548"/>
                  <a:pt x="453203" y="124247"/>
                </a:cubicBezTo>
                <a:cubicBezTo>
                  <a:pt x="453077" y="124945"/>
                  <a:pt x="452887" y="125533"/>
                  <a:pt x="452635" y="126011"/>
                </a:cubicBezTo>
                <a:cubicBezTo>
                  <a:pt x="452382" y="126486"/>
                  <a:pt x="452051" y="126946"/>
                  <a:pt x="451640" y="127390"/>
                </a:cubicBezTo>
                <a:cubicBezTo>
                  <a:pt x="451230" y="127834"/>
                  <a:pt x="450109" y="128435"/>
                  <a:pt x="448278" y="129193"/>
                </a:cubicBezTo>
                <a:cubicBezTo>
                  <a:pt x="446447" y="129950"/>
                  <a:pt x="444110" y="130692"/>
                  <a:pt x="441269" y="131419"/>
                </a:cubicBezTo>
                <a:cubicBezTo>
                  <a:pt x="438427" y="132145"/>
                  <a:pt x="435175" y="132776"/>
                  <a:pt x="431513" y="133313"/>
                </a:cubicBezTo>
                <a:cubicBezTo>
                  <a:pt x="427851" y="133850"/>
                  <a:pt x="423936" y="134118"/>
                  <a:pt x="419768" y="134118"/>
                </a:cubicBezTo>
                <a:cubicBezTo>
                  <a:pt x="412254" y="134118"/>
                  <a:pt x="405671" y="133169"/>
                  <a:pt x="400020" y="131271"/>
                </a:cubicBezTo>
                <a:cubicBezTo>
                  <a:pt x="394369" y="129372"/>
                  <a:pt x="389649" y="126493"/>
                  <a:pt x="385860" y="122634"/>
                </a:cubicBezTo>
                <a:cubicBezTo>
                  <a:pt x="382071" y="118774"/>
                  <a:pt x="379246" y="113903"/>
                  <a:pt x="377383" y="108021"/>
                </a:cubicBezTo>
                <a:cubicBezTo>
                  <a:pt x="375520" y="102136"/>
                  <a:pt x="374589" y="95240"/>
                  <a:pt x="374589" y="87331"/>
                </a:cubicBezTo>
                <a:cubicBezTo>
                  <a:pt x="374589" y="79801"/>
                  <a:pt x="375568" y="73015"/>
                  <a:pt x="377525" y="66973"/>
                </a:cubicBezTo>
                <a:cubicBezTo>
                  <a:pt x="379482" y="60931"/>
                  <a:pt x="382324" y="55807"/>
                  <a:pt x="386049" y="51600"/>
                </a:cubicBezTo>
                <a:cubicBezTo>
                  <a:pt x="389775" y="47391"/>
                  <a:pt x="394306" y="44179"/>
                  <a:pt x="399641" y="41965"/>
                </a:cubicBezTo>
                <a:cubicBezTo>
                  <a:pt x="404977" y="39751"/>
                  <a:pt x="410991" y="38644"/>
                  <a:pt x="417685" y="38644"/>
                </a:cubicBezTo>
                <a:cubicBezTo>
                  <a:pt x="424757" y="38644"/>
                  <a:pt x="430803" y="39688"/>
                  <a:pt x="435823" y="41776"/>
                </a:cubicBezTo>
                <a:cubicBezTo>
                  <a:pt x="440843" y="43863"/>
                  <a:pt x="444963" y="46757"/>
                  <a:pt x="448183" y="50457"/>
                </a:cubicBezTo>
                <a:cubicBezTo>
                  <a:pt x="451404" y="54157"/>
                  <a:pt x="453771" y="58537"/>
                  <a:pt x="455287" y="63599"/>
                </a:cubicBezTo>
                <a:cubicBezTo>
                  <a:pt x="456802" y="68658"/>
                  <a:pt x="457560" y="74162"/>
                  <a:pt x="457560" y="80109"/>
                </a:cubicBezTo>
                <a:lnTo>
                  <a:pt x="457560" y="83904"/>
                </a:lnTo>
                <a:moveTo>
                  <a:pt x="434449" y="77099"/>
                </a:moveTo>
                <a:cubicBezTo>
                  <a:pt x="434639" y="70376"/>
                  <a:pt x="433297" y="65097"/>
                  <a:pt x="430424" y="61261"/>
                </a:cubicBezTo>
                <a:cubicBezTo>
                  <a:pt x="427551" y="57423"/>
                  <a:pt x="423115" y="55504"/>
                  <a:pt x="417116" y="55504"/>
                </a:cubicBezTo>
                <a:cubicBezTo>
                  <a:pt x="414085" y="55504"/>
                  <a:pt x="411449" y="56075"/>
                  <a:pt x="409208" y="57217"/>
                </a:cubicBezTo>
                <a:cubicBezTo>
                  <a:pt x="406966" y="58358"/>
                  <a:pt x="405103" y="59896"/>
                  <a:pt x="403619" y="61832"/>
                </a:cubicBezTo>
                <a:cubicBezTo>
                  <a:pt x="402135" y="63766"/>
                  <a:pt x="400999" y="66049"/>
                  <a:pt x="400209" y="68681"/>
                </a:cubicBezTo>
                <a:cubicBezTo>
                  <a:pt x="399420" y="71311"/>
                  <a:pt x="398962" y="74117"/>
                  <a:pt x="398836" y="77099"/>
                </a:cubicBezTo>
                <a:lnTo>
                  <a:pt x="434449" y="77099"/>
                </a:lnTo>
                <a:close/>
                <a:moveTo>
                  <a:pt x="547427" y="128435"/>
                </a:moveTo>
                <a:cubicBezTo>
                  <a:pt x="547427" y="129066"/>
                  <a:pt x="547222" y="129635"/>
                  <a:pt x="546812" y="130140"/>
                </a:cubicBezTo>
                <a:cubicBezTo>
                  <a:pt x="546401" y="130645"/>
                  <a:pt x="545723" y="131055"/>
                  <a:pt x="544775" y="131371"/>
                </a:cubicBezTo>
                <a:cubicBezTo>
                  <a:pt x="543828" y="131687"/>
                  <a:pt x="542565" y="131939"/>
                  <a:pt x="540987" y="132129"/>
                </a:cubicBezTo>
                <a:cubicBezTo>
                  <a:pt x="539408" y="132318"/>
                  <a:pt x="537388" y="132413"/>
                  <a:pt x="534925" y="132413"/>
                </a:cubicBezTo>
                <a:cubicBezTo>
                  <a:pt x="532525" y="132413"/>
                  <a:pt x="530521" y="132318"/>
                  <a:pt x="528910" y="132129"/>
                </a:cubicBezTo>
                <a:cubicBezTo>
                  <a:pt x="527300" y="131939"/>
                  <a:pt x="526022" y="131687"/>
                  <a:pt x="525074" y="131371"/>
                </a:cubicBezTo>
                <a:cubicBezTo>
                  <a:pt x="524127" y="131055"/>
                  <a:pt x="523449" y="130645"/>
                  <a:pt x="523038" y="130140"/>
                </a:cubicBezTo>
                <a:cubicBezTo>
                  <a:pt x="522628" y="129635"/>
                  <a:pt x="522422" y="129066"/>
                  <a:pt x="522422" y="128435"/>
                </a:cubicBezTo>
                <a:lnTo>
                  <a:pt x="522422" y="12692"/>
                </a:lnTo>
                <a:cubicBezTo>
                  <a:pt x="522422" y="12061"/>
                  <a:pt x="522628" y="11492"/>
                  <a:pt x="523038" y="10987"/>
                </a:cubicBezTo>
                <a:cubicBezTo>
                  <a:pt x="523449" y="10482"/>
                  <a:pt x="524143" y="10071"/>
                  <a:pt x="525122" y="9756"/>
                </a:cubicBezTo>
                <a:cubicBezTo>
                  <a:pt x="526101" y="9440"/>
                  <a:pt x="527379" y="9187"/>
                  <a:pt x="528958" y="8998"/>
                </a:cubicBezTo>
                <a:cubicBezTo>
                  <a:pt x="530536" y="8809"/>
                  <a:pt x="532525" y="8714"/>
                  <a:pt x="534925" y="8714"/>
                </a:cubicBezTo>
                <a:cubicBezTo>
                  <a:pt x="537388" y="8714"/>
                  <a:pt x="539408" y="8809"/>
                  <a:pt x="540987" y="8998"/>
                </a:cubicBezTo>
                <a:cubicBezTo>
                  <a:pt x="542565" y="9187"/>
                  <a:pt x="543828" y="9440"/>
                  <a:pt x="544775" y="9756"/>
                </a:cubicBezTo>
                <a:cubicBezTo>
                  <a:pt x="545723" y="10071"/>
                  <a:pt x="546401" y="10482"/>
                  <a:pt x="546812" y="10987"/>
                </a:cubicBezTo>
                <a:cubicBezTo>
                  <a:pt x="547222" y="11492"/>
                  <a:pt x="547427" y="12061"/>
                  <a:pt x="547427" y="12692"/>
                </a:cubicBezTo>
                <a:lnTo>
                  <a:pt x="547427" y="128435"/>
                </a:lnTo>
                <a:close/>
                <a:moveTo>
                  <a:pt x="598871" y="128435"/>
                </a:moveTo>
                <a:cubicBezTo>
                  <a:pt x="598871" y="129066"/>
                  <a:pt x="598666" y="129635"/>
                  <a:pt x="598255" y="130140"/>
                </a:cubicBezTo>
                <a:cubicBezTo>
                  <a:pt x="597845" y="130645"/>
                  <a:pt x="597166" y="131055"/>
                  <a:pt x="596219" y="131371"/>
                </a:cubicBezTo>
                <a:cubicBezTo>
                  <a:pt x="595272" y="131687"/>
                  <a:pt x="594009" y="131939"/>
                  <a:pt x="592430" y="132129"/>
                </a:cubicBezTo>
                <a:cubicBezTo>
                  <a:pt x="590851" y="132318"/>
                  <a:pt x="588831" y="132413"/>
                  <a:pt x="586368" y="132413"/>
                </a:cubicBezTo>
                <a:cubicBezTo>
                  <a:pt x="583969" y="132413"/>
                  <a:pt x="581964" y="132318"/>
                  <a:pt x="580354" y="132129"/>
                </a:cubicBezTo>
                <a:cubicBezTo>
                  <a:pt x="578744" y="131939"/>
                  <a:pt x="577465" y="131687"/>
                  <a:pt x="576518" y="131371"/>
                </a:cubicBezTo>
                <a:cubicBezTo>
                  <a:pt x="575571" y="131055"/>
                  <a:pt x="574892" y="130645"/>
                  <a:pt x="574481" y="130140"/>
                </a:cubicBezTo>
                <a:cubicBezTo>
                  <a:pt x="574071" y="129635"/>
                  <a:pt x="573866" y="129066"/>
                  <a:pt x="573866" y="128435"/>
                </a:cubicBezTo>
                <a:lnTo>
                  <a:pt x="573866" y="12692"/>
                </a:lnTo>
                <a:cubicBezTo>
                  <a:pt x="573866" y="12061"/>
                  <a:pt x="574071" y="11492"/>
                  <a:pt x="574481" y="10987"/>
                </a:cubicBezTo>
                <a:cubicBezTo>
                  <a:pt x="574892" y="10482"/>
                  <a:pt x="575586" y="10071"/>
                  <a:pt x="576565" y="9756"/>
                </a:cubicBezTo>
                <a:cubicBezTo>
                  <a:pt x="577544" y="9440"/>
                  <a:pt x="578823" y="9187"/>
                  <a:pt x="580401" y="8998"/>
                </a:cubicBezTo>
                <a:cubicBezTo>
                  <a:pt x="581980" y="8809"/>
                  <a:pt x="583969" y="8714"/>
                  <a:pt x="586368" y="8714"/>
                </a:cubicBezTo>
                <a:cubicBezTo>
                  <a:pt x="588831" y="8714"/>
                  <a:pt x="590851" y="8809"/>
                  <a:pt x="592430" y="8998"/>
                </a:cubicBezTo>
                <a:cubicBezTo>
                  <a:pt x="594009" y="9187"/>
                  <a:pt x="595272" y="9440"/>
                  <a:pt x="596219" y="9756"/>
                </a:cubicBezTo>
                <a:cubicBezTo>
                  <a:pt x="597166" y="10071"/>
                  <a:pt x="597845" y="10482"/>
                  <a:pt x="598255" y="10987"/>
                </a:cubicBezTo>
                <a:cubicBezTo>
                  <a:pt x="598666" y="11492"/>
                  <a:pt x="598871" y="12061"/>
                  <a:pt x="598871" y="12692"/>
                </a:cubicBezTo>
                <a:lnTo>
                  <a:pt x="598871" y="128435"/>
                </a:lnTo>
                <a:close/>
                <a:moveTo>
                  <a:pt x="650314" y="128435"/>
                </a:moveTo>
                <a:cubicBezTo>
                  <a:pt x="650314" y="129066"/>
                  <a:pt x="650109" y="129635"/>
                  <a:pt x="649699" y="130140"/>
                </a:cubicBezTo>
                <a:cubicBezTo>
                  <a:pt x="649288" y="130645"/>
                  <a:pt x="648609" y="131055"/>
                  <a:pt x="647662" y="131371"/>
                </a:cubicBezTo>
                <a:cubicBezTo>
                  <a:pt x="646715" y="131687"/>
                  <a:pt x="645452" y="131939"/>
                  <a:pt x="643874" y="132129"/>
                </a:cubicBezTo>
                <a:cubicBezTo>
                  <a:pt x="642295" y="132318"/>
                  <a:pt x="640274" y="132413"/>
                  <a:pt x="637812" y="132413"/>
                </a:cubicBezTo>
                <a:cubicBezTo>
                  <a:pt x="635412" y="132413"/>
                  <a:pt x="633408" y="132318"/>
                  <a:pt x="631797" y="132129"/>
                </a:cubicBezTo>
                <a:cubicBezTo>
                  <a:pt x="630187" y="131939"/>
                  <a:pt x="628909" y="131687"/>
                  <a:pt x="627961" y="131371"/>
                </a:cubicBezTo>
                <a:cubicBezTo>
                  <a:pt x="627014" y="131055"/>
                  <a:pt x="626335" y="130645"/>
                  <a:pt x="625925" y="130140"/>
                </a:cubicBezTo>
                <a:cubicBezTo>
                  <a:pt x="625515" y="129635"/>
                  <a:pt x="625309" y="129066"/>
                  <a:pt x="625309" y="128435"/>
                </a:cubicBezTo>
                <a:lnTo>
                  <a:pt x="625309" y="12692"/>
                </a:lnTo>
                <a:cubicBezTo>
                  <a:pt x="625309" y="12061"/>
                  <a:pt x="625515" y="11492"/>
                  <a:pt x="625925" y="10987"/>
                </a:cubicBezTo>
                <a:cubicBezTo>
                  <a:pt x="626335" y="10482"/>
                  <a:pt x="627030" y="10071"/>
                  <a:pt x="628009" y="9756"/>
                </a:cubicBezTo>
                <a:cubicBezTo>
                  <a:pt x="628987" y="9440"/>
                  <a:pt x="630266" y="9187"/>
                  <a:pt x="631845" y="8998"/>
                </a:cubicBezTo>
                <a:cubicBezTo>
                  <a:pt x="633423" y="8809"/>
                  <a:pt x="635412" y="8714"/>
                  <a:pt x="637812" y="8714"/>
                </a:cubicBezTo>
                <a:cubicBezTo>
                  <a:pt x="640274" y="8714"/>
                  <a:pt x="642295" y="8809"/>
                  <a:pt x="643874" y="8998"/>
                </a:cubicBezTo>
                <a:cubicBezTo>
                  <a:pt x="645452" y="9187"/>
                  <a:pt x="646715" y="9440"/>
                  <a:pt x="647662" y="9756"/>
                </a:cubicBezTo>
                <a:cubicBezTo>
                  <a:pt x="648609" y="10071"/>
                  <a:pt x="649288" y="10482"/>
                  <a:pt x="649699" y="10987"/>
                </a:cubicBezTo>
                <a:cubicBezTo>
                  <a:pt x="650109" y="11492"/>
                  <a:pt x="650314" y="12061"/>
                  <a:pt x="650314" y="12692"/>
                </a:cubicBezTo>
                <a:lnTo>
                  <a:pt x="650314" y="128435"/>
                </a:lnTo>
                <a:close/>
                <a:moveTo>
                  <a:pt x="705262" y="56924"/>
                </a:moveTo>
                <a:cubicBezTo>
                  <a:pt x="705262" y="59576"/>
                  <a:pt x="705041" y="61786"/>
                  <a:pt x="704599" y="63554"/>
                </a:cubicBezTo>
                <a:cubicBezTo>
                  <a:pt x="704157" y="65323"/>
                  <a:pt x="703415" y="66775"/>
                  <a:pt x="702373" y="67911"/>
                </a:cubicBezTo>
                <a:cubicBezTo>
                  <a:pt x="701331" y="69048"/>
                  <a:pt x="699958" y="69853"/>
                  <a:pt x="698253" y="70327"/>
                </a:cubicBezTo>
                <a:cubicBezTo>
                  <a:pt x="696548" y="70800"/>
                  <a:pt x="694401" y="71037"/>
                  <a:pt x="691812" y="71037"/>
                </a:cubicBezTo>
                <a:cubicBezTo>
                  <a:pt x="689224" y="71037"/>
                  <a:pt x="687077" y="70800"/>
                  <a:pt x="685372" y="70327"/>
                </a:cubicBezTo>
                <a:cubicBezTo>
                  <a:pt x="683667" y="69853"/>
                  <a:pt x="682293" y="69048"/>
                  <a:pt x="681252" y="67911"/>
                </a:cubicBezTo>
                <a:cubicBezTo>
                  <a:pt x="680210" y="66775"/>
                  <a:pt x="679499" y="65323"/>
                  <a:pt x="679120" y="63554"/>
                </a:cubicBezTo>
                <a:cubicBezTo>
                  <a:pt x="678742" y="61786"/>
                  <a:pt x="678552" y="59576"/>
                  <a:pt x="678552" y="56924"/>
                </a:cubicBezTo>
                <a:cubicBezTo>
                  <a:pt x="678552" y="54209"/>
                  <a:pt x="678742" y="51936"/>
                  <a:pt x="679120" y="50105"/>
                </a:cubicBezTo>
                <a:cubicBezTo>
                  <a:pt x="679499" y="48274"/>
                  <a:pt x="680210" y="46790"/>
                  <a:pt x="681252" y="45653"/>
                </a:cubicBezTo>
                <a:cubicBezTo>
                  <a:pt x="682293" y="44517"/>
                  <a:pt x="683667" y="43696"/>
                  <a:pt x="685372" y="43191"/>
                </a:cubicBezTo>
                <a:cubicBezTo>
                  <a:pt x="687077" y="42685"/>
                  <a:pt x="689224" y="42433"/>
                  <a:pt x="691812" y="42433"/>
                </a:cubicBezTo>
                <a:cubicBezTo>
                  <a:pt x="694401" y="42433"/>
                  <a:pt x="696548" y="42685"/>
                  <a:pt x="698253" y="43191"/>
                </a:cubicBezTo>
                <a:cubicBezTo>
                  <a:pt x="699958" y="43696"/>
                  <a:pt x="701331" y="44517"/>
                  <a:pt x="702373" y="45653"/>
                </a:cubicBezTo>
                <a:cubicBezTo>
                  <a:pt x="703415" y="46790"/>
                  <a:pt x="704157" y="48274"/>
                  <a:pt x="704599" y="50105"/>
                </a:cubicBezTo>
                <a:cubicBezTo>
                  <a:pt x="705041" y="51936"/>
                  <a:pt x="705262" y="54209"/>
                  <a:pt x="705262" y="56924"/>
                </a:cubicBezTo>
                <a:moveTo>
                  <a:pt x="705262" y="118963"/>
                </a:moveTo>
                <a:cubicBezTo>
                  <a:pt x="705262" y="121615"/>
                  <a:pt x="705041" y="123841"/>
                  <a:pt x="704599" y="125641"/>
                </a:cubicBezTo>
                <a:cubicBezTo>
                  <a:pt x="704157" y="127440"/>
                  <a:pt x="703415" y="128909"/>
                  <a:pt x="702373" y="130045"/>
                </a:cubicBezTo>
                <a:cubicBezTo>
                  <a:pt x="701331" y="131182"/>
                  <a:pt x="699958" y="131987"/>
                  <a:pt x="698253" y="132460"/>
                </a:cubicBezTo>
                <a:cubicBezTo>
                  <a:pt x="696548" y="132934"/>
                  <a:pt x="694401" y="133171"/>
                  <a:pt x="691812" y="133171"/>
                </a:cubicBezTo>
                <a:cubicBezTo>
                  <a:pt x="689224" y="133171"/>
                  <a:pt x="687077" y="132934"/>
                  <a:pt x="685372" y="132460"/>
                </a:cubicBezTo>
                <a:cubicBezTo>
                  <a:pt x="683667" y="131987"/>
                  <a:pt x="682293" y="131182"/>
                  <a:pt x="681252" y="130045"/>
                </a:cubicBezTo>
                <a:cubicBezTo>
                  <a:pt x="680210" y="128909"/>
                  <a:pt x="679499" y="127440"/>
                  <a:pt x="679120" y="125641"/>
                </a:cubicBezTo>
                <a:cubicBezTo>
                  <a:pt x="678742" y="123841"/>
                  <a:pt x="678552" y="121615"/>
                  <a:pt x="678552" y="118963"/>
                </a:cubicBezTo>
                <a:cubicBezTo>
                  <a:pt x="678552" y="116311"/>
                  <a:pt x="678742" y="114054"/>
                  <a:pt x="679120" y="112191"/>
                </a:cubicBezTo>
                <a:cubicBezTo>
                  <a:pt x="679499" y="110328"/>
                  <a:pt x="680210" y="108829"/>
                  <a:pt x="681252" y="107692"/>
                </a:cubicBezTo>
                <a:cubicBezTo>
                  <a:pt x="682293" y="106556"/>
                  <a:pt x="683667" y="105750"/>
                  <a:pt x="685372" y="105277"/>
                </a:cubicBezTo>
                <a:cubicBezTo>
                  <a:pt x="687077" y="104803"/>
                  <a:pt x="689224" y="104567"/>
                  <a:pt x="691812" y="104567"/>
                </a:cubicBezTo>
                <a:cubicBezTo>
                  <a:pt x="694401" y="104567"/>
                  <a:pt x="696548" y="104803"/>
                  <a:pt x="698253" y="105277"/>
                </a:cubicBezTo>
                <a:cubicBezTo>
                  <a:pt x="699958" y="105750"/>
                  <a:pt x="701331" y="106556"/>
                  <a:pt x="702373" y="107692"/>
                </a:cubicBezTo>
                <a:cubicBezTo>
                  <a:pt x="703415" y="108829"/>
                  <a:pt x="704157" y="110328"/>
                  <a:pt x="704599" y="112191"/>
                </a:cubicBezTo>
                <a:cubicBezTo>
                  <a:pt x="705041" y="114054"/>
                  <a:pt x="705262" y="116311"/>
                  <a:pt x="705262" y="118963"/>
                </a:cubicBezTo>
                <a:close/>
                <a:moveTo>
                  <a:pt x="855444" y="19559"/>
                </a:moveTo>
                <a:cubicBezTo>
                  <a:pt x="855444" y="21398"/>
                  <a:pt x="855365" y="22968"/>
                  <a:pt x="855207" y="24268"/>
                </a:cubicBezTo>
                <a:cubicBezTo>
                  <a:pt x="855049" y="25568"/>
                  <a:pt x="854812" y="26615"/>
                  <a:pt x="854497" y="27408"/>
                </a:cubicBezTo>
                <a:cubicBezTo>
                  <a:pt x="854181" y="28202"/>
                  <a:pt x="853786" y="28789"/>
                  <a:pt x="853313" y="29170"/>
                </a:cubicBezTo>
                <a:cubicBezTo>
                  <a:pt x="852839" y="29550"/>
                  <a:pt x="852318" y="29741"/>
                  <a:pt x="851750" y="29741"/>
                </a:cubicBezTo>
                <a:lnTo>
                  <a:pt x="821062" y="29741"/>
                </a:lnTo>
                <a:lnTo>
                  <a:pt x="821062" y="128438"/>
                </a:lnTo>
                <a:cubicBezTo>
                  <a:pt x="821062" y="129069"/>
                  <a:pt x="820857" y="129638"/>
                  <a:pt x="820446" y="130143"/>
                </a:cubicBezTo>
                <a:cubicBezTo>
                  <a:pt x="820036" y="130646"/>
                  <a:pt x="819357" y="131055"/>
                  <a:pt x="818410" y="131371"/>
                </a:cubicBezTo>
                <a:cubicBezTo>
                  <a:pt x="817463" y="131687"/>
                  <a:pt x="816184" y="131939"/>
                  <a:pt x="814574" y="132129"/>
                </a:cubicBezTo>
                <a:cubicBezTo>
                  <a:pt x="812964" y="132318"/>
                  <a:pt x="810959" y="132413"/>
                  <a:pt x="808559" y="132413"/>
                </a:cubicBezTo>
                <a:cubicBezTo>
                  <a:pt x="806160" y="132413"/>
                  <a:pt x="804155" y="132318"/>
                  <a:pt x="802545" y="132129"/>
                </a:cubicBezTo>
                <a:cubicBezTo>
                  <a:pt x="800935" y="131939"/>
                  <a:pt x="799656" y="131687"/>
                  <a:pt x="798709" y="131371"/>
                </a:cubicBezTo>
                <a:cubicBezTo>
                  <a:pt x="797762" y="131055"/>
                  <a:pt x="797083" y="130646"/>
                  <a:pt x="796673" y="130143"/>
                </a:cubicBezTo>
                <a:cubicBezTo>
                  <a:pt x="796262" y="129638"/>
                  <a:pt x="796057" y="129069"/>
                  <a:pt x="796057" y="128438"/>
                </a:cubicBezTo>
                <a:lnTo>
                  <a:pt x="796057" y="29741"/>
                </a:lnTo>
                <a:lnTo>
                  <a:pt x="765369" y="29741"/>
                </a:lnTo>
                <a:cubicBezTo>
                  <a:pt x="764737" y="29741"/>
                  <a:pt x="764201" y="29550"/>
                  <a:pt x="763759" y="29170"/>
                </a:cubicBezTo>
                <a:cubicBezTo>
                  <a:pt x="763317" y="28789"/>
                  <a:pt x="762938" y="28202"/>
                  <a:pt x="762622" y="27408"/>
                </a:cubicBezTo>
                <a:cubicBezTo>
                  <a:pt x="762306" y="26615"/>
                  <a:pt x="762070" y="25568"/>
                  <a:pt x="761912" y="24268"/>
                </a:cubicBezTo>
                <a:cubicBezTo>
                  <a:pt x="761754" y="22968"/>
                  <a:pt x="761675" y="21398"/>
                  <a:pt x="761675" y="19559"/>
                </a:cubicBezTo>
                <a:cubicBezTo>
                  <a:pt x="761675" y="17657"/>
                  <a:pt x="761754" y="16040"/>
                  <a:pt x="761912" y="14708"/>
                </a:cubicBezTo>
                <a:cubicBezTo>
                  <a:pt x="762070" y="13374"/>
                  <a:pt x="762306" y="12311"/>
                  <a:pt x="762622" y="11520"/>
                </a:cubicBezTo>
                <a:cubicBezTo>
                  <a:pt x="762938" y="10727"/>
                  <a:pt x="763317" y="10155"/>
                  <a:pt x="763759" y="9806"/>
                </a:cubicBezTo>
                <a:cubicBezTo>
                  <a:pt x="764201" y="9457"/>
                  <a:pt x="764737" y="9282"/>
                  <a:pt x="765369" y="9282"/>
                </a:cubicBezTo>
                <a:lnTo>
                  <a:pt x="851750" y="9282"/>
                </a:lnTo>
                <a:cubicBezTo>
                  <a:pt x="852318" y="9282"/>
                  <a:pt x="852839" y="9457"/>
                  <a:pt x="853313" y="9806"/>
                </a:cubicBezTo>
                <a:cubicBezTo>
                  <a:pt x="853786" y="10155"/>
                  <a:pt x="854181" y="10727"/>
                  <a:pt x="854497" y="11520"/>
                </a:cubicBezTo>
                <a:cubicBezTo>
                  <a:pt x="854812" y="12311"/>
                  <a:pt x="855049" y="13374"/>
                  <a:pt x="855207" y="14708"/>
                </a:cubicBezTo>
                <a:cubicBezTo>
                  <a:pt x="855365" y="16040"/>
                  <a:pt x="855444" y="17657"/>
                  <a:pt x="855444" y="19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estCase-">
            <a:extLst xmlns:a="http://schemas.openxmlformats.org/drawingml/2006/main">
              <a:ext uri="{FF2B5EF4-FFF2-40B4-BE49-F238E27FC236}">
                <a16:creationId xmlns:a16="http://schemas.microsoft.com/office/drawing/2014/main" id="{C772D1FB-354B-4C2F-B919-72CBE91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550" y="2572237"/>
            <a:ext cx="706364" cy="126920"/>
          </a:xfrm>
          <a:custGeom xmlns:a="http://schemas.openxmlformats.org/drawingml/2006/main">
            <a:pathLst>
              <a:path w="706364" h="126920">
                <a:moveTo>
                  <a:pt x="82971" y="76705"/>
                </a:moveTo>
                <a:cubicBezTo>
                  <a:pt x="82971" y="79616"/>
                  <a:pt x="82324" y="81767"/>
                  <a:pt x="81030" y="83158"/>
                </a:cubicBezTo>
                <a:cubicBezTo>
                  <a:pt x="79735" y="84549"/>
                  <a:pt x="77951" y="85244"/>
                  <a:pt x="75678" y="85244"/>
                </a:cubicBezTo>
                <a:lnTo>
                  <a:pt x="24247" y="85244"/>
                </a:lnTo>
                <a:cubicBezTo>
                  <a:pt x="24247" y="88857"/>
                  <a:pt x="24674" y="92138"/>
                  <a:pt x="25526" y="95086"/>
                </a:cubicBezTo>
                <a:cubicBezTo>
                  <a:pt x="26378" y="98034"/>
                  <a:pt x="27736" y="100539"/>
                  <a:pt x="29599" y="102601"/>
                </a:cubicBezTo>
                <a:cubicBezTo>
                  <a:pt x="31462" y="104661"/>
                  <a:pt x="33861" y="106230"/>
                  <a:pt x="36797" y="107307"/>
                </a:cubicBezTo>
                <a:cubicBezTo>
                  <a:pt x="39733" y="108385"/>
                  <a:pt x="43254" y="108923"/>
                  <a:pt x="47358" y="108923"/>
                </a:cubicBezTo>
                <a:cubicBezTo>
                  <a:pt x="51526" y="108923"/>
                  <a:pt x="55188" y="108619"/>
                  <a:pt x="58345" y="108009"/>
                </a:cubicBezTo>
                <a:cubicBezTo>
                  <a:pt x="61502" y="107399"/>
                  <a:pt x="64233" y="106725"/>
                  <a:pt x="66538" y="105987"/>
                </a:cubicBezTo>
                <a:cubicBezTo>
                  <a:pt x="68843" y="105249"/>
                  <a:pt x="70753" y="104575"/>
                  <a:pt x="72268" y="103966"/>
                </a:cubicBezTo>
                <a:cubicBezTo>
                  <a:pt x="73784" y="103356"/>
                  <a:pt x="75015" y="103051"/>
                  <a:pt x="75962" y="103051"/>
                </a:cubicBezTo>
                <a:cubicBezTo>
                  <a:pt x="76531" y="103051"/>
                  <a:pt x="77004" y="103163"/>
                  <a:pt x="77383" y="103386"/>
                </a:cubicBezTo>
                <a:cubicBezTo>
                  <a:pt x="77762" y="103607"/>
                  <a:pt x="78078" y="104003"/>
                  <a:pt x="78330" y="104575"/>
                </a:cubicBezTo>
                <a:cubicBezTo>
                  <a:pt x="78583" y="105146"/>
                  <a:pt x="78756" y="105955"/>
                  <a:pt x="78851" y="107003"/>
                </a:cubicBezTo>
                <a:cubicBezTo>
                  <a:pt x="78946" y="108050"/>
                  <a:pt x="78993" y="109367"/>
                  <a:pt x="78993" y="110954"/>
                </a:cubicBezTo>
                <a:cubicBezTo>
                  <a:pt x="78993" y="112351"/>
                  <a:pt x="78962" y="113542"/>
                  <a:pt x="78898" y="114527"/>
                </a:cubicBezTo>
                <a:cubicBezTo>
                  <a:pt x="78835" y="115509"/>
                  <a:pt x="78741" y="116350"/>
                  <a:pt x="78614" y="117048"/>
                </a:cubicBezTo>
                <a:cubicBezTo>
                  <a:pt x="78488" y="117747"/>
                  <a:pt x="78299" y="118335"/>
                  <a:pt x="78046" y="118812"/>
                </a:cubicBezTo>
                <a:cubicBezTo>
                  <a:pt x="77793" y="119288"/>
                  <a:pt x="77462" y="119748"/>
                  <a:pt x="77052" y="120192"/>
                </a:cubicBezTo>
                <a:cubicBezTo>
                  <a:pt x="76641" y="120636"/>
                  <a:pt x="75520" y="121237"/>
                  <a:pt x="73689" y="121994"/>
                </a:cubicBezTo>
                <a:cubicBezTo>
                  <a:pt x="71858" y="122752"/>
                  <a:pt x="69522" y="123494"/>
                  <a:pt x="66680" y="124220"/>
                </a:cubicBezTo>
                <a:cubicBezTo>
                  <a:pt x="63839" y="124946"/>
                  <a:pt x="60587" y="125578"/>
                  <a:pt x="56924" y="126114"/>
                </a:cubicBezTo>
                <a:cubicBezTo>
                  <a:pt x="53262" y="126651"/>
                  <a:pt x="49347" y="126920"/>
                  <a:pt x="45180" y="126920"/>
                </a:cubicBezTo>
                <a:cubicBezTo>
                  <a:pt x="37665" y="126920"/>
                  <a:pt x="31083" y="125970"/>
                  <a:pt x="25431" y="124072"/>
                </a:cubicBezTo>
                <a:cubicBezTo>
                  <a:pt x="19780" y="122174"/>
                  <a:pt x="15060" y="119295"/>
                  <a:pt x="11271" y="115435"/>
                </a:cubicBezTo>
                <a:cubicBezTo>
                  <a:pt x="7483" y="111576"/>
                  <a:pt x="4657" y="106705"/>
                  <a:pt x="2794" y="100822"/>
                </a:cubicBezTo>
                <a:cubicBezTo>
                  <a:pt x="931" y="94938"/>
                  <a:pt x="0" y="88042"/>
                  <a:pt x="0" y="80133"/>
                </a:cubicBezTo>
                <a:cubicBezTo>
                  <a:pt x="0" y="72603"/>
                  <a:pt x="979" y="65817"/>
                  <a:pt x="2936" y="59775"/>
                </a:cubicBezTo>
                <a:cubicBezTo>
                  <a:pt x="4894" y="53733"/>
                  <a:pt x="7735" y="48608"/>
                  <a:pt x="11461" y="44401"/>
                </a:cubicBezTo>
                <a:cubicBezTo>
                  <a:pt x="15186" y="40192"/>
                  <a:pt x="19717" y="36981"/>
                  <a:pt x="25052" y="34767"/>
                </a:cubicBezTo>
                <a:cubicBezTo>
                  <a:pt x="30388" y="32553"/>
                  <a:pt x="36403" y="31446"/>
                  <a:pt x="43096" y="31446"/>
                </a:cubicBezTo>
                <a:cubicBezTo>
                  <a:pt x="50168" y="31446"/>
                  <a:pt x="56214" y="32490"/>
                  <a:pt x="61234" y="34577"/>
                </a:cubicBezTo>
                <a:cubicBezTo>
                  <a:pt x="66254" y="36665"/>
                  <a:pt x="70374" y="39559"/>
                  <a:pt x="73594" y="43259"/>
                </a:cubicBezTo>
                <a:cubicBezTo>
                  <a:pt x="76815" y="46958"/>
                  <a:pt x="79183" y="51339"/>
                  <a:pt x="80698" y="56400"/>
                </a:cubicBezTo>
                <a:cubicBezTo>
                  <a:pt x="82214" y="61460"/>
                  <a:pt x="82971" y="66963"/>
                  <a:pt x="82971" y="72911"/>
                </a:cubicBezTo>
                <a:lnTo>
                  <a:pt x="82971" y="76705"/>
                </a:lnTo>
                <a:moveTo>
                  <a:pt x="59861" y="69900"/>
                </a:moveTo>
                <a:cubicBezTo>
                  <a:pt x="60050" y="63178"/>
                  <a:pt x="58708" y="57898"/>
                  <a:pt x="55835" y="54062"/>
                </a:cubicBezTo>
                <a:cubicBezTo>
                  <a:pt x="52962" y="50224"/>
                  <a:pt x="48526" y="48305"/>
                  <a:pt x="42528" y="48305"/>
                </a:cubicBezTo>
                <a:cubicBezTo>
                  <a:pt x="39497" y="48305"/>
                  <a:pt x="36860" y="48876"/>
                  <a:pt x="34619" y="50019"/>
                </a:cubicBezTo>
                <a:cubicBezTo>
                  <a:pt x="32377" y="51160"/>
                  <a:pt x="30514" y="52698"/>
                  <a:pt x="29030" y="54633"/>
                </a:cubicBezTo>
                <a:cubicBezTo>
                  <a:pt x="27547" y="56567"/>
                  <a:pt x="26410" y="58850"/>
                  <a:pt x="25621" y="61483"/>
                </a:cubicBezTo>
                <a:cubicBezTo>
                  <a:pt x="24831" y="64113"/>
                  <a:pt x="24374" y="66919"/>
                  <a:pt x="24247" y="69900"/>
                </a:cubicBezTo>
                <a:lnTo>
                  <a:pt x="59861" y="69900"/>
                </a:lnTo>
                <a:close/>
                <a:moveTo>
                  <a:pt x="162424" y="97593"/>
                </a:moveTo>
                <a:cubicBezTo>
                  <a:pt x="162424" y="102402"/>
                  <a:pt x="161525" y="106641"/>
                  <a:pt x="159725" y="110312"/>
                </a:cubicBezTo>
                <a:cubicBezTo>
                  <a:pt x="157925" y="113980"/>
                  <a:pt x="155384" y="117048"/>
                  <a:pt x="152100" y="119517"/>
                </a:cubicBezTo>
                <a:cubicBezTo>
                  <a:pt x="148817" y="121983"/>
                  <a:pt x="144933" y="123833"/>
                  <a:pt x="140450" y="125067"/>
                </a:cubicBezTo>
                <a:cubicBezTo>
                  <a:pt x="135967" y="126302"/>
                  <a:pt x="131105" y="126920"/>
                  <a:pt x="125864" y="126920"/>
                </a:cubicBezTo>
                <a:cubicBezTo>
                  <a:pt x="122707" y="126920"/>
                  <a:pt x="119692" y="126680"/>
                  <a:pt x="116819" y="126200"/>
                </a:cubicBezTo>
                <a:cubicBezTo>
                  <a:pt x="113945" y="125721"/>
                  <a:pt x="111372" y="125114"/>
                  <a:pt x="109099" y="124380"/>
                </a:cubicBezTo>
                <a:cubicBezTo>
                  <a:pt x="106826" y="123644"/>
                  <a:pt x="104932" y="122893"/>
                  <a:pt x="103416" y="122127"/>
                </a:cubicBezTo>
                <a:cubicBezTo>
                  <a:pt x="101901" y="121360"/>
                  <a:pt x="100796" y="120641"/>
                  <a:pt x="100101" y="119970"/>
                </a:cubicBezTo>
                <a:cubicBezTo>
                  <a:pt x="99407" y="119299"/>
                  <a:pt x="98870" y="118249"/>
                  <a:pt x="98491" y="116820"/>
                </a:cubicBezTo>
                <a:cubicBezTo>
                  <a:pt x="98112" y="115392"/>
                  <a:pt x="97923" y="113280"/>
                  <a:pt x="97923" y="110486"/>
                </a:cubicBezTo>
                <a:cubicBezTo>
                  <a:pt x="97923" y="108645"/>
                  <a:pt x="97986" y="107169"/>
                  <a:pt x="98112" y="106058"/>
                </a:cubicBezTo>
                <a:cubicBezTo>
                  <a:pt x="98238" y="104947"/>
                  <a:pt x="98428" y="104058"/>
                  <a:pt x="98680" y="103391"/>
                </a:cubicBezTo>
                <a:cubicBezTo>
                  <a:pt x="98933" y="102725"/>
                  <a:pt x="99249" y="102281"/>
                  <a:pt x="99628" y="102060"/>
                </a:cubicBezTo>
                <a:cubicBezTo>
                  <a:pt x="100006" y="101837"/>
                  <a:pt x="100480" y="101725"/>
                  <a:pt x="101048" y="101725"/>
                </a:cubicBezTo>
                <a:cubicBezTo>
                  <a:pt x="101743" y="101725"/>
                  <a:pt x="102769" y="102125"/>
                  <a:pt x="104127" y="102924"/>
                </a:cubicBezTo>
                <a:cubicBezTo>
                  <a:pt x="105484" y="103723"/>
                  <a:pt x="107173" y="104602"/>
                  <a:pt x="109194" y="105561"/>
                </a:cubicBezTo>
                <a:cubicBezTo>
                  <a:pt x="111215" y="106520"/>
                  <a:pt x="113567" y="107415"/>
                  <a:pt x="116250" y="108246"/>
                </a:cubicBezTo>
                <a:cubicBezTo>
                  <a:pt x="118934" y="109076"/>
                  <a:pt x="121981" y="109492"/>
                  <a:pt x="125390" y="109492"/>
                </a:cubicBezTo>
                <a:cubicBezTo>
                  <a:pt x="127537" y="109492"/>
                  <a:pt x="129447" y="109272"/>
                  <a:pt x="131121" y="108832"/>
                </a:cubicBezTo>
                <a:cubicBezTo>
                  <a:pt x="132794" y="108392"/>
                  <a:pt x="134246" y="107763"/>
                  <a:pt x="135478" y="106946"/>
                </a:cubicBezTo>
                <a:cubicBezTo>
                  <a:pt x="136709" y="106127"/>
                  <a:pt x="137640" y="105089"/>
                  <a:pt x="138272" y="103832"/>
                </a:cubicBezTo>
                <a:cubicBezTo>
                  <a:pt x="138903" y="102576"/>
                  <a:pt x="139219" y="101129"/>
                  <a:pt x="139219" y="99493"/>
                </a:cubicBezTo>
                <a:cubicBezTo>
                  <a:pt x="139219" y="97595"/>
                  <a:pt x="138635" y="95966"/>
                  <a:pt x="137467" y="94607"/>
                </a:cubicBezTo>
                <a:cubicBezTo>
                  <a:pt x="136298" y="93245"/>
                  <a:pt x="134751" y="92058"/>
                  <a:pt x="132826" y="91046"/>
                </a:cubicBezTo>
                <a:cubicBezTo>
                  <a:pt x="130900" y="90034"/>
                  <a:pt x="128721" y="89084"/>
                  <a:pt x="126290" y="88198"/>
                </a:cubicBezTo>
                <a:cubicBezTo>
                  <a:pt x="123859" y="87312"/>
                  <a:pt x="121365" y="86332"/>
                  <a:pt x="118808" y="85256"/>
                </a:cubicBezTo>
                <a:cubicBezTo>
                  <a:pt x="116250" y="84181"/>
                  <a:pt x="113756" y="82948"/>
                  <a:pt x="111325" y="81556"/>
                </a:cubicBezTo>
                <a:cubicBezTo>
                  <a:pt x="108894" y="80163"/>
                  <a:pt x="106715" y="78455"/>
                  <a:pt x="104790" y="76430"/>
                </a:cubicBezTo>
                <a:cubicBezTo>
                  <a:pt x="102864" y="74405"/>
                  <a:pt x="101317" y="71970"/>
                  <a:pt x="100149" y="69125"/>
                </a:cubicBezTo>
                <a:cubicBezTo>
                  <a:pt x="98980" y="66278"/>
                  <a:pt x="98396" y="62861"/>
                  <a:pt x="98396" y="58875"/>
                </a:cubicBezTo>
                <a:cubicBezTo>
                  <a:pt x="98396" y="54824"/>
                  <a:pt x="99186" y="51106"/>
                  <a:pt x="100764" y="47722"/>
                </a:cubicBezTo>
                <a:cubicBezTo>
                  <a:pt x="102343" y="44338"/>
                  <a:pt x="104616" y="41444"/>
                  <a:pt x="107584" y="39041"/>
                </a:cubicBezTo>
                <a:cubicBezTo>
                  <a:pt x="110551" y="36635"/>
                  <a:pt x="114166" y="34769"/>
                  <a:pt x="118429" y="33441"/>
                </a:cubicBezTo>
                <a:cubicBezTo>
                  <a:pt x="122691" y="32111"/>
                  <a:pt x="127474" y="31446"/>
                  <a:pt x="132778" y="31446"/>
                </a:cubicBezTo>
                <a:cubicBezTo>
                  <a:pt x="135430" y="31446"/>
                  <a:pt x="138003" y="31635"/>
                  <a:pt x="140498" y="32014"/>
                </a:cubicBezTo>
                <a:cubicBezTo>
                  <a:pt x="142992" y="32393"/>
                  <a:pt x="145249" y="32866"/>
                  <a:pt x="147270" y="33435"/>
                </a:cubicBezTo>
                <a:cubicBezTo>
                  <a:pt x="149290" y="34003"/>
                  <a:pt x="150995" y="34619"/>
                  <a:pt x="152384" y="35282"/>
                </a:cubicBezTo>
                <a:cubicBezTo>
                  <a:pt x="153774" y="35945"/>
                  <a:pt x="154768" y="36513"/>
                  <a:pt x="155368" y="36987"/>
                </a:cubicBezTo>
                <a:cubicBezTo>
                  <a:pt x="155968" y="37460"/>
                  <a:pt x="156394" y="37934"/>
                  <a:pt x="156647" y="38407"/>
                </a:cubicBezTo>
                <a:cubicBezTo>
                  <a:pt x="156899" y="38881"/>
                  <a:pt x="157089" y="39449"/>
                  <a:pt x="157215" y="40112"/>
                </a:cubicBezTo>
                <a:cubicBezTo>
                  <a:pt x="157341" y="40775"/>
                  <a:pt x="157452" y="41596"/>
                  <a:pt x="157546" y="42575"/>
                </a:cubicBezTo>
                <a:cubicBezTo>
                  <a:pt x="157641" y="43554"/>
                  <a:pt x="157689" y="44769"/>
                  <a:pt x="157689" y="46221"/>
                </a:cubicBezTo>
                <a:cubicBezTo>
                  <a:pt x="157689" y="47926"/>
                  <a:pt x="157641" y="49316"/>
                  <a:pt x="157546" y="50389"/>
                </a:cubicBezTo>
                <a:cubicBezTo>
                  <a:pt x="157452" y="51462"/>
                  <a:pt x="157294" y="52315"/>
                  <a:pt x="157073" y="52946"/>
                </a:cubicBezTo>
                <a:cubicBezTo>
                  <a:pt x="156852" y="53578"/>
                  <a:pt x="156552" y="54004"/>
                  <a:pt x="156173" y="54225"/>
                </a:cubicBezTo>
                <a:cubicBezTo>
                  <a:pt x="155794" y="54446"/>
                  <a:pt x="155352" y="54556"/>
                  <a:pt x="154847" y="54556"/>
                </a:cubicBezTo>
                <a:cubicBezTo>
                  <a:pt x="154279" y="54556"/>
                  <a:pt x="153395" y="54225"/>
                  <a:pt x="152195" y="53562"/>
                </a:cubicBezTo>
                <a:cubicBezTo>
                  <a:pt x="150995" y="52899"/>
                  <a:pt x="149496" y="52189"/>
                  <a:pt x="147696" y="51431"/>
                </a:cubicBezTo>
                <a:cubicBezTo>
                  <a:pt x="145896" y="50673"/>
                  <a:pt x="143813" y="49963"/>
                  <a:pt x="141445" y="49300"/>
                </a:cubicBezTo>
                <a:cubicBezTo>
                  <a:pt x="139077" y="48637"/>
                  <a:pt x="136377" y="48305"/>
                  <a:pt x="133346" y="48305"/>
                </a:cubicBezTo>
                <a:cubicBezTo>
                  <a:pt x="131200" y="48305"/>
                  <a:pt x="129337" y="48528"/>
                  <a:pt x="127758" y="48974"/>
                </a:cubicBezTo>
                <a:cubicBezTo>
                  <a:pt x="126180" y="49418"/>
                  <a:pt x="124885" y="50053"/>
                  <a:pt x="123875" y="50877"/>
                </a:cubicBezTo>
                <a:cubicBezTo>
                  <a:pt x="122865" y="51702"/>
                  <a:pt x="122107" y="52670"/>
                  <a:pt x="121602" y="53781"/>
                </a:cubicBezTo>
                <a:cubicBezTo>
                  <a:pt x="121097" y="54892"/>
                  <a:pt x="120844" y="56083"/>
                  <a:pt x="120844" y="57354"/>
                </a:cubicBezTo>
                <a:cubicBezTo>
                  <a:pt x="120844" y="59315"/>
                  <a:pt x="121444" y="60961"/>
                  <a:pt x="122644" y="62291"/>
                </a:cubicBezTo>
                <a:cubicBezTo>
                  <a:pt x="123843" y="63619"/>
                  <a:pt x="125422" y="64789"/>
                  <a:pt x="127379" y="65801"/>
                </a:cubicBezTo>
                <a:cubicBezTo>
                  <a:pt x="129337" y="66813"/>
                  <a:pt x="131563" y="67762"/>
                  <a:pt x="134057" y="68648"/>
                </a:cubicBezTo>
                <a:cubicBezTo>
                  <a:pt x="136551" y="69534"/>
                  <a:pt x="139077" y="70499"/>
                  <a:pt x="141634" y="71543"/>
                </a:cubicBezTo>
                <a:cubicBezTo>
                  <a:pt x="144191" y="72587"/>
                  <a:pt x="146717" y="73805"/>
                  <a:pt x="149211" y="75196"/>
                </a:cubicBezTo>
                <a:cubicBezTo>
                  <a:pt x="151706" y="76587"/>
                  <a:pt x="153931" y="78296"/>
                  <a:pt x="155889" y="80322"/>
                </a:cubicBezTo>
                <a:cubicBezTo>
                  <a:pt x="157846" y="82347"/>
                  <a:pt x="159425" y="84767"/>
                  <a:pt x="160625" y="87583"/>
                </a:cubicBezTo>
                <a:cubicBezTo>
                  <a:pt x="161824" y="90397"/>
                  <a:pt x="162424" y="93733"/>
                  <a:pt x="162424" y="97593"/>
                </a:cubicBezTo>
                <a:close/>
                <a:moveTo>
                  <a:pt x="228663" y="113026"/>
                </a:moveTo>
                <a:cubicBezTo>
                  <a:pt x="228663" y="115818"/>
                  <a:pt x="228489" y="117960"/>
                  <a:pt x="228142" y="119452"/>
                </a:cubicBezTo>
                <a:cubicBezTo>
                  <a:pt x="227795" y="120942"/>
                  <a:pt x="227337" y="121988"/>
                  <a:pt x="226769" y="122592"/>
                </a:cubicBezTo>
                <a:cubicBezTo>
                  <a:pt x="226200" y="123194"/>
                  <a:pt x="225364" y="123733"/>
                  <a:pt x="224259" y="124208"/>
                </a:cubicBezTo>
                <a:cubicBezTo>
                  <a:pt x="223154" y="124684"/>
                  <a:pt x="221859" y="125096"/>
                  <a:pt x="220375" y="125446"/>
                </a:cubicBezTo>
                <a:cubicBezTo>
                  <a:pt x="218891" y="125795"/>
                  <a:pt x="217281" y="126064"/>
                  <a:pt x="215545" y="126254"/>
                </a:cubicBezTo>
                <a:cubicBezTo>
                  <a:pt x="213808" y="126445"/>
                  <a:pt x="212056" y="126541"/>
                  <a:pt x="210288" y="126541"/>
                </a:cubicBezTo>
                <a:cubicBezTo>
                  <a:pt x="205552" y="126541"/>
                  <a:pt x="201448" y="125941"/>
                  <a:pt x="197975" y="124741"/>
                </a:cubicBezTo>
                <a:cubicBezTo>
                  <a:pt x="194502" y="123541"/>
                  <a:pt x="191629" y="121694"/>
                  <a:pt x="189356" y="119200"/>
                </a:cubicBezTo>
                <a:cubicBezTo>
                  <a:pt x="187083" y="116706"/>
                  <a:pt x="185409" y="113565"/>
                  <a:pt x="184336" y="109776"/>
                </a:cubicBezTo>
                <a:cubicBezTo>
                  <a:pt x="183262" y="105987"/>
                  <a:pt x="182726" y="101504"/>
                  <a:pt x="182726" y="96326"/>
                </a:cubicBezTo>
                <a:lnTo>
                  <a:pt x="182726" y="53041"/>
                </a:lnTo>
                <a:lnTo>
                  <a:pt x="172591" y="53041"/>
                </a:lnTo>
                <a:cubicBezTo>
                  <a:pt x="171391" y="53041"/>
                  <a:pt x="170476" y="52299"/>
                  <a:pt x="169844" y="50815"/>
                </a:cubicBezTo>
                <a:cubicBezTo>
                  <a:pt x="169213" y="49331"/>
                  <a:pt x="168897" y="46853"/>
                  <a:pt x="168897" y="43380"/>
                </a:cubicBezTo>
                <a:cubicBezTo>
                  <a:pt x="168897" y="41549"/>
                  <a:pt x="168976" y="40002"/>
                  <a:pt x="169134" y="38739"/>
                </a:cubicBezTo>
                <a:cubicBezTo>
                  <a:pt x="169292" y="37476"/>
                  <a:pt x="169529" y="36481"/>
                  <a:pt x="169844" y="35755"/>
                </a:cubicBezTo>
                <a:cubicBezTo>
                  <a:pt x="170160" y="35029"/>
                  <a:pt x="170555" y="34508"/>
                  <a:pt x="171028" y="34192"/>
                </a:cubicBezTo>
                <a:cubicBezTo>
                  <a:pt x="171502" y="33877"/>
                  <a:pt x="172054" y="33719"/>
                  <a:pt x="172686" y="33719"/>
                </a:cubicBezTo>
                <a:lnTo>
                  <a:pt x="182726" y="33719"/>
                </a:lnTo>
                <a:lnTo>
                  <a:pt x="182726" y="14793"/>
                </a:lnTo>
                <a:cubicBezTo>
                  <a:pt x="182726" y="14158"/>
                  <a:pt x="182899" y="13587"/>
                  <a:pt x="183247" y="13080"/>
                </a:cubicBezTo>
                <a:cubicBezTo>
                  <a:pt x="183594" y="12573"/>
                  <a:pt x="184225" y="12145"/>
                  <a:pt x="185141" y="11798"/>
                </a:cubicBezTo>
                <a:cubicBezTo>
                  <a:pt x="186057" y="11449"/>
                  <a:pt x="187288" y="11195"/>
                  <a:pt x="188835" y="11037"/>
                </a:cubicBezTo>
                <a:cubicBezTo>
                  <a:pt x="190382" y="10878"/>
                  <a:pt x="192292" y="10798"/>
                  <a:pt x="194565" y="10798"/>
                </a:cubicBezTo>
                <a:cubicBezTo>
                  <a:pt x="196902" y="10798"/>
                  <a:pt x="198843" y="10878"/>
                  <a:pt x="200390" y="11037"/>
                </a:cubicBezTo>
                <a:cubicBezTo>
                  <a:pt x="201937" y="11195"/>
                  <a:pt x="203153" y="11449"/>
                  <a:pt x="204037" y="11798"/>
                </a:cubicBezTo>
                <a:cubicBezTo>
                  <a:pt x="204921" y="12145"/>
                  <a:pt x="205552" y="12573"/>
                  <a:pt x="205931" y="13080"/>
                </a:cubicBezTo>
                <a:cubicBezTo>
                  <a:pt x="206310" y="13587"/>
                  <a:pt x="206499" y="14158"/>
                  <a:pt x="206499" y="14793"/>
                </a:cubicBezTo>
                <a:lnTo>
                  <a:pt x="206499" y="33719"/>
                </a:lnTo>
                <a:lnTo>
                  <a:pt x="224874" y="33719"/>
                </a:lnTo>
                <a:cubicBezTo>
                  <a:pt x="225506" y="33719"/>
                  <a:pt x="226058" y="33877"/>
                  <a:pt x="226532" y="34192"/>
                </a:cubicBezTo>
                <a:cubicBezTo>
                  <a:pt x="227006" y="34508"/>
                  <a:pt x="227400" y="35029"/>
                  <a:pt x="227716" y="35755"/>
                </a:cubicBezTo>
                <a:cubicBezTo>
                  <a:pt x="228032" y="36481"/>
                  <a:pt x="228268" y="37476"/>
                  <a:pt x="228426" y="38739"/>
                </a:cubicBezTo>
                <a:cubicBezTo>
                  <a:pt x="228584" y="40002"/>
                  <a:pt x="228663" y="41549"/>
                  <a:pt x="228663" y="43380"/>
                </a:cubicBezTo>
                <a:cubicBezTo>
                  <a:pt x="228663" y="46853"/>
                  <a:pt x="228347" y="49331"/>
                  <a:pt x="227716" y="50815"/>
                </a:cubicBezTo>
                <a:cubicBezTo>
                  <a:pt x="227084" y="52299"/>
                  <a:pt x="226169" y="53041"/>
                  <a:pt x="224969" y="53041"/>
                </a:cubicBezTo>
                <a:lnTo>
                  <a:pt x="206499" y="53041"/>
                </a:lnTo>
                <a:lnTo>
                  <a:pt x="206499" y="92656"/>
                </a:lnTo>
                <a:cubicBezTo>
                  <a:pt x="206499" y="97258"/>
                  <a:pt x="207226" y="100709"/>
                  <a:pt x="208678" y="103010"/>
                </a:cubicBezTo>
                <a:cubicBezTo>
                  <a:pt x="210130" y="105310"/>
                  <a:pt x="212719" y="106461"/>
                  <a:pt x="216445" y="106461"/>
                </a:cubicBezTo>
                <a:cubicBezTo>
                  <a:pt x="217708" y="106461"/>
                  <a:pt x="218844" y="106350"/>
                  <a:pt x="219854" y="106129"/>
                </a:cubicBezTo>
                <a:cubicBezTo>
                  <a:pt x="220865" y="105908"/>
                  <a:pt x="221765" y="105656"/>
                  <a:pt x="222554" y="105372"/>
                </a:cubicBezTo>
                <a:cubicBezTo>
                  <a:pt x="223343" y="105087"/>
                  <a:pt x="224006" y="104835"/>
                  <a:pt x="224543" y="104614"/>
                </a:cubicBezTo>
                <a:cubicBezTo>
                  <a:pt x="225080" y="104393"/>
                  <a:pt x="225569" y="104282"/>
                  <a:pt x="226011" y="104282"/>
                </a:cubicBezTo>
                <a:cubicBezTo>
                  <a:pt x="226390" y="104282"/>
                  <a:pt x="226753" y="104393"/>
                  <a:pt x="227100" y="104614"/>
                </a:cubicBezTo>
                <a:cubicBezTo>
                  <a:pt x="227448" y="104835"/>
                  <a:pt x="227716" y="105278"/>
                  <a:pt x="227905" y="105943"/>
                </a:cubicBezTo>
                <a:cubicBezTo>
                  <a:pt x="228095" y="106606"/>
                  <a:pt x="228268" y="107509"/>
                  <a:pt x="228426" y="108651"/>
                </a:cubicBezTo>
                <a:cubicBezTo>
                  <a:pt x="228584" y="109792"/>
                  <a:pt x="228663" y="111250"/>
                  <a:pt x="228663" y="113026"/>
                </a:cubicBezTo>
                <a:close/>
                <a:moveTo>
                  <a:pt x="376110" y="105987"/>
                </a:moveTo>
                <a:cubicBezTo>
                  <a:pt x="376110" y="107566"/>
                  <a:pt x="376063" y="108908"/>
                  <a:pt x="375968" y="110013"/>
                </a:cubicBezTo>
                <a:cubicBezTo>
                  <a:pt x="375873" y="111118"/>
                  <a:pt x="375731" y="112065"/>
                  <a:pt x="375542" y="112854"/>
                </a:cubicBezTo>
                <a:cubicBezTo>
                  <a:pt x="375352" y="113644"/>
                  <a:pt x="375100" y="114322"/>
                  <a:pt x="374784" y="114891"/>
                </a:cubicBezTo>
                <a:cubicBezTo>
                  <a:pt x="374468" y="115459"/>
                  <a:pt x="373963" y="116113"/>
                  <a:pt x="373268" y="116853"/>
                </a:cubicBezTo>
                <a:cubicBezTo>
                  <a:pt x="372574" y="117591"/>
                  <a:pt x="371232" y="118538"/>
                  <a:pt x="369243" y="119694"/>
                </a:cubicBezTo>
                <a:cubicBezTo>
                  <a:pt x="367254" y="120851"/>
                  <a:pt x="364823" y="121960"/>
                  <a:pt x="361950" y="123021"/>
                </a:cubicBezTo>
                <a:cubicBezTo>
                  <a:pt x="359077" y="124081"/>
                  <a:pt x="355793" y="124964"/>
                  <a:pt x="352099" y="125670"/>
                </a:cubicBezTo>
                <a:cubicBezTo>
                  <a:pt x="348405" y="126377"/>
                  <a:pt x="344412" y="126730"/>
                  <a:pt x="340118" y="126730"/>
                </a:cubicBezTo>
                <a:cubicBezTo>
                  <a:pt x="331720" y="126730"/>
                  <a:pt x="324142" y="125434"/>
                  <a:pt x="317386" y="122841"/>
                </a:cubicBezTo>
                <a:cubicBezTo>
                  <a:pt x="310630" y="120248"/>
                  <a:pt x="304883" y="116374"/>
                  <a:pt x="300148" y="111220"/>
                </a:cubicBezTo>
                <a:cubicBezTo>
                  <a:pt x="295412" y="106066"/>
                  <a:pt x="291781" y="99632"/>
                  <a:pt x="289255" y="91919"/>
                </a:cubicBezTo>
                <a:cubicBezTo>
                  <a:pt x="286730" y="84204"/>
                  <a:pt x="285467" y="75223"/>
                  <a:pt x="285467" y="64978"/>
                </a:cubicBezTo>
                <a:cubicBezTo>
                  <a:pt x="285467" y="54544"/>
                  <a:pt x="286856" y="45279"/>
                  <a:pt x="289634" y="37185"/>
                </a:cubicBezTo>
                <a:cubicBezTo>
                  <a:pt x="292412" y="29091"/>
                  <a:pt x="296296" y="22293"/>
                  <a:pt x="301284" y="16791"/>
                </a:cubicBezTo>
                <a:cubicBezTo>
                  <a:pt x="306273" y="11288"/>
                  <a:pt x="312255" y="7114"/>
                  <a:pt x="319233" y="4268"/>
                </a:cubicBezTo>
                <a:cubicBezTo>
                  <a:pt x="326210" y="1423"/>
                  <a:pt x="333898" y="0"/>
                  <a:pt x="342296" y="0"/>
                </a:cubicBezTo>
                <a:cubicBezTo>
                  <a:pt x="345706" y="0"/>
                  <a:pt x="348990" y="289"/>
                  <a:pt x="352147" y="867"/>
                </a:cubicBezTo>
                <a:cubicBezTo>
                  <a:pt x="355304" y="1445"/>
                  <a:pt x="358224" y="2201"/>
                  <a:pt x="360908" y="3135"/>
                </a:cubicBezTo>
                <a:cubicBezTo>
                  <a:pt x="363592" y="4066"/>
                  <a:pt x="366007" y="5142"/>
                  <a:pt x="368154" y="6364"/>
                </a:cubicBezTo>
                <a:cubicBezTo>
                  <a:pt x="370301" y="7585"/>
                  <a:pt x="371800" y="8630"/>
                  <a:pt x="372653" y="9498"/>
                </a:cubicBezTo>
                <a:cubicBezTo>
                  <a:pt x="373505" y="10365"/>
                  <a:pt x="374089" y="11082"/>
                  <a:pt x="374405" y="11650"/>
                </a:cubicBezTo>
                <a:cubicBezTo>
                  <a:pt x="374721" y="12218"/>
                  <a:pt x="374973" y="12945"/>
                  <a:pt x="375163" y="13829"/>
                </a:cubicBezTo>
                <a:cubicBezTo>
                  <a:pt x="375352" y="14713"/>
                  <a:pt x="375494" y="15754"/>
                  <a:pt x="375589" y="16954"/>
                </a:cubicBezTo>
                <a:cubicBezTo>
                  <a:pt x="375684" y="18154"/>
                  <a:pt x="375731" y="19638"/>
                  <a:pt x="375731" y="21406"/>
                </a:cubicBezTo>
                <a:cubicBezTo>
                  <a:pt x="375731" y="23300"/>
                  <a:pt x="375668" y="24910"/>
                  <a:pt x="375542" y="26236"/>
                </a:cubicBezTo>
                <a:cubicBezTo>
                  <a:pt x="375415" y="27562"/>
                  <a:pt x="375194" y="28636"/>
                  <a:pt x="374879" y="29457"/>
                </a:cubicBezTo>
                <a:cubicBezTo>
                  <a:pt x="374563" y="30278"/>
                  <a:pt x="374184" y="30877"/>
                  <a:pt x="373742" y="31256"/>
                </a:cubicBezTo>
                <a:cubicBezTo>
                  <a:pt x="373300" y="31635"/>
                  <a:pt x="372795" y="31825"/>
                  <a:pt x="372227" y="31825"/>
                </a:cubicBezTo>
                <a:cubicBezTo>
                  <a:pt x="371279" y="31825"/>
                  <a:pt x="370080" y="31267"/>
                  <a:pt x="368627" y="30152"/>
                </a:cubicBezTo>
                <a:cubicBezTo>
                  <a:pt x="367175" y="29037"/>
                  <a:pt x="365296" y="27795"/>
                  <a:pt x="362992" y="26426"/>
                </a:cubicBezTo>
                <a:cubicBezTo>
                  <a:pt x="360687" y="25056"/>
                  <a:pt x="357940" y="23814"/>
                  <a:pt x="354751" y="22699"/>
                </a:cubicBezTo>
                <a:cubicBezTo>
                  <a:pt x="351563" y="21584"/>
                  <a:pt x="347758" y="21027"/>
                  <a:pt x="343338" y="21027"/>
                </a:cubicBezTo>
                <a:cubicBezTo>
                  <a:pt x="338476" y="21027"/>
                  <a:pt x="334135" y="22021"/>
                  <a:pt x="330315" y="24011"/>
                </a:cubicBezTo>
                <a:cubicBezTo>
                  <a:pt x="326494" y="26000"/>
                  <a:pt x="323243" y="28841"/>
                  <a:pt x="320559" y="32535"/>
                </a:cubicBezTo>
                <a:cubicBezTo>
                  <a:pt x="317875" y="36229"/>
                  <a:pt x="315839" y="40696"/>
                  <a:pt x="314450" y="45937"/>
                </a:cubicBezTo>
                <a:cubicBezTo>
                  <a:pt x="313061" y="51178"/>
                  <a:pt x="312366" y="57082"/>
                  <a:pt x="312366" y="63649"/>
                </a:cubicBezTo>
                <a:cubicBezTo>
                  <a:pt x="312366" y="70848"/>
                  <a:pt x="313108" y="77083"/>
                  <a:pt x="314592" y="82356"/>
                </a:cubicBezTo>
                <a:cubicBezTo>
                  <a:pt x="316076" y="87628"/>
                  <a:pt x="318191" y="91969"/>
                  <a:pt x="320938" y="95379"/>
                </a:cubicBezTo>
                <a:cubicBezTo>
                  <a:pt x="323685" y="98789"/>
                  <a:pt x="327000" y="101330"/>
                  <a:pt x="330883" y="103004"/>
                </a:cubicBezTo>
                <a:cubicBezTo>
                  <a:pt x="334766" y="104677"/>
                  <a:pt x="339139" y="105514"/>
                  <a:pt x="344001" y="105514"/>
                </a:cubicBezTo>
                <a:cubicBezTo>
                  <a:pt x="348421" y="105514"/>
                  <a:pt x="352241" y="104988"/>
                  <a:pt x="355462" y="103936"/>
                </a:cubicBezTo>
                <a:cubicBezTo>
                  <a:pt x="358682" y="102884"/>
                  <a:pt x="361445" y="101721"/>
                  <a:pt x="363749" y="100446"/>
                </a:cubicBezTo>
                <a:cubicBezTo>
                  <a:pt x="366054" y="99172"/>
                  <a:pt x="367949" y="98024"/>
                  <a:pt x="369432" y="97004"/>
                </a:cubicBezTo>
                <a:cubicBezTo>
                  <a:pt x="370916" y="95984"/>
                  <a:pt x="372069" y="95474"/>
                  <a:pt x="372890" y="95474"/>
                </a:cubicBezTo>
                <a:cubicBezTo>
                  <a:pt x="373521" y="95474"/>
                  <a:pt x="374026" y="95600"/>
                  <a:pt x="374405" y="95853"/>
                </a:cubicBezTo>
                <a:cubicBezTo>
                  <a:pt x="374784" y="96105"/>
                  <a:pt x="375100" y="96610"/>
                  <a:pt x="375352" y="97368"/>
                </a:cubicBezTo>
                <a:cubicBezTo>
                  <a:pt x="375605" y="98126"/>
                  <a:pt x="375794" y="99184"/>
                  <a:pt x="375920" y="100541"/>
                </a:cubicBezTo>
                <a:cubicBezTo>
                  <a:pt x="376047" y="101899"/>
                  <a:pt x="376110" y="103714"/>
                  <a:pt x="376110" y="105987"/>
                </a:cubicBezTo>
                <a:close/>
                <a:moveTo>
                  <a:pt x="464964" y="121707"/>
                </a:moveTo>
                <a:cubicBezTo>
                  <a:pt x="464964" y="122591"/>
                  <a:pt x="464648" y="123287"/>
                  <a:pt x="464017" y="123794"/>
                </a:cubicBezTo>
                <a:cubicBezTo>
                  <a:pt x="463385" y="124299"/>
                  <a:pt x="462391" y="124662"/>
                  <a:pt x="461033" y="124883"/>
                </a:cubicBezTo>
                <a:cubicBezTo>
                  <a:pt x="459675" y="125104"/>
                  <a:pt x="457671" y="125215"/>
                  <a:pt x="455018" y="125215"/>
                </a:cubicBezTo>
                <a:cubicBezTo>
                  <a:pt x="452177" y="125215"/>
                  <a:pt x="450109" y="125104"/>
                  <a:pt x="448815" y="124883"/>
                </a:cubicBezTo>
                <a:cubicBezTo>
                  <a:pt x="447520" y="124662"/>
                  <a:pt x="446605" y="124299"/>
                  <a:pt x="446068" y="123794"/>
                </a:cubicBezTo>
                <a:cubicBezTo>
                  <a:pt x="445531" y="123289"/>
                  <a:pt x="445263" y="122594"/>
                  <a:pt x="445263" y="121710"/>
                </a:cubicBezTo>
                <a:lnTo>
                  <a:pt x="445263" y="114985"/>
                </a:lnTo>
                <a:cubicBezTo>
                  <a:pt x="441790" y="118711"/>
                  <a:pt x="437828" y="121631"/>
                  <a:pt x="433376" y="123747"/>
                </a:cubicBezTo>
                <a:cubicBezTo>
                  <a:pt x="428924" y="125862"/>
                  <a:pt x="423983" y="126920"/>
                  <a:pt x="418553" y="126920"/>
                </a:cubicBezTo>
                <a:cubicBezTo>
                  <a:pt x="414070" y="126920"/>
                  <a:pt x="409949" y="126333"/>
                  <a:pt x="406192" y="125161"/>
                </a:cubicBezTo>
                <a:cubicBezTo>
                  <a:pt x="402435" y="123989"/>
                  <a:pt x="399183" y="122247"/>
                  <a:pt x="396437" y="119934"/>
                </a:cubicBezTo>
                <a:cubicBezTo>
                  <a:pt x="393690" y="117622"/>
                  <a:pt x="391559" y="114755"/>
                  <a:pt x="390043" y="111336"/>
                </a:cubicBezTo>
                <a:cubicBezTo>
                  <a:pt x="388528" y="107914"/>
                  <a:pt x="387770" y="103922"/>
                  <a:pt x="387770" y="99360"/>
                </a:cubicBezTo>
                <a:cubicBezTo>
                  <a:pt x="387770" y="94417"/>
                  <a:pt x="388733" y="90124"/>
                  <a:pt x="390659" y="86482"/>
                </a:cubicBezTo>
                <a:cubicBezTo>
                  <a:pt x="392585" y="82839"/>
                  <a:pt x="395458" y="79830"/>
                  <a:pt x="399278" y="77454"/>
                </a:cubicBezTo>
                <a:cubicBezTo>
                  <a:pt x="403098" y="75078"/>
                  <a:pt x="407850" y="73320"/>
                  <a:pt x="413533" y="72180"/>
                </a:cubicBezTo>
                <a:cubicBezTo>
                  <a:pt x="419216" y="71039"/>
                  <a:pt x="425814" y="70469"/>
                  <a:pt x="433329" y="70469"/>
                </a:cubicBezTo>
                <a:lnTo>
                  <a:pt x="441569" y="70469"/>
                </a:lnTo>
                <a:lnTo>
                  <a:pt x="441569" y="65378"/>
                </a:lnTo>
                <a:cubicBezTo>
                  <a:pt x="441569" y="62738"/>
                  <a:pt x="441300" y="60428"/>
                  <a:pt x="440764" y="58449"/>
                </a:cubicBezTo>
                <a:cubicBezTo>
                  <a:pt x="440227" y="56468"/>
                  <a:pt x="439343" y="54817"/>
                  <a:pt x="438112" y="53497"/>
                </a:cubicBezTo>
                <a:cubicBezTo>
                  <a:pt x="436880" y="52177"/>
                  <a:pt x="435239" y="51203"/>
                  <a:pt x="433186" y="50575"/>
                </a:cubicBezTo>
                <a:cubicBezTo>
                  <a:pt x="431134" y="49946"/>
                  <a:pt x="428593" y="49631"/>
                  <a:pt x="425562" y="49631"/>
                </a:cubicBezTo>
                <a:cubicBezTo>
                  <a:pt x="421584" y="49631"/>
                  <a:pt x="418032" y="50073"/>
                  <a:pt x="414906" y="50957"/>
                </a:cubicBezTo>
                <a:cubicBezTo>
                  <a:pt x="411781" y="51841"/>
                  <a:pt x="409018" y="52820"/>
                  <a:pt x="406619" y="53893"/>
                </a:cubicBezTo>
                <a:cubicBezTo>
                  <a:pt x="404219" y="54967"/>
                  <a:pt x="402214" y="55946"/>
                  <a:pt x="400604" y="56830"/>
                </a:cubicBezTo>
                <a:cubicBezTo>
                  <a:pt x="398994" y="57714"/>
                  <a:pt x="397684" y="58156"/>
                  <a:pt x="396673" y="58156"/>
                </a:cubicBezTo>
                <a:cubicBezTo>
                  <a:pt x="395979" y="58156"/>
                  <a:pt x="395363" y="57934"/>
                  <a:pt x="394826" y="57490"/>
                </a:cubicBezTo>
                <a:cubicBezTo>
                  <a:pt x="394290" y="57046"/>
                  <a:pt x="393848" y="56411"/>
                  <a:pt x="393500" y="55586"/>
                </a:cubicBezTo>
                <a:cubicBezTo>
                  <a:pt x="393153" y="54762"/>
                  <a:pt x="392885" y="53746"/>
                  <a:pt x="392695" y="52541"/>
                </a:cubicBezTo>
                <a:cubicBezTo>
                  <a:pt x="392506" y="51333"/>
                  <a:pt x="392411" y="50000"/>
                  <a:pt x="392411" y="48542"/>
                </a:cubicBezTo>
                <a:cubicBezTo>
                  <a:pt x="392411" y="46575"/>
                  <a:pt x="392569" y="45020"/>
                  <a:pt x="392885" y="43877"/>
                </a:cubicBezTo>
                <a:cubicBezTo>
                  <a:pt x="393200" y="42735"/>
                  <a:pt x="393800" y="41704"/>
                  <a:pt x="394684" y="40784"/>
                </a:cubicBezTo>
                <a:cubicBezTo>
                  <a:pt x="395568" y="39863"/>
                  <a:pt x="397115" y="38849"/>
                  <a:pt x="399325" y="37744"/>
                </a:cubicBezTo>
                <a:cubicBezTo>
                  <a:pt x="401535" y="36639"/>
                  <a:pt x="404124" y="35613"/>
                  <a:pt x="407092" y="34666"/>
                </a:cubicBezTo>
                <a:cubicBezTo>
                  <a:pt x="410060" y="33719"/>
                  <a:pt x="413296" y="32945"/>
                  <a:pt x="416801" y="32346"/>
                </a:cubicBezTo>
                <a:cubicBezTo>
                  <a:pt x="420305" y="31746"/>
                  <a:pt x="423920" y="31446"/>
                  <a:pt x="427646" y="31446"/>
                </a:cubicBezTo>
                <a:cubicBezTo>
                  <a:pt x="434276" y="31446"/>
                  <a:pt x="439943" y="32094"/>
                  <a:pt x="444647" y="33390"/>
                </a:cubicBezTo>
                <a:cubicBezTo>
                  <a:pt x="449351" y="34685"/>
                  <a:pt x="453219" y="36676"/>
                  <a:pt x="456250" y="39363"/>
                </a:cubicBezTo>
                <a:cubicBezTo>
                  <a:pt x="459281" y="42049"/>
                  <a:pt x="461491" y="45509"/>
                  <a:pt x="462880" y="49744"/>
                </a:cubicBezTo>
                <a:cubicBezTo>
                  <a:pt x="464269" y="53978"/>
                  <a:pt x="464964" y="59003"/>
                  <a:pt x="464964" y="64818"/>
                </a:cubicBezTo>
                <a:lnTo>
                  <a:pt x="464964" y="121707"/>
                </a:lnTo>
                <a:moveTo>
                  <a:pt x="441569" y="85434"/>
                </a:moveTo>
                <a:lnTo>
                  <a:pt x="432476" y="85434"/>
                </a:lnTo>
                <a:cubicBezTo>
                  <a:pt x="428624" y="85434"/>
                  <a:pt x="425341" y="85720"/>
                  <a:pt x="422626" y="86292"/>
                </a:cubicBezTo>
                <a:cubicBezTo>
                  <a:pt x="419910" y="86865"/>
                  <a:pt x="417700" y="87724"/>
                  <a:pt x="415995" y="88870"/>
                </a:cubicBezTo>
                <a:cubicBezTo>
                  <a:pt x="414291" y="90015"/>
                  <a:pt x="413043" y="91399"/>
                  <a:pt x="412254" y="93023"/>
                </a:cubicBezTo>
                <a:cubicBezTo>
                  <a:pt x="411465" y="94645"/>
                  <a:pt x="411070" y="96506"/>
                  <a:pt x="411070" y="98605"/>
                </a:cubicBezTo>
                <a:cubicBezTo>
                  <a:pt x="411070" y="102169"/>
                  <a:pt x="412191" y="104969"/>
                  <a:pt x="414433" y="107005"/>
                </a:cubicBezTo>
                <a:cubicBezTo>
                  <a:pt x="416674" y="109042"/>
                  <a:pt x="419784" y="110060"/>
                  <a:pt x="423762" y="110060"/>
                </a:cubicBezTo>
                <a:cubicBezTo>
                  <a:pt x="427109" y="110060"/>
                  <a:pt x="430187" y="109202"/>
                  <a:pt x="432997" y="107485"/>
                </a:cubicBezTo>
                <a:cubicBezTo>
                  <a:pt x="435807" y="105766"/>
                  <a:pt x="438664" y="103252"/>
                  <a:pt x="441569" y="99943"/>
                </a:cubicBezTo>
                <a:lnTo>
                  <a:pt x="441569" y="85434"/>
                </a:lnTo>
                <a:close/>
                <a:moveTo>
                  <a:pt x="548539" y="97593"/>
                </a:moveTo>
                <a:cubicBezTo>
                  <a:pt x="548539" y="102402"/>
                  <a:pt x="547639" y="106641"/>
                  <a:pt x="545840" y="110312"/>
                </a:cubicBezTo>
                <a:cubicBezTo>
                  <a:pt x="544040" y="113980"/>
                  <a:pt x="541499" y="117048"/>
                  <a:pt x="538215" y="119517"/>
                </a:cubicBezTo>
                <a:cubicBezTo>
                  <a:pt x="534932" y="121983"/>
                  <a:pt x="531048" y="123833"/>
                  <a:pt x="526565" y="125067"/>
                </a:cubicBezTo>
                <a:cubicBezTo>
                  <a:pt x="522082" y="126302"/>
                  <a:pt x="517220" y="126920"/>
                  <a:pt x="511979" y="126920"/>
                </a:cubicBezTo>
                <a:cubicBezTo>
                  <a:pt x="508822" y="126920"/>
                  <a:pt x="505806" y="126680"/>
                  <a:pt x="502933" y="126200"/>
                </a:cubicBezTo>
                <a:cubicBezTo>
                  <a:pt x="500060" y="125721"/>
                  <a:pt x="497487" y="125114"/>
                  <a:pt x="495214" y="124380"/>
                </a:cubicBezTo>
                <a:cubicBezTo>
                  <a:pt x="492941" y="123644"/>
                  <a:pt x="491046" y="122893"/>
                  <a:pt x="489531" y="122127"/>
                </a:cubicBezTo>
                <a:cubicBezTo>
                  <a:pt x="488016" y="121360"/>
                  <a:pt x="486911" y="120641"/>
                  <a:pt x="486216" y="119970"/>
                </a:cubicBezTo>
                <a:cubicBezTo>
                  <a:pt x="485521" y="119299"/>
                  <a:pt x="484985" y="118249"/>
                  <a:pt x="484606" y="116820"/>
                </a:cubicBezTo>
                <a:cubicBezTo>
                  <a:pt x="484227" y="115392"/>
                  <a:pt x="484038" y="113280"/>
                  <a:pt x="484038" y="110486"/>
                </a:cubicBezTo>
                <a:cubicBezTo>
                  <a:pt x="484038" y="108645"/>
                  <a:pt x="484101" y="107169"/>
                  <a:pt x="484227" y="106058"/>
                </a:cubicBezTo>
                <a:cubicBezTo>
                  <a:pt x="484353" y="104947"/>
                  <a:pt x="484543" y="104058"/>
                  <a:pt x="484795" y="103391"/>
                </a:cubicBezTo>
                <a:cubicBezTo>
                  <a:pt x="485048" y="102725"/>
                  <a:pt x="485364" y="102281"/>
                  <a:pt x="485742" y="102060"/>
                </a:cubicBezTo>
                <a:cubicBezTo>
                  <a:pt x="486121" y="101837"/>
                  <a:pt x="486595" y="101725"/>
                  <a:pt x="487163" y="101725"/>
                </a:cubicBezTo>
                <a:cubicBezTo>
                  <a:pt x="487858" y="101725"/>
                  <a:pt x="488884" y="102125"/>
                  <a:pt x="490241" y="102924"/>
                </a:cubicBezTo>
                <a:cubicBezTo>
                  <a:pt x="491599" y="103723"/>
                  <a:pt x="493288" y="104602"/>
                  <a:pt x="495309" y="105561"/>
                </a:cubicBezTo>
                <a:cubicBezTo>
                  <a:pt x="497329" y="106520"/>
                  <a:pt x="499681" y="107415"/>
                  <a:pt x="502365" y="108246"/>
                </a:cubicBezTo>
                <a:cubicBezTo>
                  <a:pt x="505049" y="109076"/>
                  <a:pt x="508095" y="109492"/>
                  <a:pt x="511505" y="109492"/>
                </a:cubicBezTo>
                <a:cubicBezTo>
                  <a:pt x="513652" y="109492"/>
                  <a:pt x="515562" y="109272"/>
                  <a:pt x="517235" y="108832"/>
                </a:cubicBezTo>
                <a:cubicBezTo>
                  <a:pt x="518909" y="108392"/>
                  <a:pt x="520361" y="107763"/>
                  <a:pt x="521592" y="106946"/>
                </a:cubicBezTo>
                <a:cubicBezTo>
                  <a:pt x="522824" y="106127"/>
                  <a:pt x="523755" y="105089"/>
                  <a:pt x="524387" y="103832"/>
                </a:cubicBezTo>
                <a:cubicBezTo>
                  <a:pt x="525018" y="102576"/>
                  <a:pt x="525334" y="101129"/>
                  <a:pt x="525334" y="99493"/>
                </a:cubicBezTo>
                <a:cubicBezTo>
                  <a:pt x="525334" y="97595"/>
                  <a:pt x="524750" y="95966"/>
                  <a:pt x="523581" y="94607"/>
                </a:cubicBezTo>
                <a:cubicBezTo>
                  <a:pt x="522413" y="93245"/>
                  <a:pt x="520866" y="92058"/>
                  <a:pt x="518940" y="91046"/>
                </a:cubicBezTo>
                <a:cubicBezTo>
                  <a:pt x="517014" y="90034"/>
                  <a:pt x="514836" y="89084"/>
                  <a:pt x="512405" y="88198"/>
                </a:cubicBezTo>
                <a:cubicBezTo>
                  <a:pt x="509974" y="87312"/>
                  <a:pt x="507480" y="86332"/>
                  <a:pt x="504922" y="85256"/>
                </a:cubicBezTo>
                <a:cubicBezTo>
                  <a:pt x="502365" y="84181"/>
                  <a:pt x="499871" y="82948"/>
                  <a:pt x="497440" y="81556"/>
                </a:cubicBezTo>
                <a:cubicBezTo>
                  <a:pt x="495009" y="80163"/>
                  <a:pt x="492830" y="78455"/>
                  <a:pt x="490904" y="76430"/>
                </a:cubicBezTo>
                <a:cubicBezTo>
                  <a:pt x="488979" y="74405"/>
                  <a:pt x="487432" y="71970"/>
                  <a:pt x="486263" y="69125"/>
                </a:cubicBezTo>
                <a:cubicBezTo>
                  <a:pt x="485095" y="66278"/>
                  <a:pt x="484511" y="62861"/>
                  <a:pt x="484511" y="58875"/>
                </a:cubicBezTo>
                <a:cubicBezTo>
                  <a:pt x="484511" y="54824"/>
                  <a:pt x="485300" y="51106"/>
                  <a:pt x="486879" y="47722"/>
                </a:cubicBezTo>
                <a:cubicBezTo>
                  <a:pt x="488458" y="44338"/>
                  <a:pt x="490731" y="41444"/>
                  <a:pt x="493699" y="39041"/>
                </a:cubicBezTo>
                <a:cubicBezTo>
                  <a:pt x="496666" y="36635"/>
                  <a:pt x="500281" y="34769"/>
                  <a:pt x="504544" y="33441"/>
                </a:cubicBezTo>
                <a:cubicBezTo>
                  <a:pt x="508806" y="32111"/>
                  <a:pt x="513589" y="31446"/>
                  <a:pt x="518893" y="31446"/>
                </a:cubicBezTo>
                <a:cubicBezTo>
                  <a:pt x="521545" y="31446"/>
                  <a:pt x="524118" y="31635"/>
                  <a:pt x="526612" y="32014"/>
                </a:cubicBezTo>
                <a:cubicBezTo>
                  <a:pt x="529107" y="32393"/>
                  <a:pt x="531364" y="32866"/>
                  <a:pt x="533385" y="33435"/>
                </a:cubicBezTo>
                <a:cubicBezTo>
                  <a:pt x="535405" y="34003"/>
                  <a:pt x="537110" y="34619"/>
                  <a:pt x="538499" y="35282"/>
                </a:cubicBezTo>
                <a:cubicBezTo>
                  <a:pt x="539888" y="35945"/>
                  <a:pt x="540883" y="36513"/>
                  <a:pt x="541483" y="36987"/>
                </a:cubicBezTo>
                <a:cubicBezTo>
                  <a:pt x="542083" y="37460"/>
                  <a:pt x="542509" y="37934"/>
                  <a:pt x="542761" y="38407"/>
                </a:cubicBezTo>
                <a:cubicBezTo>
                  <a:pt x="543014" y="38881"/>
                  <a:pt x="543203" y="39449"/>
                  <a:pt x="543330" y="40112"/>
                </a:cubicBezTo>
                <a:cubicBezTo>
                  <a:pt x="543456" y="40775"/>
                  <a:pt x="543567" y="41596"/>
                  <a:pt x="543661" y="42575"/>
                </a:cubicBezTo>
                <a:cubicBezTo>
                  <a:pt x="543756" y="43554"/>
                  <a:pt x="543803" y="44769"/>
                  <a:pt x="543803" y="46221"/>
                </a:cubicBezTo>
                <a:cubicBezTo>
                  <a:pt x="543803" y="47926"/>
                  <a:pt x="543756" y="49316"/>
                  <a:pt x="543661" y="50389"/>
                </a:cubicBezTo>
                <a:cubicBezTo>
                  <a:pt x="543567" y="51462"/>
                  <a:pt x="543409" y="52315"/>
                  <a:pt x="543188" y="52946"/>
                </a:cubicBezTo>
                <a:cubicBezTo>
                  <a:pt x="542967" y="53578"/>
                  <a:pt x="542667" y="54004"/>
                  <a:pt x="542288" y="54225"/>
                </a:cubicBezTo>
                <a:cubicBezTo>
                  <a:pt x="541909" y="54446"/>
                  <a:pt x="541467" y="54556"/>
                  <a:pt x="540962" y="54556"/>
                </a:cubicBezTo>
                <a:cubicBezTo>
                  <a:pt x="540394" y="54556"/>
                  <a:pt x="539510" y="54225"/>
                  <a:pt x="538310" y="53562"/>
                </a:cubicBezTo>
                <a:cubicBezTo>
                  <a:pt x="537110" y="52899"/>
                  <a:pt x="535610" y="52189"/>
                  <a:pt x="533811" y="51431"/>
                </a:cubicBezTo>
                <a:cubicBezTo>
                  <a:pt x="532011" y="50673"/>
                  <a:pt x="529927" y="49963"/>
                  <a:pt x="527560" y="49300"/>
                </a:cubicBezTo>
                <a:cubicBezTo>
                  <a:pt x="525192" y="48637"/>
                  <a:pt x="522492" y="48305"/>
                  <a:pt x="519461" y="48305"/>
                </a:cubicBezTo>
                <a:cubicBezTo>
                  <a:pt x="517314" y="48305"/>
                  <a:pt x="515452" y="48528"/>
                  <a:pt x="513873" y="48974"/>
                </a:cubicBezTo>
                <a:cubicBezTo>
                  <a:pt x="512294" y="49418"/>
                  <a:pt x="511000" y="50053"/>
                  <a:pt x="509990" y="50877"/>
                </a:cubicBezTo>
                <a:cubicBezTo>
                  <a:pt x="508979" y="51702"/>
                  <a:pt x="508222" y="52670"/>
                  <a:pt x="507717" y="53781"/>
                </a:cubicBezTo>
                <a:cubicBezTo>
                  <a:pt x="507211" y="54892"/>
                  <a:pt x="506959" y="56083"/>
                  <a:pt x="506959" y="57354"/>
                </a:cubicBezTo>
                <a:cubicBezTo>
                  <a:pt x="506959" y="59315"/>
                  <a:pt x="507559" y="60961"/>
                  <a:pt x="508758" y="62291"/>
                </a:cubicBezTo>
                <a:cubicBezTo>
                  <a:pt x="509958" y="63619"/>
                  <a:pt x="511537" y="64789"/>
                  <a:pt x="513494" y="65801"/>
                </a:cubicBezTo>
                <a:cubicBezTo>
                  <a:pt x="515452" y="66813"/>
                  <a:pt x="517677" y="67762"/>
                  <a:pt x="520172" y="68648"/>
                </a:cubicBezTo>
                <a:cubicBezTo>
                  <a:pt x="522666" y="69534"/>
                  <a:pt x="525192" y="70499"/>
                  <a:pt x="527749" y="71543"/>
                </a:cubicBezTo>
                <a:cubicBezTo>
                  <a:pt x="530306" y="72587"/>
                  <a:pt x="532832" y="73805"/>
                  <a:pt x="535326" y="75196"/>
                </a:cubicBezTo>
                <a:cubicBezTo>
                  <a:pt x="537820" y="76587"/>
                  <a:pt x="540046" y="78296"/>
                  <a:pt x="542004" y="80322"/>
                </a:cubicBezTo>
                <a:cubicBezTo>
                  <a:pt x="543961" y="82347"/>
                  <a:pt x="545540" y="84767"/>
                  <a:pt x="546740" y="87583"/>
                </a:cubicBezTo>
                <a:cubicBezTo>
                  <a:pt x="547939" y="90397"/>
                  <a:pt x="548539" y="93733"/>
                  <a:pt x="548539" y="97593"/>
                </a:cubicBezTo>
                <a:close/>
                <a:moveTo>
                  <a:pt x="644947" y="76705"/>
                </a:moveTo>
                <a:cubicBezTo>
                  <a:pt x="644947" y="79616"/>
                  <a:pt x="644300" y="81767"/>
                  <a:pt x="643005" y="83158"/>
                </a:cubicBezTo>
                <a:cubicBezTo>
                  <a:pt x="641711" y="84549"/>
                  <a:pt x="639927" y="85244"/>
                  <a:pt x="637654" y="85244"/>
                </a:cubicBezTo>
                <a:lnTo>
                  <a:pt x="586223" y="85244"/>
                </a:lnTo>
                <a:cubicBezTo>
                  <a:pt x="586223" y="88857"/>
                  <a:pt x="586649" y="92138"/>
                  <a:pt x="587502" y="95086"/>
                </a:cubicBezTo>
                <a:cubicBezTo>
                  <a:pt x="588354" y="98034"/>
                  <a:pt x="589712" y="100539"/>
                  <a:pt x="591574" y="102601"/>
                </a:cubicBezTo>
                <a:cubicBezTo>
                  <a:pt x="593437" y="104661"/>
                  <a:pt x="595837" y="106230"/>
                  <a:pt x="598773" y="107307"/>
                </a:cubicBezTo>
                <a:cubicBezTo>
                  <a:pt x="601709" y="108385"/>
                  <a:pt x="605229" y="108923"/>
                  <a:pt x="609334" y="108923"/>
                </a:cubicBezTo>
                <a:cubicBezTo>
                  <a:pt x="613501" y="108923"/>
                  <a:pt x="617164" y="108619"/>
                  <a:pt x="620321" y="108009"/>
                </a:cubicBezTo>
                <a:cubicBezTo>
                  <a:pt x="623478" y="107399"/>
                  <a:pt x="626209" y="106725"/>
                  <a:pt x="628514" y="105987"/>
                </a:cubicBezTo>
                <a:cubicBezTo>
                  <a:pt x="630818" y="105249"/>
                  <a:pt x="632729" y="104575"/>
                  <a:pt x="634244" y="103966"/>
                </a:cubicBezTo>
                <a:cubicBezTo>
                  <a:pt x="635759" y="103356"/>
                  <a:pt x="636991" y="103051"/>
                  <a:pt x="637938" y="103051"/>
                </a:cubicBezTo>
                <a:cubicBezTo>
                  <a:pt x="638506" y="103051"/>
                  <a:pt x="638980" y="103163"/>
                  <a:pt x="639359" y="103386"/>
                </a:cubicBezTo>
                <a:cubicBezTo>
                  <a:pt x="639738" y="103607"/>
                  <a:pt x="640053" y="104003"/>
                  <a:pt x="640306" y="104575"/>
                </a:cubicBezTo>
                <a:cubicBezTo>
                  <a:pt x="640558" y="105146"/>
                  <a:pt x="640732" y="105955"/>
                  <a:pt x="640827" y="107003"/>
                </a:cubicBezTo>
                <a:cubicBezTo>
                  <a:pt x="640922" y="108050"/>
                  <a:pt x="640969" y="109367"/>
                  <a:pt x="640969" y="110954"/>
                </a:cubicBezTo>
                <a:cubicBezTo>
                  <a:pt x="640969" y="112351"/>
                  <a:pt x="640937" y="113542"/>
                  <a:pt x="640874" y="114527"/>
                </a:cubicBezTo>
                <a:cubicBezTo>
                  <a:pt x="640811" y="115509"/>
                  <a:pt x="640716" y="116350"/>
                  <a:pt x="640590" y="117048"/>
                </a:cubicBezTo>
                <a:cubicBezTo>
                  <a:pt x="640464" y="117747"/>
                  <a:pt x="640274" y="118335"/>
                  <a:pt x="640022" y="118812"/>
                </a:cubicBezTo>
                <a:cubicBezTo>
                  <a:pt x="639769" y="119288"/>
                  <a:pt x="639438" y="119748"/>
                  <a:pt x="639027" y="120192"/>
                </a:cubicBezTo>
                <a:cubicBezTo>
                  <a:pt x="638617" y="120636"/>
                  <a:pt x="637496" y="121237"/>
                  <a:pt x="635665" y="121994"/>
                </a:cubicBezTo>
                <a:cubicBezTo>
                  <a:pt x="633834" y="122752"/>
                  <a:pt x="631497" y="123494"/>
                  <a:pt x="628656" y="124220"/>
                </a:cubicBezTo>
                <a:cubicBezTo>
                  <a:pt x="625814" y="124946"/>
                  <a:pt x="622562" y="125578"/>
                  <a:pt x="618900" y="126114"/>
                </a:cubicBezTo>
                <a:cubicBezTo>
                  <a:pt x="615238" y="126651"/>
                  <a:pt x="611323" y="126920"/>
                  <a:pt x="607155" y="126920"/>
                </a:cubicBezTo>
                <a:cubicBezTo>
                  <a:pt x="599641" y="126920"/>
                  <a:pt x="593058" y="125970"/>
                  <a:pt x="587407" y="124072"/>
                </a:cubicBezTo>
                <a:cubicBezTo>
                  <a:pt x="581756" y="122174"/>
                  <a:pt x="577036" y="119295"/>
                  <a:pt x="573247" y="115435"/>
                </a:cubicBezTo>
                <a:cubicBezTo>
                  <a:pt x="569458" y="111576"/>
                  <a:pt x="566633" y="106705"/>
                  <a:pt x="564770" y="100822"/>
                </a:cubicBezTo>
                <a:cubicBezTo>
                  <a:pt x="562907" y="94938"/>
                  <a:pt x="561976" y="88042"/>
                  <a:pt x="561976" y="80133"/>
                </a:cubicBezTo>
                <a:cubicBezTo>
                  <a:pt x="561976" y="72603"/>
                  <a:pt x="562954" y="65817"/>
                  <a:pt x="564912" y="59775"/>
                </a:cubicBezTo>
                <a:cubicBezTo>
                  <a:pt x="566869" y="53733"/>
                  <a:pt x="569711" y="48608"/>
                  <a:pt x="573436" y="44401"/>
                </a:cubicBezTo>
                <a:cubicBezTo>
                  <a:pt x="577162" y="40192"/>
                  <a:pt x="581692" y="36981"/>
                  <a:pt x="587028" y="34767"/>
                </a:cubicBezTo>
                <a:cubicBezTo>
                  <a:pt x="592364" y="32553"/>
                  <a:pt x="598378" y="31446"/>
                  <a:pt x="605071" y="31446"/>
                </a:cubicBezTo>
                <a:cubicBezTo>
                  <a:pt x="612144" y="31446"/>
                  <a:pt x="618190" y="32490"/>
                  <a:pt x="623210" y="34577"/>
                </a:cubicBezTo>
                <a:cubicBezTo>
                  <a:pt x="628230" y="36665"/>
                  <a:pt x="632350" y="39559"/>
                  <a:pt x="635570" y="43259"/>
                </a:cubicBezTo>
                <a:cubicBezTo>
                  <a:pt x="638790" y="46958"/>
                  <a:pt x="641158" y="51339"/>
                  <a:pt x="642674" y="56400"/>
                </a:cubicBezTo>
                <a:cubicBezTo>
                  <a:pt x="644189" y="61460"/>
                  <a:pt x="644947" y="66963"/>
                  <a:pt x="644947" y="72911"/>
                </a:cubicBezTo>
                <a:lnTo>
                  <a:pt x="644947" y="76705"/>
                </a:lnTo>
                <a:moveTo>
                  <a:pt x="621836" y="69900"/>
                </a:moveTo>
                <a:cubicBezTo>
                  <a:pt x="622026" y="63178"/>
                  <a:pt x="620684" y="57898"/>
                  <a:pt x="617811" y="54062"/>
                </a:cubicBezTo>
                <a:cubicBezTo>
                  <a:pt x="614938" y="50224"/>
                  <a:pt x="610502" y="48305"/>
                  <a:pt x="604503" y="48305"/>
                </a:cubicBezTo>
                <a:cubicBezTo>
                  <a:pt x="601472" y="48305"/>
                  <a:pt x="598836" y="48876"/>
                  <a:pt x="596594" y="50019"/>
                </a:cubicBezTo>
                <a:cubicBezTo>
                  <a:pt x="594353" y="51160"/>
                  <a:pt x="592490" y="52698"/>
                  <a:pt x="591006" y="54633"/>
                </a:cubicBezTo>
                <a:cubicBezTo>
                  <a:pt x="589522" y="56567"/>
                  <a:pt x="588386" y="58850"/>
                  <a:pt x="587596" y="61483"/>
                </a:cubicBezTo>
                <a:cubicBezTo>
                  <a:pt x="586807" y="64113"/>
                  <a:pt x="586349" y="66919"/>
                  <a:pt x="586223" y="69900"/>
                </a:cubicBezTo>
                <a:lnTo>
                  <a:pt x="621836" y="69900"/>
                </a:lnTo>
                <a:close/>
                <a:moveTo>
                  <a:pt x="706364" y="76909"/>
                </a:moveTo>
                <a:cubicBezTo>
                  <a:pt x="706364" y="80572"/>
                  <a:pt x="706017" y="83129"/>
                  <a:pt x="705322" y="84581"/>
                </a:cubicBezTo>
                <a:cubicBezTo>
                  <a:pt x="704628" y="86034"/>
                  <a:pt x="703523" y="86760"/>
                  <a:pt x="702007" y="86760"/>
                </a:cubicBezTo>
                <a:lnTo>
                  <a:pt x="662605" y="86760"/>
                </a:lnTo>
                <a:cubicBezTo>
                  <a:pt x="661027" y="86760"/>
                  <a:pt x="659890" y="86018"/>
                  <a:pt x="659196" y="84534"/>
                </a:cubicBezTo>
                <a:cubicBezTo>
                  <a:pt x="658501" y="83050"/>
                  <a:pt x="658154" y="80509"/>
                  <a:pt x="658154" y="76909"/>
                </a:cubicBezTo>
                <a:cubicBezTo>
                  <a:pt x="658154" y="73373"/>
                  <a:pt x="658501" y="70879"/>
                  <a:pt x="659196" y="69427"/>
                </a:cubicBezTo>
                <a:cubicBezTo>
                  <a:pt x="659890" y="67975"/>
                  <a:pt x="661027" y="67248"/>
                  <a:pt x="662605" y="67248"/>
                </a:cubicBezTo>
                <a:lnTo>
                  <a:pt x="702007" y="67248"/>
                </a:lnTo>
                <a:cubicBezTo>
                  <a:pt x="702765" y="67248"/>
                  <a:pt x="703412" y="67406"/>
                  <a:pt x="703949" y="67722"/>
                </a:cubicBezTo>
                <a:cubicBezTo>
                  <a:pt x="704486" y="68038"/>
                  <a:pt x="704943" y="68574"/>
                  <a:pt x="705322" y="69332"/>
                </a:cubicBezTo>
                <a:cubicBezTo>
                  <a:pt x="705701" y="70090"/>
                  <a:pt x="705970" y="71100"/>
                  <a:pt x="706127" y="72363"/>
                </a:cubicBezTo>
                <a:cubicBezTo>
                  <a:pt x="706285" y="73626"/>
                  <a:pt x="706364" y="75141"/>
                  <a:pt x="706364" y="769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ContractValidation">
            <a:extLst xmlns:a="http://schemas.openxmlformats.org/drawingml/2006/main">
              <a:ext uri="{FF2B5EF4-FFF2-40B4-BE49-F238E27FC236}">
                <a16:creationId xmlns:a16="http://schemas.microsoft.com/office/drawing/2014/main" id="{C6929720-144D-485A-9C6B-B776DFB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860" y="2799752"/>
            <a:ext cx="1527691" cy="134118"/>
          </a:xfrm>
          <a:custGeom xmlns:a="http://schemas.openxmlformats.org/drawingml/2006/main">
            <a:pathLst>
              <a:path w="1527691" h="134118">
                <a:moveTo>
                  <a:pt x="90643" y="113186"/>
                </a:moveTo>
                <a:cubicBezTo>
                  <a:pt x="90643" y="114764"/>
                  <a:pt x="90596" y="116106"/>
                  <a:pt x="90501" y="117211"/>
                </a:cubicBezTo>
                <a:cubicBezTo>
                  <a:pt x="90407" y="118316"/>
                  <a:pt x="90264" y="119263"/>
                  <a:pt x="90075" y="120053"/>
                </a:cubicBezTo>
                <a:cubicBezTo>
                  <a:pt x="89886" y="120842"/>
                  <a:pt x="89633" y="121521"/>
                  <a:pt x="89317" y="122089"/>
                </a:cubicBezTo>
                <a:cubicBezTo>
                  <a:pt x="89002" y="122657"/>
                  <a:pt x="88496" y="123311"/>
                  <a:pt x="87802" y="124051"/>
                </a:cubicBezTo>
                <a:cubicBezTo>
                  <a:pt x="87107" y="124789"/>
                  <a:pt x="85765" y="125737"/>
                  <a:pt x="83776" y="126893"/>
                </a:cubicBezTo>
                <a:cubicBezTo>
                  <a:pt x="81787" y="128049"/>
                  <a:pt x="79356" y="129158"/>
                  <a:pt x="76483" y="130220"/>
                </a:cubicBezTo>
                <a:cubicBezTo>
                  <a:pt x="73610" y="131279"/>
                  <a:pt x="70327" y="132162"/>
                  <a:pt x="66633" y="132869"/>
                </a:cubicBezTo>
                <a:cubicBezTo>
                  <a:pt x="62939" y="133575"/>
                  <a:pt x="58945" y="133929"/>
                  <a:pt x="54651" y="133929"/>
                </a:cubicBezTo>
                <a:cubicBezTo>
                  <a:pt x="46253" y="133929"/>
                  <a:pt x="38676" y="132632"/>
                  <a:pt x="31919" y="130039"/>
                </a:cubicBezTo>
                <a:cubicBezTo>
                  <a:pt x="25163" y="127446"/>
                  <a:pt x="19417" y="123573"/>
                  <a:pt x="14681" y="118419"/>
                </a:cubicBezTo>
                <a:cubicBezTo>
                  <a:pt x="9945" y="113265"/>
                  <a:pt x="6314" y="106831"/>
                  <a:pt x="3789" y="99117"/>
                </a:cubicBezTo>
                <a:cubicBezTo>
                  <a:pt x="1263" y="91402"/>
                  <a:pt x="0" y="82422"/>
                  <a:pt x="0" y="72177"/>
                </a:cubicBezTo>
                <a:cubicBezTo>
                  <a:pt x="0" y="61742"/>
                  <a:pt x="1389" y="52478"/>
                  <a:pt x="4168" y="44383"/>
                </a:cubicBezTo>
                <a:cubicBezTo>
                  <a:pt x="6946" y="36289"/>
                  <a:pt x="10829" y="29491"/>
                  <a:pt x="15818" y="23990"/>
                </a:cubicBezTo>
                <a:cubicBezTo>
                  <a:pt x="20806" y="18486"/>
                  <a:pt x="26789" y="14312"/>
                  <a:pt x="33766" y="11467"/>
                </a:cubicBezTo>
                <a:cubicBezTo>
                  <a:pt x="40744" y="8621"/>
                  <a:pt x="48431" y="7198"/>
                  <a:pt x="56830" y="7198"/>
                </a:cubicBezTo>
                <a:cubicBezTo>
                  <a:pt x="60239" y="7198"/>
                  <a:pt x="63523" y="7488"/>
                  <a:pt x="66680" y="8066"/>
                </a:cubicBezTo>
                <a:cubicBezTo>
                  <a:pt x="69837" y="8644"/>
                  <a:pt x="72758" y="9400"/>
                  <a:pt x="75441" y="10333"/>
                </a:cubicBezTo>
                <a:cubicBezTo>
                  <a:pt x="78125" y="11264"/>
                  <a:pt x="80540" y="12341"/>
                  <a:pt x="82687" y="13562"/>
                </a:cubicBezTo>
                <a:cubicBezTo>
                  <a:pt x="84834" y="14784"/>
                  <a:pt x="86334" y="15828"/>
                  <a:pt x="87186" y="16697"/>
                </a:cubicBezTo>
                <a:cubicBezTo>
                  <a:pt x="88039" y="17563"/>
                  <a:pt x="88623" y="18280"/>
                  <a:pt x="88938" y="18848"/>
                </a:cubicBezTo>
                <a:cubicBezTo>
                  <a:pt x="89254" y="19417"/>
                  <a:pt x="89507" y="20143"/>
                  <a:pt x="89696" y="21027"/>
                </a:cubicBezTo>
                <a:cubicBezTo>
                  <a:pt x="89886" y="21911"/>
                  <a:pt x="90028" y="22953"/>
                  <a:pt x="90122" y="24153"/>
                </a:cubicBezTo>
                <a:cubicBezTo>
                  <a:pt x="90217" y="25352"/>
                  <a:pt x="90264" y="26836"/>
                  <a:pt x="90264" y="28604"/>
                </a:cubicBezTo>
                <a:cubicBezTo>
                  <a:pt x="90264" y="30499"/>
                  <a:pt x="90201" y="32109"/>
                  <a:pt x="90075" y="33435"/>
                </a:cubicBezTo>
                <a:cubicBezTo>
                  <a:pt x="89949" y="34761"/>
                  <a:pt x="89728" y="35834"/>
                  <a:pt x="89412" y="36655"/>
                </a:cubicBezTo>
                <a:cubicBezTo>
                  <a:pt x="89096" y="37476"/>
                  <a:pt x="88717" y="38076"/>
                  <a:pt x="88275" y="38455"/>
                </a:cubicBezTo>
                <a:cubicBezTo>
                  <a:pt x="87833" y="38834"/>
                  <a:pt x="87328" y="39023"/>
                  <a:pt x="86760" y="39023"/>
                </a:cubicBezTo>
                <a:cubicBezTo>
                  <a:pt x="85813" y="39023"/>
                  <a:pt x="84613" y="38466"/>
                  <a:pt x="83161" y="37351"/>
                </a:cubicBezTo>
                <a:cubicBezTo>
                  <a:pt x="81708" y="36236"/>
                  <a:pt x="79830" y="34994"/>
                  <a:pt x="77525" y="33624"/>
                </a:cubicBezTo>
                <a:cubicBezTo>
                  <a:pt x="75220" y="32255"/>
                  <a:pt x="72474" y="31013"/>
                  <a:pt x="69285" y="29898"/>
                </a:cubicBezTo>
                <a:cubicBezTo>
                  <a:pt x="66096" y="28783"/>
                  <a:pt x="62292" y="28225"/>
                  <a:pt x="57872" y="28225"/>
                </a:cubicBezTo>
                <a:cubicBezTo>
                  <a:pt x="53009" y="28225"/>
                  <a:pt x="48668" y="29220"/>
                  <a:pt x="44848" y="31209"/>
                </a:cubicBezTo>
                <a:cubicBezTo>
                  <a:pt x="41028" y="33198"/>
                  <a:pt x="37776" y="36039"/>
                  <a:pt x="35092" y="39733"/>
                </a:cubicBezTo>
                <a:cubicBezTo>
                  <a:pt x="32409" y="43427"/>
                  <a:pt x="30372" y="47895"/>
                  <a:pt x="28983" y="53136"/>
                </a:cubicBezTo>
                <a:cubicBezTo>
                  <a:pt x="27594" y="58377"/>
                  <a:pt x="26899" y="64281"/>
                  <a:pt x="26899" y="70848"/>
                </a:cubicBezTo>
                <a:cubicBezTo>
                  <a:pt x="26899" y="78046"/>
                  <a:pt x="27641" y="84282"/>
                  <a:pt x="29125" y="89554"/>
                </a:cubicBezTo>
                <a:cubicBezTo>
                  <a:pt x="30609" y="94827"/>
                  <a:pt x="32724" y="99168"/>
                  <a:pt x="35471" y="102578"/>
                </a:cubicBezTo>
                <a:cubicBezTo>
                  <a:pt x="38218" y="105987"/>
                  <a:pt x="41533" y="108529"/>
                  <a:pt x="45416" y="110202"/>
                </a:cubicBezTo>
                <a:cubicBezTo>
                  <a:pt x="49300" y="111875"/>
                  <a:pt x="53672" y="112712"/>
                  <a:pt x="58535" y="112712"/>
                </a:cubicBezTo>
                <a:cubicBezTo>
                  <a:pt x="62955" y="112712"/>
                  <a:pt x="66775" y="112186"/>
                  <a:pt x="69995" y="111135"/>
                </a:cubicBezTo>
                <a:cubicBezTo>
                  <a:pt x="73216" y="110083"/>
                  <a:pt x="75978" y="108920"/>
                  <a:pt x="78283" y="107645"/>
                </a:cubicBezTo>
                <a:cubicBezTo>
                  <a:pt x="80588" y="106370"/>
                  <a:pt x="82482" y="105223"/>
                  <a:pt x="83966" y="104202"/>
                </a:cubicBezTo>
                <a:cubicBezTo>
                  <a:pt x="85450" y="103182"/>
                  <a:pt x="86602" y="102672"/>
                  <a:pt x="87423" y="102672"/>
                </a:cubicBezTo>
                <a:cubicBezTo>
                  <a:pt x="88054" y="102672"/>
                  <a:pt x="88560" y="102799"/>
                  <a:pt x="88938" y="103051"/>
                </a:cubicBezTo>
                <a:cubicBezTo>
                  <a:pt x="89317" y="103304"/>
                  <a:pt x="89633" y="103809"/>
                  <a:pt x="89886" y="104567"/>
                </a:cubicBezTo>
                <a:cubicBezTo>
                  <a:pt x="90138" y="105324"/>
                  <a:pt x="90328" y="106382"/>
                  <a:pt x="90454" y="107740"/>
                </a:cubicBezTo>
                <a:cubicBezTo>
                  <a:pt x="90580" y="109097"/>
                  <a:pt x="90643" y="110913"/>
                  <a:pt x="90643" y="113186"/>
                </a:cubicBezTo>
                <a:close/>
                <a:moveTo>
                  <a:pt x="192927" y="85526"/>
                </a:moveTo>
                <a:cubicBezTo>
                  <a:pt x="192927" y="92740"/>
                  <a:pt x="191980" y="99321"/>
                  <a:pt x="190086" y="105268"/>
                </a:cubicBezTo>
                <a:cubicBezTo>
                  <a:pt x="188191" y="111215"/>
                  <a:pt x="185318" y="116340"/>
                  <a:pt x="181466" y="120642"/>
                </a:cubicBezTo>
                <a:cubicBezTo>
                  <a:pt x="177615" y="124943"/>
                  <a:pt x="172784" y="128265"/>
                  <a:pt x="166975" y="130608"/>
                </a:cubicBezTo>
                <a:cubicBezTo>
                  <a:pt x="161166" y="132948"/>
                  <a:pt x="154378" y="134118"/>
                  <a:pt x="146611" y="134118"/>
                </a:cubicBezTo>
                <a:cubicBezTo>
                  <a:pt x="139097" y="134118"/>
                  <a:pt x="132561" y="133074"/>
                  <a:pt x="127005" y="130986"/>
                </a:cubicBezTo>
                <a:cubicBezTo>
                  <a:pt x="121448" y="128899"/>
                  <a:pt x="116838" y="125862"/>
                  <a:pt x="113176" y="121876"/>
                </a:cubicBezTo>
                <a:cubicBezTo>
                  <a:pt x="109514" y="117890"/>
                  <a:pt x="106799" y="112986"/>
                  <a:pt x="105030" y="107165"/>
                </a:cubicBezTo>
                <a:cubicBezTo>
                  <a:pt x="103262" y="101344"/>
                  <a:pt x="102378" y="94701"/>
                  <a:pt x="102378" y="87236"/>
                </a:cubicBezTo>
                <a:cubicBezTo>
                  <a:pt x="102378" y="80022"/>
                  <a:pt x="103341" y="73426"/>
                  <a:pt x="105267" y="67447"/>
                </a:cubicBezTo>
                <a:cubicBezTo>
                  <a:pt x="107193" y="61468"/>
                  <a:pt x="110082" y="56343"/>
                  <a:pt x="113934" y="52073"/>
                </a:cubicBezTo>
                <a:cubicBezTo>
                  <a:pt x="117786" y="47803"/>
                  <a:pt x="122600" y="44498"/>
                  <a:pt x="128378" y="42158"/>
                </a:cubicBezTo>
                <a:cubicBezTo>
                  <a:pt x="134156" y="39815"/>
                  <a:pt x="140928" y="38644"/>
                  <a:pt x="148695" y="38644"/>
                </a:cubicBezTo>
                <a:cubicBezTo>
                  <a:pt x="156272" y="38644"/>
                  <a:pt x="162839" y="39672"/>
                  <a:pt x="168396" y="41728"/>
                </a:cubicBezTo>
                <a:cubicBezTo>
                  <a:pt x="173952" y="43784"/>
                  <a:pt x="178546" y="46806"/>
                  <a:pt x="182177" y="50791"/>
                </a:cubicBezTo>
                <a:cubicBezTo>
                  <a:pt x="185808" y="54777"/>
                  <a:pt x="188507" y="59681"/>
                  <a:pt x="190275" y="65502"/>
                </a:cubicBezTo>
                <a:cubicBezTo>
                  <a:pt x="192043" y="71323"/>
                  <a:pt x="192927" y="77998"/>
                  <a:pt x="192927" y="85526"/>
                </a:cubicBezTo>
                <a:moveTo>
                  <a:pt x="168396" y="86476"/>
                </a:moveTo>
                <a:cubicBezTo>
                  <a:pt x="168396" y="82308"/>
                  <a:pt x="168064" y="78472"/>
                  <a:pt x="167401" y="74968"/>
                </a:cubicBezTo>
                <a:cubicBezTo>
                  <a:pt x="166738" y="71463"/>
                  <a:pt x="165617" y="68417"/>
                  <a:pt x="164039" y="65828"/>
                </a:cubicBezTo>
                <a:cubicBezTo>
                  <a:pt x="162460" y="63239"/>
                  <a:pt x="160360" y="61218"/>
                  <a:pt x="157740" y="59766"/>
                </a:cubicBezTo>
                <a:cubicBezTo>
                  <a:pt x="155120" y="58314"/>
                  <a:pt x="151820" y="57587"/>
                  <a:pt x="147842" y="57587"/>
                </a:cubicBezTo>
                <a:cubicBezTo>
                  <a:pt x="144306" y="57587"/>
                  <a:pt x="141212" y="58235"/>
                  <a:pt x="138560" y="59529"/>
                </a:cubicBezTo>
                <a:cubicBezTo>
                  <a:pt x="135908" y="60824"/>
                  <a:pt x="133729" y="62718"/>
                  <a:pt x="132025" y="65212"/>
                </a:cubicBezTo>
                <a:cubicBezTo>
                  <a:pt x="130320" y="67706"/>
                  <a:pt x="129041" y="70706"/>
                  <a:pt x="128189" y="74210"/>
                </a:cubicBezTo>
                <a:cubicBezTo>
                  <a:pt x="127336" y="77715"/>
                  <a:pt x="126910" y="81708"/>
                  <a:pt x="126910" y="86192"/>
                </a:cubicBezTo>
                <a:cubicBezTo>
                  <a:pt x="126910" y="90359"/>
                  <a:pt x="127257" y="94195"/>
                  <a:pt x="127952" y="97700"/>
                </a:cubicBezTo>
                <a:cubicBezTo>
                  <a:pt x="128646" y="101204"/>
                  <a:pt x="129767" y="104251"/>
                  <a:pt x="131314" y="106840"/>
                </a:cubicBezTo>
                <a:cubicBezTo>
                  <a:pt x="132861" y="109429"/>
                  <a:pt x="134961" y="111433"/>
                  <a:pt x="137613" y="112854"/>
                </a:cubicBezTo>
                <a:cubicBezTo>
                  <a:pt x="140265" y="114275"/>
                  <a:pt x="143548" y="114985"/>
                  <a:pt x="147463" y="114985"/>
                </a:cubicBezTo>
                <a:cubicBezTo>
                  <a:pt x="151062" y="114985"/>
                  <a:pt x="154188" y="114338"/>
                  <a:pt x="156840" y="113044"/>
                </a:cubicBezTo>
                <a:cubicBezTo>
                  <a:pt x="159492" y="111749"/>
                  <a:pt x="161671" y="109871"/>
                  <a:pt x="163376" y="107408"/>
                </a:cubicBezTo>
                <a:cubicBezTo>
                  <a:pt x="165080" y="104945"/>
                  <a:pt x="166343" y="101962"/>
                  <a:pt x="167164" y="98457"/>
                </a:cubicBezTo>
                <a:cubicBezTo>
                  <a:pt x="167985" y="94953"/>
                  <a:pt x="168396" y="90959"/>
                  <a:pt x="168396" y="86476"/>
                </a:cubicBezTo>
                <a:close/>
                <a:moveTo>
                  <a:pt x="292203" y="128621"/>
                </a:moveTo>
                <a:cubicBezTo>
                  <a:pt x="292203" y="129253"/>
                  <a:pt x="292014" y="129806"/>
                  <a:pt x="291635" y="130282"/>
                </a:cubicBezTo>
                <a:cubicBezTo>
                  <a:pt x="291256" y="130756"/>
                  <a:pt x="290625" y="131150"/>
                  <a:pt x="289741" y="131466"/>
                </a:cubicBezTo>
                <a:cubicBezTo>
                  <a:pt x="288857" y="131782"/>
                  <a:pt x="287641" y="132018"/>
                  <a:pt x="286094" y="132176"/>
                </a:cubicBezTo>
                <a:cubicBezTo>
                  <a:pt x="284547" y="132334"/>
                  <a:pt x="282637" y="132413"/>
                  <a:pt x="280364" y="132413"/>
                </a:cubicBezTo>
                <a:cubicBezTo>
                  <a:pt x="278028" y="132413"/>
                  <a:pt x="276086" y="132334"/>
                  <a:pt x="274539" y="132176"/>
                </a:cubicBezTo>
                <a:cubicBezTo>
                  <a:pt x="272992" y="132018"/>
                  <a:pt x="271776" y="131782"/>
                  <a:pt x="270892" y="131466"/>
                </a:cubicBezTo>
                <a:cubicBezTo>
                  <a:pt x="270008" y="131150"/>
                  <a:pt x="269377" y="130756"/>
                  <a:pt x="268998" y="130282"/>
                </a:cubicBezTo>
                <a:cubicBezTo>
                  <a:pt x="268619" y="129808"/>
                  <a:pt x="268430" y="129256"/>
                  <a:pt x="268430" y="128624"/>
                </a:cubicBezTo>
                <a:lnTo>
                  <a:pt x="268430" y="80414"/>
                </a:lnTo>
                <a:cubicBezTo>
                  <a:pt x="268430" y="76310"/>
                  <a:pt x="268130" y="73089"/>
                  <a:pt x="267530" y="70753"/>
                </a:cubicBezTo>
                <a:cubicBezTo>
                  <a:pt x="266930" y="68417"/>
                  <a:pt x="266062" y="66412"/>
                  <a:pt x="264925" y="64738"/>
                </a:cubicBezTo>
                <a:cubicBezTo>
                  <a:pt x="263789" y="63065"/>
                  <a:pt x="262320" y="61771"/>
                  <a:pt x="260521" y="60855"/>
                </a:cubicBezTo>
                <a:cubicBezTo>
                  <a:pt x="258721" y="59939"/>
                  <a:pt x="256622" y="59482"/>
                  <a:pt x="254222" y="59482"/>
                </a:cubicBezTo>
                <a:cubicBezTo>
                  <a:pt x="251191" y="59482"/>
                  <a:pt x="248129" y="60587"/>
                  <a:pt x="245035" y="62797"/>
                </a:cubicBezTo>
                <a:cubicBezTo>
                  <a:pt x="241941" y="65007"/>
                  <a:pt x="238720" y="68227"/>
                  <a:pt x="235374" y="72458"/>
                </a:cubicBezTo>
                <a:lnTo>
                  <a:pt x="235374" y="128624"/>
                </a:lnTo>
                <a:cubicBezTo>
                  <a:pt x="235374" y="129256"/>
                  <a:pt x="235184" y="129808"/>
                  <a:pt x="234805" y="130282"/>
                </a:cubicBezTo>
                <a:cubicBezTo>
                  <a:pt x="234427" y="130756"/>
                  <a:pt x="233779" y="131150"/>
                  <a:pt x="232864" y="131466"/>
                </a:cubicBezTo>
                <a:cubicBezTo>
                  <a:pt x="231948" y="131782"/>
                  <a:pt x="230733" y="132018"/>
                  <a:pt x="229217" y="132176"/>
                </a:cubicBezTo>
                <a:cubicBezTo>
                  <a:pt x="227702" y="132334"/>
                  <a:pt x="225776" y="132413"/>
                  <a:pt x="223439" y="132413"/>
                </a:cubicBezTo>
                <a:cubicBezTo>
                  <a:pt x="221103" y="132413"/>
                  <a:pt x="219177" y="132334"/>
                  <a:pt x="217662" y="132176"/>
                </a:cubicBezTo>
                <a:cubicBezTo>
                  <a:pt x="216146" y="132018"/>
                  <a:pt x="214931" y="131782"/>
                  <a:pt x="214015" y="131466"/>
                </a:cubicBezTo>
                <a:cubicBezTo>
                  <a:pt x="213100" y="131150"/>
                  <a:pt x="212452" y="130756"/>
                  <a:pt x="212074" y="130282"/>
                </a:cubicBezTo>
                <a:cubicBezTo>
                  <a:pt x="211695" y="129808"/>
                  <a:pt x="211505" y="129256"/>
                  <a:pt x="211505" y="128624"/>
                </a:cubicBezTo>
                <a:lnTo>
                  <a:pt x="211505" y="44138"/>
                </a:lnTo>
                <a:cubicBezTo>
                  <a:pt x="211505" y="43506"/>
                  <a:pt x="211663" y="42954"/>
                  <a:pt x="211979" y="42480"/>
                </a:cubicBezTo>
                <a:cubicBezTo>
                  <a:pt x="212295" y="42007"/>
                  <a:pt x="212863" y="41612"/>
                  <a:pt x="213684" y="41296"/>
                </a:cubicBezTo>
                <a:cubicBezTo>
                  <a:pt x="214505" y="40980"/>
                  <a:pt x="215562" y="40744"/>
                  <a:pt x="216857" y="40586"/>
                </a:cubicBezTo>
                <a:cubicBezTo>
                  <a:pt x="218151" y="40428"/>
                  <a:pt x="219777" y="40349"/>
                  <a:pt x="221735" y="40349"/>
                </a:cubicBezTo>
                <a:cubicBezTo>
                  <a:pt x="223755" y="40349"/>
                  <a:pt x="225429" y="40428"/>
                  <a:pt x="226755" y="40586"/>
                </a:cubicBezTo>
                <a:cubicBezTo>
                  <a:pt x="228081" y="40744"/>
                  <a:pt x="229107" y="40980"/>
                  <a:pt x="229833" y="41296"/>
                </a:cubicBezTo>
                <a:cubicBezTo>
                  <a:pt x="230559" y="41612"/>
                  <a:pt x="231080" y="42007"/>
                  <a:pt x="231396" y="42480"/>
                </a:cubicBezTo>
                <a:cubicBezTo>
                  <a:pt x="231711" y="42954"/>
                  <a:pt x="231869" y="43506"/>
                  <a:pt x="231869" y="44138"/>
                </a:cubicBezTo>
                <a:lnTo>
                  <a:pt x="231869" y="53893"/>
                </a:lnTo>
                <a:cubicBezTo>
                  <a:pt x="236542" y="48810"/>
                  <a:pt x="241293" y="44998"/>
                  <a:pt x="246124" y="42456"/>
                </a:cubicBezTo>
                <a:cubicBezTo>
                  <a:pt x="250954" y="39915"/>
                  <a:pt x="255990" y="38644"/>
                  <a:pt x="261231" y="38644"/>
                </a:cubicBezTo>
                <a:cubicBezTo>
                  <a:pt x="266977" y="38644"/>
                  <a:pt x="271824" y="39592"/>
                  <a:pt x="275770" y="41489"/>
                </a:cubicBezTo>
                <a:cubicBezTo>
                  <a:pt x="279717" y="43385"/>
                  <a:pt x="282905" y="45961"/>
                  <a:pt x="285336" y="49217"/>
                </a:cubicBezTo>
                <a:cubicBezTo>
                  <a:pt x="287767" y="52471"/>
                  <a:pt x="289520" y="56279"/>
                  <a:pt x="290593" y="60642"/>
                </a:cubicBezTo>
                <a:cubicBezTo>
                  <a:pt x="291667" y="65003"/>
                  <a:pt x="292203" y="70249"/>
                  <a:pt x="292203" y="76380"/>
                </a:cubicBezTo>
                <a:lnTo>
                  <a:pt x="292203" y="128621"/>
                </a:lnTo>
                <a:close/>
                <a:moveTo>
                  <a:pt x="363780" y="120224"/>
                </a:moveTo>
                <a:cubicBezTo>
                  <a:pt x="363780" y="123016"/>
                  <a:pt x="363607" y="125158"/>
                  <a:pt x="363259" y="126650"/>
                </a:cubicBezTo>
                <a:cubicBezTo>
                  <a:pt x="362912" y="128140"/>
                  <a:pt x="362454" y="129187"/>
                  <a:pt x="361886" y="129791"/>
                </a:cubicBezTo>
                <a:cubicBezTo>
                  <a:pt x="361318" y="130392"/>
                  <a:pt x="360481" y="130931"/>
                  <a:pt x="359376" y="131407"/>
                </a:cubicBezTo>
                <a:cubicBezTo>
                  <a:pt x="358271" y="131882"/>
                  <a:pt x="356977" y="132295"/>
                  <a:pt x="355493" y="132644"/>
                </a:cubicBezTo>
                <a:cubicBezTo>
                  <a:pt x="354009" y="132993"/>
                  <a:pt x="352399" y="133263"/>
                  <a:pt x="350662" y="133452"/>
                </a:cubicBezTo>
                <a:cubicBezTo>
                  <a:pt x="348926" y="133643"/>
                  <a:pt x="347174" y="133739"/>
                  <a:pt x="345405" y="133739"/>
                </a:cubicBezTo>
                <a:cubicBezTo>
                  <a:pt x="340670" y="133739"/>
                  <a:pt x="336565" y="133139"/>
                  <a:pt x="333092" y="131939"/>
                </a:cubicBezTo>
                <a:cubicBezTo>
                  <a:pt x="329619" y="130740"/>
                  <a:pt x="326746" y="128893"/>
                  <a:pt x="324473" y="126399"/>
                </a:cubicBezTo>
                <a:cubicBezTo>
                  <a:pt x="322200" y="123904"/>
                  <a:pt x="320527" y="120763"/>
                  <a:pt x="319453" y="116974"/>
                </a:cubicBezTo>
                <a:cubicBezTo>
                  <a:pt x="318380" y="113186"/>
                  <a:pt x="317843" y="108702"/>
                  <a:pt x="317843" y="103525"/>
                </a:cubicBezTo>
                <a:lnTo>
                  <a:pt x="317843" y="60239"/>
                </a:lnTo>
                <a:lnTo>
                  <a:pt x="307708" y="60239"/>
                </a:lnTo>
                <a:cubicBezTo>
                  <a:pt x="306509" y="60239"/>
                  <a:pt x="305593" y="59497"/>
                  <a:pt x="304962" y="58014"/>
                </a:cubicBezTo>
                <a:cubicBezTo>
                  <a:pt x="304330" y="56530"/>
                  <a:pt x="304015" y="54051"/>
                  <a:pt x="304015" y="50578"/>
                </a:cubicBezTo>
                <a:cubicBezTo>
                  <a:pt x="304015" y="48747"/>
                  <a:pt x="304093" y="47200"/>
                  <a:pt x="304251" y="45937"/>
                </a:cubicBezTo>
                <a:cubicBezTo>
                  <a:pt x="304409" y="44674"/>
                  <a:pt x="304646" y="43680"/>
                  <a:pt x="304962" y="42954"/>
                </a:cubicBezTo>
                <a:cubicBezTo>
                  <a:pt x="305277" y="42228"/>
                  <a:pt x="305672" y="41707"/>
                  <a:pt x="306146" y="41391"/>
                </a:cubicBezTo>
                <a:cubicBezTo>
                  <a:pt x="306619" y="41075"/>
                  <a:pt x="307172" y="40917"/>
                  <a:pt x="307803" y="40917"/>
                </a:cubicBezTo>
                <a:lnTo>
                  <a:pt x="317843" y="40917"/>
                </a:lnTo>
                <a:lnTo>
                  <a:pt x="317843" y="21992"/>
                </a:lnTo>
                <a:cubicBezTo>
                  <a:pt x="317843" y="21356"/>
                  <a:pt x="318017" y="20785"/>
                  <a:pt x="318364" y="20278"/>
                </a:cubicBezTo>
                <a:cubicBezTo>
                  <a:pt x="318711" y="19771"/>
                  <a:pt x="319343" y="19344"/>
                  <a:pt x="320258" y="18996"/>
                </a:cubicBezTo>
                <a:cubicBezTo>
                  <a:pt x="321174" y="18647"/>
                  <a:pt x="322405" y="18394"/>
                  <a:pt x="323952" y="18236"/>
                </a:cubicBezTo>
                <a:cubicBezTo>
                  <a:pt x="325499" y="18076"/>
                  <a:pt x="327409" y="17996"/>
                  <a:pt x="329683" y="17996"/>
                </a:cubicBezTo>
                <a:cubicBezTo>
                  <a:pt x="332019" y="17996"/>
                  <a:pt x="333961" y="18076"/>
                  <a:pt x="335508" y="18236"/>
                </a:cubicBezTo>
                <a:cubicBezTo>
                  <a:pt x="337055" y="18394"/>
                  <a:pt x="338270" y="18647"/>
                  <a:pt x="339154" y="18996"/>
                </a:cubicBezTo>
                <a:cubicBezTo>
                  <a:pt x="340038" y="19344"/>
                  <a:pt x="340670" y="19771"/>
                  <a:pt x="341049" y="20278"/>
                </a:cubicBezTo>
                <a:cubicBezTo>
                  <a:pt x="341427" y="20785"/>
                  <a:pt x="341617" y="21356"/>
                  <a:pt x="341617" y="21992"/>
                </a:cubicBezTo>
                <a:lnTo>
                  <a:pt x="341617" y="40917"/>
                </a:lnTo>
                <a:lnTo>
                  <a:pt x="359992" y="40917"/>
                </a:lnTo>
                <a:cubicBezTo>
                  <a:pt x="360623" y="40917"/>
                  <a:pt x="361176" y="41075"/>
                  <a:pt x="361649" y="41391"/>
                </a:cubicBezTo>
                <a:cubicBezTo>
                  <a:pt x="362123" y="41707"/>
                  <a:pt x="362518" y="42228"/>
                  <a:pt x="362833" y="42954"/>
                </a:cubicBezTo>
                <a:cubicBezTo>
                  <a:pt x="363149" y="43680"/>
                  <a:pt x="363386" y="44674"/>
                  <a:pt x="363544" y="45937"/>
                </a:cubicBezTo>
                <a:cubicBezTo>
                  <a:pt x="363701" y="47200"/>
                  <a:pt x="363780" y="48747"/>
                  <a:pt x="363780" y="50578"/>
                </a:cubicBezTo>
                <a:cubicBezTo>
                  <a:pt x="363780" y="54051"/>
                  <a:pt x="363465" y="56530"/>
                  <a:pt x="362833" y="58014"/>
                </a:cubicBezTo>
                <a:cubicBezTo>
                  <a:pt x="362202" y="59497"/>
                  <a:pt x="361286" y="60239"/>
                  <a:pt x="360086" y="60239"/>
                </a:cubicBezTo>
                <a:lnTo>
                  <a:pt x="341617" y="60239"/>
                </a:lnTo>
                <a:lnTo>
                  <a:pt x="341617" y="99854"/>
                </a:lnTo>
                <a:cubicBezTo>
                  <a:pt x="341617" y="104456"/>
                  <a:pt x="342343" y="107907"/>
                  <a:pt x="343795" y="110208"/>
                </a:cubicBezTo>
                <a:cubicBezTo>
                  <a:pt x="345248" y="112509"/>
                  <a:pt x="347837" y="113659"/>
                  <a:pt x="351562" y="113659"/>
                </a:cubicBezTo>
                <a:cubicBezTo>
                  <a:pt x="352825" y="113659"/>
                  <a:pt x="353962" y="113549"/>
                  <a:pt x="354972" y="113328"/>
                </a:cubicBezTo>
                <a:cubicBezTo>
                  <a:pt x="355982" y="113107"/>
                  <a:pt x="356882" y="112854"/>
                  <a:pt x="357671" y="112570"/>
                </a:cubicBezTo>
                <a:cubicBezTo>
                  <a:pt x="358461" y="112286"/>
                  <a:pt x="359124" y="112033"/>
                  <a:pt x="359660" y="111812"/>
                </a:cubicBezTo>
                <a:cubicBezTo>
                  <a:pt x="360197" y="111591"/>
                  <a:pt x="360686" y="111481"/>
                  <a:pt x="361128" y="111481"/>
                </a:cubicBezTo>
                <a:cubicBezTo>
                  <a:pt x="361507" y="111481"/>
                  <a:pt x="361870" y="111591"/>
                  <a:pt x="362218" y="111812"/>
                </a:cubicBezTo>
                <a:cubicBezTo>
                  <a:pt x="362565" y="112033"/>
                  <a:pt x="362833" y="112476"/>
                  <a:pt x="363023" y="113141"/>
                </a:cubicBezTo>
                <a:cubicBezTo>
                  <a:pt x="363212" y="113804"/>
                  <a:pt x="363386" y="114707"/>
                  <a:pt x="363544" y="115850"/>
                </a:cubicBezTo>
                <a:cubicBezTo>
                  <a:pt x="363701" y="116990"/>
                  <a:pt x="363780" y="118448"/>
                  <a:pt x="363780" y="120224"/>
                </a:cubicBezTo>
                <a:close/>
                <a:moveTo>
                  <a:pt x="435780" y="51904"/>
                </a:moveTo>
                <a:cubicBezTo>
                  <a:pt x="435780" y="54178"/>
                  <a:pt x="435717" y="56040"/>
                  <a:pt x="435590" y="57493"/>
                </a:cubicBezTo>
                <a:cubicBezTo>
                  <a:pt x="435464" y="58945"/>
                  <a:pt x="435275" y="60082"/>
                  <a:pt x="435022" y="60902"/>
                </a:cubicBezTo>
                <a:cubicBezTo>
                  <a:pt x="434769" y="61723"/>
                  <a:pt x="434438" y="62292"/>
                  <a:pt x="434027" y="62607"/>
                </a:cubicBezTo>
                <a:cubicBezTo>
                  <a:pt x="433617" y="62923"/>
                  <a:pt x="433096" y="63081"/>
                  <a:pt x="432465" y="63081"/>
                </a:cubicBezTo>
                <a:cubicBezTo>
                  <a:pt x="431959" y="63081"/>
                  <a:pt x="431391" y="62970"/>
                  <a:pt x="430760" y="62749"/>
                </a:cubicBezTo>
                <a:cubicBezTo>
                  <a:pt x="430128" y="62528"/>
                  <a:pt x="429418" y="62292"/>
                  <a:pt x="428629" y="62039"/>
                </a:cubicBezTo>
                <a:cubicBezTo>
                  <a:pt x="427839" y="61786"/>
                  <a:pt x="426971" y="61550"/>
                  <a:pt x="426024" y="61329"/>
                </a:cubicBezTo>
                <a:cubicBezTo>
                  <a:pt x="425077" y="61108"/>
                  <a:pt x="424035" y="60997"/>
                  <a:pt x="422898" y="60997"/>
                </a:cubicBezTo>
                <a:cubicBezTo>
                  <a:pt x="421572" y="60997"/>
                  <a:pt x="420246" y="61267"/>
                  <a:pt x="418920" y="61808"/>
                </a:cubicBezTo>
                <a:cubicBezTo>
                  <a:pt x="417594" y="62347"/>
                  <a:pt x="416221" y="63188"/>
                  <a:pt x="414800" y="64333"/>
                </a:cubicBezTo>
                <a:cubicBezTo>
                  <a:pt x="413379" y="65477"/>
                  <a:pt x="411895" y="67003"/>
                  <a:pt x="410348" y="68909"/>
                </a:cubicBezTo>
                <a:cubicBezTo>
                  <a:pt x="408801" y="70815"/>
                  <a:pt x="407144" y="73166"/>
                  <a:pt x="405376" y="75962"/>
                </a:cubicBezTo>
                <a:lnTo>
                  <a:pt x="405376" y="128624"/>
                </a:lnTo>
                <a:cubicBezTo>
                  <a:pt x="405376" y="129256"/>
                  <a:pt x="405186" y="129808"/>
                  <a:pt x="404808" y="130282"/>
                </a:cubicBezTo>
                <a:cubicBezTo>
                  <a:pt x="404429" y="130756"/>
                  <a:pt x="403781" y="131150"/>
                  <a:pt x="402866" y="131466"/>
                </a:cubicBezTo>
                <a:cubicBezTo>
                  <a:pt x="401950" y="131782"/>
                  <a:pt x="400735" y="132018"/>
                  <a:pt x="399219" y="132176"/>
                </a:cubicBezTo>
                <a:cubicBezTo>
                  <a:pt x="397704" y="132334"/>
                  <a:pt x="395778" y="132413"/>
                  <a:pt x="393442" y="132413"/>
                </a:cubicBezTo>
                <a:cubicBezTo>
                  <a:pt x="391105" y="132413"/>
                  <a:pt x="389179" y="132334"/>
                  <a:pt x="387664" y="132176"/>
                </a:cubicBezTo>
                <a:cubicBezTo>
                  <a:pt x="386148" y="132018"/>
                  <a:pt x="384933" y="131782"/>
                  <a:pt x="384017" y="131466"/>
                </a:cubicBezTo>
                <a:cubicBezTo>
                  <a:pt x="383102" y="131150"/>
                  <a:pt x="382455" y="130756"/>
                  <a:pt x="382076" y="130282"/>
                </a:cubicBezTo>
                <a:cubicBezTo>
                  <a:pt x="381697" y="129808"/>
                  <a:pt x="381507" y="129256"/>
                  <a:pt x="381507" y="128624"/>
                </a:cubicBezTo>
                <a:lnTo>
                  <a:pt x="381507" y="44138"/>
                </a:lnTo>
                <a:cubicBezTo>
                  <a:pt x="381507" y="43506"/>
                  <a:pt x="381665" y="42954"/>
                  <a:pt x="381981" y="42480"/>
                </a:cubicBezTo>
                <a:cubicBezTo>
                  <a:pt x="382297" y="42007"/>
                  <a:pt x="382865" y="41612"/>
                  <a:pt x="383686" y="41296"/>
                </a:cubicBezTo>
                <a:cubicBezTo>
                  <a:pt x="384507" y="40980"/>
                  <a:pt x="385564" y="40744"/>
                  <a:pt x="386859" y="40586"/>
                </a:cubicBezTo>
                <a:cubicBezTo>
                  <a:pt x="388153" y="40428"/>
                  <a:pt x="389779" y="40349"/>
                  <a:pt x="391737" y="40349"/>
                </a:cubicBezTo>
                <a:cubicBezTo>
                  <a:pt x="393757" y="40349"/>
                  <a:pt x="395431" y="40428"/>
                  <a:pt x="396757" y="40586"/>
                </a:cubicBezTo>
                <a:cubicBezTo>
                  <a:pt x="398083" y="40744"/>
                  <a:pt x="399109" y="40980"/>
                  <a:pt x="399835" y="41296"/>
                </a:cubicBezTo>
                <a:cubicBezTo>
                  <a:pt x="400561" y="41612"/>
                  <a:pt x="401082" y="42007"/>
                  <a:pt x="401398" y="42480"/>
                </a:cubicBezTo>
                <a:cubicBezTo>
                  <a:pt x="401713" y="42954"/>
                  <a:pt x="401871" y="43506"/>
                  <a:pt x="401871" y="44138"/>
                </a:cubicBezTo>
                <a:lnTo>
                  <a:pt x="401871" y="54651"/>
                </a:lnTo>
                <a:cubicBezTo>
                  <a:pt x="404081" y="51474"/>
                  <a:pt x="406165" y="48854"/>
                  <a:pt x="408123" y="46790"/>
                </a:cubicBezTo>
                <a:cubicBezTo>
                  <a:pt x="410080" y="44726"/>
                  <a:pt x="411943" y="43091"/>
                  <a:pt x="413711" y="41885"/>
                </a:cubicBezTo>
                <a:cubicBezTo>
                  <a:pt x="415479" y="40678"/>
                  <a:pt x="417247" y="39836"/>
                  <a:pt x="419015" y="39360"/>
                </a:cubicBezTo>
                <a:cubicBezTo>
                  <a:pt x="420783" y="38883"/>
                  <a:pt x="422551" y="38644"/>
                  <a:pt x="424319" y="38644"/>
                </a:cubicBezTo>
                <a:cubicBezTo>
                  <a:pt x="425140" y="38644"/>
                  <a:pt x="426024" y="38692"/>
                  <a:pt x="426971" y="38786"/>
                </a:cubicBezTo>
                <a:cubicBezTo>
                  <a:pt x="427918" y="38881"/>
                  <a:pt x="428897" y="39039"/>
                  <a:pt x="429907" y="39260"/>
                </a:cubicBezTo>
                <a:cubicBezTo>
                  <a:pt x="430918" y="39481"/>
                  <a:pt x="431802" y="39733"/>
                  <a:pt x="432559" y="40018"/>
                </a:cubicBezTo>
                <a:cubicBezTo>
                  <a:pt x="433317" y="40302"/>
                  <a:pt x="433870" y="40602"/>
                  <a:pt x="434217" y="40917"/>
                </a:cubicBezTo>
                <a:cubicBezTo>
                  <a:pt x="434564" y="41233"/>
                  <a:pt x="434817" y="41580"/>
                  <a:pt x="434975" y="41959"/>
                </a:cubicBezTo>
                <a:cubicBezTo>
                  <a:pt x="435132" y="42338"/>
                  <a:pt x="435275" y="42859"/>
                  <a:pt x="435401" y="43522"/>
                </a:cubicBezTo>
                <a:cubicBezTo>
                  <a:pt x="435527" y="44185"/>
                  <a:pt x="435622" y="45180"/>
                  <a:pt x="435685" y="46506"/>
                </a:cubicBezTo>
                <a:cubicBezTo>
                  <a:pt x="435748" y="47832"/>
                  <a:pt x="435780" y="49631"/>
                  <a:pt x="435780" y="51904"/>
                </a:cubicBezTo>
                <a:close/>
                <a:moveTo>
                  <a:pt x="517932" y="128906"/>
                </a:moveTo>
                <a:cubicBezTo>
                  <a:pt x="517932" y="129790"/>
                  <a:pt x="517616" y="130485"/>
                  <a:pt x="516985" y="130992"/>
                </a:cubicBezTo>
                <a:cubicBezTo>
                  <a:pt x="516353" y="131497"/>
                  <a:pt x="515359" y="131861"/>
                  <a:pt x="514001" y="132082"/>
                </a:cubicBezTo>
                <a:cubicBezTo>
                  <a:pt x="512644" y="132303"/>
                  <a:pt x="510639" y="132413"/>
                  <a:pt x="507987" y="132413"/>
                </a:cubicBezTo>
                <a:cubicBezTo>
                  <a:pt x="505145" y="132413"/>
                  <a:pt x="503077" y="132303"/>
                  <a:pt x="501783" y="132082"/>
                </a:cubicBezTo>
                <a:cubicBezTo>
                  <a:pt x="500488" y="131861"/>
                  <a:pt x="499573" y="131497"/>
                  <a:pt x="499036" y="130992"/>
                </a:cubicBezTo>
                <a:cubicBezTo>
                  <a:pt x="498499" y="130487"/>
                  <a:pt x="498231" y="129793"/>
                  <a:pt x="498231" y="128909"/>
                </a:cubicBezTo>
                <a:lnTo>
                  <a:pt x="498231" y="122184"/>
                </a:lnTo>
                <a:cubicBezTo>
                  <a:pt x="494758" y="125909"/>
                  <a:pt x="490796" y="128830"/>
                  <a:pt x="486344" y="130945"/>
                </a:cubicBezTo>
                <a:cubicBezTo>
                  <a:pt x="481892" y="133060"/>
                  <a:pt x="476951" y="134118"/>
                  <a:pt x="471521" y="134118"/>
                </a:cubicBezTo>
                <a:cubicBezTo>
                  <a:pt x="467038" y="134118"/>
                  <a:pt x="462918" y="133532"/>
                  <a:pt x="459161" y="132360"/>
                </a:cubicBezTo>
                <a:cubicBezTo>
                  <a:pt x="455404" y="131188"/>
                  <a:pt x="452152" y="129445"/>
                  <a:pt x="449405" y="127133"/>
                </a:cubicBezTo>
                <a:cubicBezTo>
                  <a:pt x="446658" y="124820"/>
                  <a:pt x="444527" y="121954"/>
                  <a:pt x="443011" y="118534"/>
                </a:cubicBezTo>
                <a:cubicBezTo>
                  <a:pt x="441496" y="115113"/>
                  <a:pt x="440738" y="111121"/>
                  <a:pt x="440738" y="106559"/>
                </a:cubicBezTo>
                <a:cubicBezTo>
                  <a:pt x="440738" y="101616"/>
                  <a:pt x="441701" y="97323"/>
                  <a:pt x="443627" y="93680"/>
                </a:cubicBezTo>
                <a:cubicBezTo>
                  <a:pt x="445553" y="90037"/>
                  <a:pt x="448426" y="87028"/>
                  <a:pt x="452246" y="84652"/>
                </a:cubicBezTo>
                <a:cubicBezTo>
                  <a:pt x="456067" y="82277"/>
                  <a:pt x="460818" y="80519"/>
                  <a:pt x="466501" y="79378"/>
                </a:cubicBezTo>
                <a:cubicBezTo>
                  <a:pt x="472184" y="78237"/>
                  <a:pt x="478783" y="77667"/>
                  <a:pt x="486297" y="77667"/>
                </a:cubicBezTo>
                <a:lnTo>
                  <a:pt x="494537" y="77667"/>
                </a:lnTo>
                <a:lnTo>
                  <a:pt x="494537" y="72576"/>
                </a:lnTo>
                <a:cubicBezTo>
                  <a:pt x="494537" y="69936"/>
                  <a:pt x="494269" y="67626"/>
                  <a:pt x="493732" y="65647"/>
                </a:cubicBezTo>
                <a:cubicBezTo>
                  <a:pt x="493195" y="63666"/>
                  <a:pt x="492311" y="62015"/>
                  <a:pt x="491080" y="60695"/>
                </a:cubicBezTo>
                <a:cubicBezTo>
                  <a:pt x="489849" y="59375"/>
                  <a:pt x="488207" y="58401"/>
                  <a:pt x="486155" y="57774"/>
                </a:cubicBezTo>
                <a:cubicBezTo>
                  <a:pt x="484102" y="57144"/>
                  <a:pt x="481561" y="56830"/>
                  <a:pt x="478530" y="56830"/>
                </a:cubicBezTo>
                <a:cubicBezTo>
                  <a:pt x="474552" y="56830"/>
                  <a:pt x="471000" y="57272"/>
                  <a:pt x="467874" y="58156"/>
                </a:cubicBezTo>
                <a:cubicBezTo>
                  <a:pt x="464749" y="59040"/>
                  <a:pt x="461986" y="60018"/>
                  <a:pt x="459587" y="61092"/>
                </a:cubicBezTo>
                <a:cubicBezTo>
                  <a:pt x="457187" y="62165"/>
                  <a:pt x="455183" y="63144"/>
                  <a:pt x="453572" y="64028"/>
                </a:cubicBezTo>
                <a:cubicBezTo>
                  <a:pt x="451962" y="64912"/>
                  <a:pt x="450652" y="65354"/>
                  <a:pt x="449642" y="65354"/>
                </a:cubicBezTo>
                <a:cubicBezTo>
                  <a:pt x="448947" y="65354"/>
                  <a:pt x="448331" y="65132"/>
                  <a:pt x="447795" y="64688"/>
                </a:cubicBezTo>
                <a:cubicBezTo>
                  <a:pt x="447258" y="64244"/>
                  <a:pt x="446816" y="63610"/>
                  <a:pt x="446469" y="62785"/>
                </a:cubicBezTo>
                <a:cubicBezTo>
                  <a:pt x="446121" y="61960"/>
                  <a:pt x="445853" y="60945"/>
                  <a:pt x="445664" y="59739"/>
                </a:cubicBezTo>
                <a:cubicBezTo>
                  <a:pt x="445474" y="58532"/>
                  <a:pt x="445379" y="57199"/>
                  <a:pt x="445379" y="55740"/>
                </a:cubicBezTo>
                <a:cubicBezTo>
                  <a:pt x="445379" y="53773"/>
                  <a:pt x="445537" y="52218"/>
                  <a:pt x="445853" y="51076"/>
                </a:cubicBezTo>
                <a:cubicBezTo>
                  <a:pt x="446169" y="49933"/>
                  <a:pt x="446769" y="48902"/>
                  <a:pt x="447653" y="47983"/>
                </a:cubicBezTo>
                <a:cubicBezTo>
                  <a:pt x="448537" y="47061"/>
                  <a:pt x="450084" y="46048"/>
                  <a:pt x="452294" y="44943"/>
                </a:cubicBezTo>
                <a:cubicBezTo>
                  <a:pt x="454504" y="43838"/>
                  <a:pt x="457093" y="42812"/>
                  <a:pt x="460060" y="41865"/>
                </a:cubicBezTo>
                <a:cubicBezTo>
                  <a:pt x="463028" y="40917"/>
                  <a:pt x="466264" y="40144"/>
                  <a:pt x="469769" y="39544"/>
                </a:cubicBezTo>
                <a:cubicBezTo>
                  <a:pt x="473273" y="38944"/>
                  <a:pt x="476888" y="38644"/>
                  <a:pt x="480614" y="38644"/>
                </a:cubicBezTo>
                <a:cubicBezTo>
                  <a:pt x="487244" y="38644"/>
                  <a:pt x="492911" y="39292"/>
                  <a:pt x="497615" y="40589"/>
                </a:cubicBezTo>
                <a:cubicBezTo>
                  <a:pt x="502320" y="41883"/>
                  <a:pt x="506187" y="43874"/>
                  <a:pt x="509218" y="46562"/>
                </a:cubicBezTo>
                <a:cubicBezTo>
                  <a:pt x="512249" y="49247"/>
                  <a:pt x="514459" y="52708"/>
                  <a:pt x="515848" y="56942"/>
                </a:cubicBezTo>
                <a:cubicBezTo>
                  <a:pt x="517237" y="61177"/>
                  <a:pt x="517932" y="66202"/>
                  <a:pt x="517932" y="72017"/>
                </a:cubicBezTo>
                <a:lnTo>
                  <a:pt x="517932" y="128906"/>
                </a:lnTo>
                <a:moveTo>
                  <a:pt x="494537" y="92632"/>
                </a:moveTo>
                <a:lnTo>
                  <a:pt x="485444" y="92632"/>
                </a:lnTo>
                <a:cubicBezTo>
                  <a:pt x="481593" y="92632"/>
                  <a:pt x="478309" y="92918"/>
                  <a:pt x="475594" y="93491"/>
                </a:cubicBezTo>
                <a:cubicBezTo>
                  <a:pt x="472879" y="94063"/>
                  <a:pt x="470669" y="94922"/>
                  <a:pt x="468964" y="96069"/>
                </a:cubicBezTo>
                <a:cubicBezTo>
                  <a:pt x="467259" y="97213"/>
                  <a:pt x="466012" y="98597"/>
                  <a:pt x="465222" y="100221"/>
                </a:cubicBezTo>
                <a:cubicBezTo>
                  <a:pt x="464433" y="101843"/>
                  <a:pt x="464038" y="103704"/>
                  <a:pt x="464038" y="105804"/>
                </a:cubicBezTo>
                <a:cubicBezTo>
                  <a:pt x="464038" y="109367"/>
                  <a:pt x="465159" y="112168"/>
                  <a:pt x="467401" y="114204"/>
                </a:cubicBezTo>
                <a:cubicBezTo>
                  <a:pt x="469642" y="116240"/>
                  <a:pt x="472752" y="117259"/>
                  <a:pt x="476730" y="117259"/>
                </a:cubicBezTo>
                <a:cubicBezTo>
                  <a:pt x="480077" y="117259"/>
                  <a:pt x="483155" y="116400"/>
                  <a:pt x="485965" y="114683"/>
                </a:cubicBezTo>
                <a:cubicBezTo>
                  <a:pt x="488775" y="112965"/>
                  <a:pt x="491632" y="110451"/>
                  <a:pt x="494537" y="107142"/>
                </a:cubicBezTo>
                <a:lnTo>
                  <a:pt x="494537" y="92632"/>
                </a:lnTo>
                <a:close/>
                <a:moveTo>
                  <a:pt x="605939" y="115175"/>
                </a:moveTo>
                <a:cubicBezTo>
                  <a:pt x="605939" y="116816"/>
                  <a:pt x="605892" y="118190"/>
                  <a:pt x="605797" y="119295"/>
                </a:cubicBezTo>
                <a:cubicBezTo>
                  <a:pt x="605702" y="120400"/>
                  <a:pt x="605576" y="121331"/>
                  <a:pt x="605418" y="122089"/>
                </a:cubicBezTo>
                <a:cubicBezTo>
                  <a:pt x="605260" y="122847"/>
                  <a:pt x="605071" y="123462"/>
                  <a:pt x="604850" y="123936"/>
                </a:cubicBezTo>
                <a:cubicBezTo>
                  <a:pt x="604629" y="124410"/>
                  <a:pt x="604139" y="125009"/>
                  <a:pt x="603382" y="125736"/>
                </a:cubicBezTo>
                <a:cubicBezTo>
                  <a:pt x="602624" y="126462"/>
                  <a:pt x="601330" y="127346"/>
                  <a:pt x="599498" y="128388"/>
                </a:cubicBezTo>
                <a:cubicBezTo>
                  <a:pt x="597667" y="129430"/>
                  <a:pt x="595583" y="130361"/>
                  <a:pt x="593247" y="131182"/>
                </a:cubicBezTo>
                <a:cubicBezTo>
                  <a:pt x="590911" y="132003"/>
                  <a:pt x="588369" y="132666"/>
                  <a:pt x="585622" y="133171"/>
                </a:cubicBezTo>
                <a:cubicBezTo>
                  <a:pt x="582876" y="133676"/>
                  <a:pt x="580050" y="133929"/>
                  <a:pt x="577145" y="133929"/>
                </a:cubicBezTo>
                <a:cubicBezTo>
                  <a:pt x="570642" y="133929"/>
                  <a:pt x="564880" y="132918"/>
                  <a:pt x="559860" y="130898"/>
                </a:cubicBezTo>
                <a:cubicBezTo>
                  <a:pt x="554840" y="128877"/>
                  <a:pt x="550625" y="125893"/>
                  <a:pt x="547215" y="121947"/>
                </a:cubicBezTo>
                <a:cubicBezTo>
                  <a:pt x="543805" y="118000"/>
                  <a:pt x="541232" y="113186"/>
                  <a:pt x="539496" y="107503"/>
                </a:cubicBezTo>
                <a:cubicBezTo>
                  <a:pt x="537759" y="101820"/>
                  <a:pt x="536891" y="95316"/>
                  <a:pt x="536891" y="87991"/>
                </a:cubicBezTo>
                <a:cubicBezTo>
                  <a:pt x="536891" y="79530"/>
                  <a:pt x="537949" y="72221"/>
                  <a:pt x="540064" y="66064"/>
                </a:cubicBezTo>
                <a:cubicBezTo>
                  <a:pt x="542179" y="59908"/>
                  <a:pt x="545131" y="54809"/>
                  <a:pt x="548920" y="50768"/>
                </a:cubicBezTo>
                <a:cubicBezTo>
                  <a:pt x="552709" y="46727"/>
                  <a:pt x="557192" y="43727"/>
                  <a:pt x="562370" y="41770"/>
                </a:cubicBezTo>
                <a:cubicBezTo>
                  <a:pt x="567547" y="39812"/>
                  <a:pt x="573230" y="38834"/>
                  <a:pt x="579419" y="38834"/>
                </a:cubicBezTo>
                <a:cubicBezTo>
                  <a:pt x="581944" y="38834"/>
                  <a:pt x="584423" y="39055"/>
                  <a:pt x="586854" y="39497"/>
                </a:cubicBezTo>
                <a:cubicBezTo>
                  <a:pt x="589285" y="39939"/>
                  <a:pt x="591558" y="40538"/>
                  <a:pt x="593673" y="41296"/>
                </a:cubicBezTo>
                <a:cubicBezTo>
                  <a:pt x="595789" y="42054"/>
                  <a:pt x="597683" y="42906"/>
                  <a:pt x="599356" y="43854"/>
                </a:cubicBezTo>
                <a:cubicBezTo>
                  <a:pt x="601030" y="44801"/>
                  <a:pt x="602214" y="45622"/>
                  <a:pt x="602908" y="46316"/>
                </a:cubicBezTo>
                <a:cubicBezTo>
                  <a:pt x="603603" y="47011"/>
                  <a:pt x="604092" y="47595"/>
                  <a:pt x="604376" y="48068"/>
                </a:cubicBezTo>
                <a:cubicBezTo>
                  <a:pt x="604660" y="48542"/>
                  <a:pt x="604881" y="49158"/>
                  <a:pt x="605039" y="49915"/>
                </a:cubicBezTo>
                <a:cubicBezTo>
                  <a:pt x="605197" y="50673"/>
                  <a:pt x="605323" y="51604"/>
                  <a:pt x="605418" y="52709"/>
                </a:cubicBezTo>
                <a:cubicBezTo>
                  <a:pt x="605513" y="53815"/>
                  <a:pt x="605560" y="55156"/>
                  <a:pt x="605560" y="56735"/>
                </a:cubicBezTo>
                <a:cubicBezTo>
                  <a:pt x="605560" y="60397"/>
                  <a:pt x="605244" y="62970"/>
                  <a:pt x="604613" y="64454"/>
                </a:cubicBezTo>
                <a:cubicBezTo>
                  <a:pt x="603982" y="65938"/>
                  <a:pt x="603161" y="66680"/>
                  <a:pt x="602150" y="66680"/>
                </a:cubicBezTo>
                <a:cubicBezTo>
                  <a:pt x="601077" y="66680"/>
                  <a:pt x="599940" y="66238"/>
                  <a:pt x="598741" y="65354"/>
                </a:cubicBezTo>
                <a:cubicBezTo>
                  <a:pt x="597541" y="64470"/>
                  <a:pt x="596120" y="63491"/>
                  <a:pt x="594478" y="62418"/>
                </a:cubicBezTo>
                <a:cubicBezTo>
                  <a:pt x="592837" y="61344"/>
                  <a:pt x="590879" y="60366"/>
                  <a:pt x="588606" y="59482"/>
                </a:cubicBezTo>
                <a:cubicBezTo>
                  <a:pt x="586333" y="58598"/>
                  <a:pt x="583618" y="58156"/>
                  <a:pt x="580460" y="58156"/>
                </a:cubicBezTo>
                <a:cubicBezTo>
                  <a:pt x="574272" y="58156"/>
                  <a:pt x="569537" y="60539"/>
                  <a:pt x="566253" y="65307"/>
                </a:cubicBezTo>
                <a:cubicBezTo>
                  <a:pt x="562970" y="70074"/>
                  <a:pt x="561328" y="77067"/>
                  <a:pt x="561328" y="86286"/>
                </a:cubicBezTo>
                <a:cubicBezTo>
                  <a:pt x="561328" y="90833"/>
                  <a:pt x="561738" y="94842"/>
                  <a:pt x="562559" y="98315"/>
                </a:cubicBezTo>
                <a:cubicBezTo>
                  <a:pt x="563380" y="101788"/>
                  <a:pt x="564595" y="104693"/>
                  <a:pt x="566206" y="107029"/>
                </a:cubicBezTo>
                <a:cubicBezTo>
                  <a:pt x="567816" y="109365"/>
                  <a:pt x="569836" y="111118"/>
                  <a:pt x="572267" y="112286"/>
                </a:cubicBezTo>
                <a:cubicBezTo>
                  <a:pt x="574699" y="113454"/>
                  <a:pt x="577524" y="114038"/>
                  <a:pt x="580745" y="114038"/>
                </a:cubicBezTo>
                <a:cubicBezTo>
                  <a:pt x="584028" y="114038"/>
                  <a:pt x="586854" y="113549"/>
                  <a:pt x="589222" y="112570"/>
                </a:cubicBezTo>
                <a:cubicBezTo>
                  <a:pt x="591590" y="111591"/>
                  <a:pt x="593658" y="110502"/>
                  <a:pt x="595426" y="109302"/>
                </a:cubicBezTo>
                <a:cubicBezTo>
                  <a:pt x="597194" y="108103"/>
                  <a:pt x="598677" y="107013"/>
                  <a:pt x="599877" y="106035"/>
                </a:cubicBezTo>
                <a:cubicBezTo>
                  <a:pt x="601077" y="105056"/>
                  <a:pt x="602087" y="104567"/>
                  <a:pt x="602908" y="104567"/>
                </a:cubicBezTo>
                <a:cubicBezTo>
                  <a:pt x="603476" y="104567"/>
                  <a:pt x="603950" y="104724"/>
                  <a:pt x="604329" y="105040"/>
                </a:cubicBezTo>
                <a:cubicBezTo>
                  <a:pt x="604708" y="105356"/>
                  <a:pt x="605008" y="105940"/>
                  <a:pt x="605229" y="106792"/>
                </a:cubicBezTo>
                <a:cubicBezTo>
                  <a:pt x="605450" y="107645"/>
                  <a:pt x="605623" y="108734"/>
                  <a:pt x="605750" y="110060"/>
                </a:cubicBezTo>
                <a:cubicBezTo>
                  <a:pt x="605876" y="111386"/>
                  <a:pt x="605939" y="113091"/>
                  <a:pt x="605939" y="115175"/>
                </a:cubicBezTo>
                <a:close/>
                <a:moveTo>
                  <a:pt x="672750" y="120224"/>
                </a:moveTo>
                <a:cubicBezTo>
                  <a:pt x="672750" y="123016"/>
                  <a:pt x="672576" y="125158"/>
                  <a:pt x="672229" y="126650"/>
                </a:cubicBezTo>
                <a:cubicBezTo>
                  <a:pt x="671882" y="128140"/>
                  <a:pt x="671424" y="129187"/>
                  <a:pt x="670856" y="129791"/>
                </a:cubicBezTo>
                <a:cubicBezTo>
                  <a:pt x="670287" y="130392"/>
                  <a:pt x="669451" y="130931"/>
                  <a:pt x="668346" y="131407"/>
                </a:cubicBezTo>
                <a:cubicBezTo>
                  <a:pt x="667241" y="131882"/>
                  <a:pt x="665946" y="132295"/>
                  <a:pt x="664462" y="132644"/>
                </a:cubicBezTo>
                <a:cubicBezTo>
                  <a:pt x="662978" y="132993"/>
                  <a:pt x="661368" y="133263"/>
                  <a:pt x="659632" y="133452"/>
                </a:cubicBezTo>
                <a:cubicBezTo>
                  <a:pt x="657895" y="133643"/>
                  <a:pt x="656143" y="133739"/>
                  <a:pt x="654375" y="133739"/>
                </a:cubicBezTo>
                <a:cubicBezTo>
                  <a:pt x="649639" y="133739"/>
                  <a:pt x="645535" y="133139"/>
                  <a:pt x="642062" y="131939"/>
                </a:cubicBezTo>
                <a:cubicBezTo>
                  <a:pt x="638589" y="130740"/>
                  <a:pt x="635716" y="128893"/>
                  <a:pt x="633443" y="126399"/>
                </a:cubicBezTo>
                <a:cubicBezTo>
                  <a:pt x="631170" y="123904"/>
                  <a:pt x="629496" y="120763"/>
                  <a:pt x="628423" y="116974"/>
                </a:cubicBezTo>
                <a:cubicBezTo>
                  <a:pt x="627349" y="113186"/>
                  <a:pt x="626813" y="108702"/>
                  <a:pt x="626813" y="103525"/>
                </a:cubicBezTo>
                <a:lnTo>
                  <a:pt x="626813" y="60239"/>
                </a:lnTo>
                <a:lnTo>
                  <a:pt x="616678" y="60239"/>
                </a:lnTo>
                <a:cubicBezTo>
                  <a:pt x="615478" y="60239"/>
                  <a:pt x="614563" y="59497"/>
                  <a:pt x="613931" y="58014"/>
                </a:cubicBezTo>
                <a:cubicBezTo>
                  <a:pt x="613300" y="56530"/>
                  <a:pt x="612984" y="54051"/>
                  <a:pt x="612984" y="50578"/>
                </a:cubicBezTo>
                <a:cubicBezTo>
                  <a:pt x="612984" y="48747"/>
                  <a:pt x="613063" y="47200"/>
                  <a:pt x="613221" y="45937"/>
                </a:cubicBezTo>
                <a:cubicBezTo>
                  <a:pt x="613379" y="44674"/>
                  <a:pt x="613615" y="43680"/>
                  <a:pt x="613931" y="42954"/>
                </a:cubicBezTo>
                <a:cubicBezTo>
                  <a:pt x="614247" y="42228"/>
                  <a:pt x="614642" y="41707"/>
                  <a:pt x="615115" y="41391"/>
                </a:cubicBezTo>
                <a:cubicBezTo>
                  <a:pt x="615589" y="41075"/>
                  <a:pt x="616141" y="40917"/>
                  <a:pt x="616773" y="40917"/>
                </a:cubicBezTo>
                <a:lnTo>
                  <a:pt x="626813" y="40917"/>
                </a:lnTo>
                <a:lnTo>
                  <a:pt x="626813" y="21992"/>
                </a:lnTo>
                <a:cubicBezTo>
                  <a:pt x="626813" y="21356"/>
                  <a:pt x="626986" y="20785"/>
                  <a:pt x="627334" y="20278"/>
                </a:cubicBezTo>
                <a:cubicBezTo>
                  <a:pt x="627681" y="19771"/>
                  <a:pt x="628312" y="19344"/>
                  <a:pt x="629228" y="18996"/>
                </a:cubicBezTo>
                <a:cubicBezTo>
                  <a:pt x="630143" y="18647"/>
                  <a:pt x="631375" y="18394"/>
                  <a:pt x="632922" y="18236"/>
                </a:cubicBezTo>
                <a:cubicBezTo>
                  <a:pt x="634469" y="18076"/>
                  <a:pt x="636379" y="17996"/>
                  <a:pt x="638652" y="17996"/>
                </a:cubicBezTo>
                <a:cubicBezTo>
                  <a:pt x="640988" y="17996"/>
                  <a:pt x="642930" y="18076"/>
                  <a:pt x="644477" y="18236"/>
                </a:cubicBezTo>
                <a:cubicBezTo>
                  <a:pt x="646024" y="18394"/>
                  <a:pt x="647240" y="18647"/>
                  <a:pt x="648124" y="18996"/>
                </a:cubicBezTo>
                <a:cubicBezTo>
                  <a:pt x="649008" y="19344"/>
                  <a:pt x="649639" y="19771"/>
                  <a:pt x="650018" y="20278"/>
                </a:cubicBezTo>
                <a:cubicBezTo>
                  <a:pt x="650397" y="20785"/>
                  <a:pt x="650586" y="21356"/>
                  <a:pt x="650586" y="21992"/>
                </a:cubicBezTo>
                <a:lnTo>
                  <a:pt x="650586" y="40917"/>
                </a:lnTo>
                <a:lnTo>
                  <a:pt x="668961" y="40917"/>
                </a:lnTo>
                <a:cubicBezTo>
                  <a:pt x="669593" y="40917"/>
                  <a:pt x="670145" y="41075"/>
                  <a:pt x="670619" y="41391"/>
                </a:cubicBezTo>
                <a:cubicBezTo>
                  <a:pt x="671092" y="41707"/>
                  <a:pt x="671487" y="42228"/>
                  <a:pt x="671803" y="42954"/>
                </a:cubicBezTo>
                <a:cubicBezTo>
                  <a:pt x="672118" y="43680"/>
                  <a:pt x="672355" y="44674"/>
                  <a:pt x="672513" y="45937"/>
                </a:cubicBezTo>
                <a:cubicBezTo>
                  <a:pt x="672671" y="47200"/>
                  <a:pt x="672750" y="48747"/>
                  <a:pt x="672750" y="50578"/>
                </a:cubicBezTo>
                <a:cubicBezTo>
                  <a:pt x="672750" y="54051"/>
                  <a:pt x="672434" y="56530"/>
                  <a:pt x="671803" y="58014"/>
                </a:cubicBezTo>
                <a:cubicBezTo>
                  <a:pt x="671171" y="59497"/>
                  <a:pt x="670256" y="60239"/>
                  <a:pt x="669056" y="60239"/>
                </a:cubicBezTo>
                <a:lnTo>
                  <a:pt x="650586" y="60239"/>
                </a:lnTo>
                <a:lnTo>
                  <a:pt x="650586" y="99854"/>
                </a:lnTo>
                <a:cubicBezTo>
                  <a:pt x="650586" y="104456"/>
                  <a:pt x="651312" y="107907"/>
                  <a:pt x="652765" y="110208"/>
                </a:cubicBezTo>
                <a:cubicBezTo>
                  <a:pt x="654217" y="112509"/>
                  <a:pt x="656806" y="113659"/>
                  <a:pt x="660532" y="113659"/>
                </a:cubicBezTo>
                <a:cubicBezTo>
                  <a:pt x="661794" y="113659"/>
                  <a:pt x="662931" y="113549"/>
                  <a:pt x="663941" y="113328"/>
                </a:cubicBezTo>
                <a:cubicBezTo>
                  <a:pt x="664952" y="113107"/>
                  <a:pt x="665851" y="112854"/>
                  <a:pt x="666641" y="112570"/>
                </a:cubicBezTo>
                <a:cubicBezTo>
                  <a:pt x="667430" y="112286"/>
                  <a:pt x="668093" y="112033"/>
                  <a:pt x="668630" y="111812"/>
                </a:cubicBezTo>
                <a:cubicBezTo>
                  <a:pt x="669166" y="111591"/>
                  <a:pt x="669656" y="111481"/>
                  <a:pt x="670098" y="111481"/>
                </a:cubicBezTo>
                <a:cubicBezTo>
                  <a:pt x="670477" y="111481"/>
                  <a:pt x="670840" y="111591"/>
                  <a:pt x="671187" y="111812"/>
                </a:cubicBezTo>
                <a:cubicBezTo>
                  <a:pt x="671534" y="112033"/>
                  <a:pt x="671803" y="112476"/>
                  <a:pt x="671992" y="113141"/>
                </a:cubicBezTo>
                <a:cubicBezTo>
                  <a:pt x="672182" y="113804"/>
                  <a:pt x="672355" y="114707"/>
                  <a:pt x="672513" y="115850"/>
                </a:cubicBezTo>
                <a:cubicBezTo>
                  <a:pt x="672671" y="116990"/>
                  <a:pt x="672750" y="118448"/>
                  <a:pt x="672750" y="120224"/>
                </a:cubicBezTo>
                <a:close/>
                <a:moveTo>
                  <a:pt x="796385" y="127488"/>
                </a:moveTo>
                <a:cubicBezTo>
                  <a:pt x="796069" y="128561"/>
                  <a:pt x="795659" y="129430"/>
                  <a:pt x="795153" y="130093"/>
                </a:cubicBezTo>
                <a:cubicBezTo>
                  <a:pt x="794648" y="130756"/>
                  <a:pt x="793827" y="131261"/>
                  <a:pt x="792691" y="131608"/>
                </a:cubicBezTo>
                <a:cubicBezTo>
                  <a:pt x="791554" y="131955"/>
                  <a:pt x="790007" y="132176"/>
                  <a:pt x="788050" y="132271"/>
                </a:cubicBezTo>
                <a:cubicBezTo>
                  <a:pt x="786092" y="132366"/>
                  <a:pt x="783535" y="132413"/>
                  <a:pt x="780378" y="132413"/>
                </a:cubicBezTo>
                <a:cubicBezTo>
                  <a:pt x="777852" y="132413"/>
                  <a:pt x="775689" y="132397"/>
                  <a:pt x="773890" y="132366"/>
                </a:cubicBezTo>
                <a:cubicBezTo>
                  <a:pt x="772090" y="132334"/>
                  <a:pt x="770559" y="132255"/>
                  <a:pt x="769296" y="132129"/>
                </a:cubicBezTo>
                <a:cubicBezTo>
                  <a:pt x="768033" y="132003"/>
                  <a:pt x="767007" y="131813"/>
                  <a:pt x="766218" y="131561"/>
                </a:cubicBezTo>
                <a:cubicBezTo>
                  <a:pt x="765428" y="131308"/>
                  <a:pt x="764765" y="130992"/>
                  <a:pt x="764229" y="130613"/>
                </a:cubicBezTo>
                <a:cubicBezTo>
                  <a:pt x="763692" y="130235"/>
                  <a:pt x="763281" y="129777"/>
                  <a:pt x="762997" y="129240"/>
                </a:cubicBezTo>
                <a:cubicBezTo>
                  <a:pt x="762713" y="128703"/>
                  <a:pt x="762445" y="128025"/>
                  <a:pt x="762192" y="127204"/>
                </a:cubicBezTo>
                <a:lnTo>
                  <a:pt x="725727" y="18564"/>
                </a:lnTo>
                <a:cubicBezTo>
                  <a:pt x="724969" y="16291"/>
                  <a:pt x="724511" y="14492"/>
                  <a:pt x="724353" y="13166"/>
                </a:cubicBezTo>
                <a:cubicBezTo>
                  <a:pt x="724195" y="11840"/>
                  <a:pt x="724511" y="10845"/>
                  <a:pt x="725300" y="10182"/>
                </a:cubicBezTo>
                <a:cubicBezTo>
                  <a:pt x="726090" y="9519"/>
                  <a:pt x="727431" y="9109"/>
                  <a:pt x="729326" y="8951"/>
                </a:cubicBezTo>
                <a:cubicBezTo>
                  <a:pt x="731220" y="8793"/>
                  <a:pt x="733872" y="8714"/>
                  <a:pt x="737282" y="8714"/>
                </a:cubicBezTo>
                <a:cubicBezTo>
                  <a:pt x="740187" y="8714"/>
                  <a:pt x="742460" y="8777"/>
                  <a:pt x="744101" y="8903"/>
                </a:cubicBezTo>
                <a:cubicBezTo>
                  <a:pt x="745743" y="9030"/>
                  <a:pt x="747006" y="9251"/>
                  <a:pt x="747890" y="9566"/>
                </a:cubicBezTo>
                <a:cubicBezTo>
                  <a:pt x="748774" y="9882"/>
                  <a:pt x="749390" y="10356"/>
                  <a:pt x="749737" y="10987"/>
                </a:cubicBezTo>
                <a:cubicBezTo>
                  <a:pt x="750084" y="11618"/>
                  <a:pt x="750416" y="12408"/>
                  <a:pt x="750732" y="13355"/>
                </a:cubicBezTo>
                <a:lnTo>
                  <a:pt x="780567" y="107882"/>
                </a:lnTo>
                <a:lnTo>
                  <a:pt x="780662" y="107882"/>
                </a:lnTo>
                <a:lnTo>
                  <a:pt x="809929" y="13829"/>
                </a:lnTo>
                <a:cubicBezTo>
                  <a:pt x="810182" y="12755"/>
                  <a:pt x="810497" y="11887"/>
                  <a:pt x="810876" y="11224"/>
                </a:cubicBezTo>
                <a:cubicBezTo>
                  <a:pt x="811255" y="10561"/>
                  <a:pt x="811902" y="10040"/>
                  <a:pt x="812818" y="9661"/>
                </a:cubicBezTo>
                <a:cubicBezTo>
                  <a:pt x="813734" y="9282"/>
                  <a:pt x="815044" y="9030"/>
                  <a:pt x="816749" y="8903"/>
                </a:cubicBezTo>
                <a:cubicBezTo>
                  <a:pt x="818454" y="8777"/>
                  <a:pt x="820790" y="8714"/>
                  <a:pt x="823758" y="8714"/>
                </a:cubicBezTo>
                <a:cubicBezTo>
                  <a:pt x="826662" y="8714"/>
                  <a:pt x="828920" y="8809"/>
                  <a:pt x="830530" y="8998"/>
                </a:cubicBezTo>
                <a:cubicBezTo>
                  <a:pt x="832140" y="9187"/>
                  <a:pt x="833245" y="9645"/>
                  <a:pt x="833845" y="10371"/>
                </a:cubicBezTo>
                <a:cubicBezTo>
                  <a:pt x="834445" y="11098"/>
                  <a:pt x="834634" y="12124"/>
                  <a:pt x="834413" y="13450"/>
                </a:cubicBezTo>
                <a:cubicBezTo>
                  <a:pt x="834192" y="14776"/>
                  <a:pt x="833703" y="16544"/>
                  <a:pt x="832945" y="18754"/>
                </a:cubicBezTo>
                <a:lnTo>
                  <a:pt x="796385" y="127488"/>
                </a:lnTo>
                <a:close/>
                <a:moveTo>
                  <a:pt x="910351" y="128906"/>
                </a:moveTo>
                <a:cubicBezTo>
                  <a:pt x="910351" y="129790"/>
                  <a:pt x="910035" y="130485"/>
                  <a:pt x="909404" y="130992"/>
                </a:cubicBezTo>
                <a:cubicBezTo>
                  <a:pt x="908772" y="131497"/>
                  <a:pt x="907778" y="131861"/>
                  <a:pt x="906420" y="132082"/>
                </a:cubicBezTo>
                <a:cubicBezTo>
                  <a:pt x="905062" y="132303"/>
                  <a:pt x="903058" y="132413"/>
                  <a:pt x="900405" y="132413"/>
                </a:cubicBezTo>
                <a:cubicBezTo>
                  <a:pt x="897564" y="132413"/>
                  <a:pt x="895496" y="132303"/>
                  <a:pt x="894202" y="132082"/>
                </a:cubicBezTo>
                <a:cubicBezTo>
                  <a:pt x="892907" y="131861"/>
                  <a:pt x="891992" y="131497"/>
                  <a:pt x="891455" y="130992"/>
                </a:cubicBezTo>
                <a:cubicBezTo>
                  <a:pt x="890918" y="130487"/>
                  <a:pt x="890650" y="129793"/>
                  <a:pt x="890650" y="128909"/>
                </a:cubicBezTo>
                <a:lnTo>
                  <a:pt x="890650" y="122184"/>
                </a:lnTo>
                <a:cubicBezTo>
                  <a:pt x="887177" y="125909"/>
                  <a:pt x="883215" y="128830"/>
                  <a:pt x="878763" y="130945"/>
                </a:cubicBezTo>
                <a:cubicBezTo>
                  <a:pt x="874311" y="133060"/>
                  <a:pt x="869370" y="134118"/>
                  <a:pt x="863940" y="134118"/>
                </a:cubicBezTo>
                <a:cubicBezTo>
                  <a:pt x="859457" y="134118"/>
                  <a:pt x="855336" y="133532"/>
                  <a:pt x="851579" y="132360"/>
                </a:cubicBezTo>
                <a:cubicBezTo>
                  <a:pt x="847822" y="131188"/>
                  <a:pt x="844570" y="129445"/>
                  <a:pt x="841824" y="127133"/>
                </a:cubicBezTo>
                <a:cubicBezTo>
                  <a:pt x="839077" y="124820"/>
                  <a:pt x="836946" y="121954"/>
                  <a:pt x="835430" y="118534"/>
                </a:cubicBezTo>
                <a:cubicBezTo>
                  <a:pt x="833915" y="115113"/>
                  <a:pt x="833157" y="111121"/>
                  <a:pt x="833157" y="106559"/>
                </a:cubicBezTo>
                <a:cubicBezTo>
                  <a:pt x="833157" y="101616"/>
                  <a:pt x="834120" y="97323"/>
                  <a:pt x="836046" y="93680"/>
                </a:cubicBezTo>
                <a:cubicBezTo>
                  <a:pt x="837972" y="90037"/>
                  <a:pt x="840845" y="87028"/>
                  <a:pt x="844665" y="84652"/>
                </a:cubicBezTo>
                <a:cubicBezTo>
                  <a:pt x="848485" y="82277"/>
                  <a:pt x="853237" y="80519"/>
                  <a:pt x="858920" y="79378"/>
                </a:cubicBezTo>
                <a:cubicBezTo>
                  <a:pt x="864603" y="78237"/>
                  <a:pt x="871201" y="77667"/>
                  <a:pt x="878716" y="77667"/>
                </a:cubicBezTo>
                <a:lnTo>
                  <a:pt x="886956" y="77667"/>
                </a:lnTo>
                <a:lnTo>
                  <a:pt x="886956" y="72576"/>
                </a:lnTo>
                <a:cubicBezTo>
                  <a:pt x="886956" y="69936"/>
                  <a:pt x="886687" y="67626"/>
                  <a:pt x="886151" y="65647"/>
                </a:cubicBezTo>
                <a:cubicBezTo>
                  <a:pt x="885614" y="63666"/>
                  <a:pt x="884730" y="62015"/>
                  <a:pt x="883499" y="60695"/>
                </a:cubicBezTo>
                <a:cubicBezTo>
                  <a:pt x="882267" y="59375"/>
                  <a:pt x="880626" y="58401"/>
                  <a:pt x="878573" y="57774"/>
                </a:cubicBezTo>
                <a:cubicBezTo>
                  <a:pt x="876521" y="57144"/>
                  <a:pt x="873980" y="56830"/>
                  <a:pt x="870949" y="56830"/>
                </a:cubicBezTo>
                <a:cubicBezTo>
                  <a:pt x="866971" y="56830"/>
                  <a:pt x="863419" y="57272"/>
                  <a:pt x="860293" y="58156"/>
                </a:cubicBezTo>
                <a:cubicBezTo>
                  <a:pt x="857168" y="59040"/>
                  <a:pt x="854405" y="60018"/>
                  <a:pt x="852006" y="61092"/>
                </a:cubicBezTo>
                <a:cubicBezTo>
                  <a:pt x="849606" y="62165"/>
                  <a:pt x="847601" y="63144"/>
                  <a:pt x="845991" y="64028"/>
                </a:cubicBezTo>
                <a:cubicBezTo>
                  <a:pt x="844381" y="64912"/>
                  <a:pt x="843071" y="65354"/>
                  <a:pt x="842060" y="65354"/>
                </a:cubicBezTo>
                <a:cubicBezTo>
                  <a:pt x="841366" y="65354"/>
                  <a:pt x="840750" y="65132"/>
                  <a:pt x="840213" y="64688"/>
                </a:cubicBezTo>
                <a:cubicBezTo>
                  <a:pt x="839677" y="64244"/>
                  <a:pt x="839235" y="63610"/>
                  <a:pt x="838887" y="62785"/>
                </a:cubicBezTo>
                <a:cubicBezTo>
                  <a:pt x="838540" y="61960"/>
                  <a:pt x="838272" y="60945"/>
                  <a:pt x="838082" y="59739"/>
                </a:cubicBezTo>
                <a:cubicBezTo>
                  <a:pt x="837893" y="58532"/>
                  <a:pt x="837798" y="57199"/>
                  <a:pt x="837798" y="55740"/>
                </a:cubicBezTo>
                <a:cubicBezTo>
                  <a:pt x="837798" y="53773"/>
                  <a:pt x="837956" y="52218"/>
                  <a:pt x="838272" y="51076"/>
                </a:cubicBezTo>
                <a:cubicBezTo>
                  <a:pt x="838587" y="49933"/>
                  <a:pt x="839187" y="48902"/>
                  <a:pt x="840071" y="47983"/>
                </a:cubicBezTo>
                <a:cubicBezTo>
                  <a:pt x="840955" y="47061"/>
                  <a:pt x="842502" y="46048"/>
                  <a:pt x="844712" y="44943"/>
                </a:cubicBezTo>
                <a:cubicBezTo>
                  <a:pt x="846922" y="43838"/>
                  <a:pt x="849511" y="42812"/>
                  <a:pt x="852479" y="41865"/>
                </a:cubicBezTo>
                <a:cubicBezTo>
                  <a:pt x="855447" y="40917"/>
                  <a:pt x="858683" y="40144"/>
                  <a:pt x="862188" y="39544"/>
                </a:cubicBezTo>
                <a:cubicBezTo>
                  <a:pt x="865692" y="38944"/>
                  <a:pt x="869307" y="38644"/>
                  <a:pt x="873033" y="38644"/>
                </a:cubicBezTo>
                <a:cubicBezTo>
                  <a:pt x="879663" y="38644"/>
                  <a:pt x="885330" y="39292"/>
                  <a:pt x="890034" y="40589"/>
                </a:cubicBezTo>
                <a:cubicBezTo>
                  <a:pt x="894738" y="41883"/>
                  <a:pt x="898606" y="43874"/>
                  <a:pt x="901637" y="46562"/>
                </a:cubicBezTo>
                <a:cubicBezTo>
                  <a:pt x="904668" y="49247"/>
                  <a:pt x="906878" y="52708"/>
                  <a:pt x="908267" y="56942"/>
                </a:cubicBezTo>
                <a:cubicBezTo>
                  <a:pt x="909656" y="61177"/>
                  <a:pt x="910351" y="66202"/>
                  <a:pt x="910351" y="72017"/>
                </a:cubicBezTo>
                <a:lnTo>
                  <a:pt x="910351" y="128906"/>
                </a:lnTo>
                <a:moveTo>
                  <a:pt x="886956" y="92632"/>
                </a:moveTo>
                <a:lnTo>
                  <a:pt x="877863" y="92632"/>
                </a:lnTo>
                <a:cubicBezTo>
                  <a:pt x="874011" y="92632"/>
                  <a:pt x="870728" y="92918"/>
                  <a:pt x="868013" y="93491"/>
                </a:cubicBezTo>
                <a:cubicBezTo>
                  <a:pt x="865297" y="94063"/>
                  <a:pt x="863087" y="94922"/>
                  <a:pt x="861382" y="96069"/>
                </a:cubicBezTo>
                <a:cubicBezTo>
                  <a:pt x="859678" y="97213"/>
                  <a:pt x="858430" y="98597"/>
                  <a:pt x="857641" y="100221"/>
                </a:cubicBezTo>
                <a:cubicBezTo>
                  <a:pt x="856852" y="101843"/>
                  <a:pt x="856457" y="103704"/>
                  <a:pt x="856457" y="105804"/>
                </a:cubicBezTo>
                <a:cubicBezTo>
                  <a:pt x="856457" y="109367"/>
                  <a:pt x="857578" y="112168"/>
                  <a:pt x="859820" y="114204"/>
                </a:cubicBezTo>
                <a:cubicBezTo>
                  <a:pt x="862061" y="116240"/>
                  <a:pt x="865171" y="117259"/>
                  <a:pt x="869149" y="117259"/>
                </a:cubicBezTo>
                <a:cubicBezTo>
                  <a:pt x="872496" y="117259"/>
                  <a:pt x="875574" y="116400"/>
                  <a:pt x="878384" y="114683"/>
                </a:cubicBezTo>
                <a:cubicBezTo>
                  <a:pt x="881194" y="112965"/>
                  <a:pt x="884051" y="110451"/>
                  <a:pt x="886956" y="107142"/>
                </a:cubicBezTo>
                <a:lnTo>
                  <a:pt x="886956" y="92632"/>
                </a:lnTo>
                <a:close/>
                <a:moveTo>
                  <a:pt x="958293" y="128624"/>
                </a:moveTo>
                <a:cubicBezTo>
                  <a:pt x="958293" y="129256"/>
                  <a:pt x="958103" y="129808"/>
                  <a:pt x="957725" y="130282"/>
                </a:cubicBezTo>
                <a:cubicBezTo>
                  <a:pt x="957346" y="130756"/>
                  <a:pt x="956699" y="131150"/>
                  <a:pt x="955783" y="131466"/>
                </a:cubicBezTo>
                <a:cubicBezTo>
                  <a:pt x="954867" y="131782"/>
                  <a:pt x="953652" y="132018"/>
                  <a:pt x="952136" y="132176"/>
                </a:cubicBezTo>
                <a:cubicBezTo>
                  <a:pt x="950621" y="132334"/>
                  <a:pt x="948695" y="132413"/>
                  <a:pt x="946359" y="132413"/>
                </a:cubicBezTo>
                <a:cubicBezTo>
                  <a:pt x="944022" y="132413"/>
                  <a:pt x="942096" y="132334"/>
                  <a:pt x="940581" y="132176"/>
                </a:cubicBezTo>
                <a:cubicBezTo>
                  <a:pt x="939066" y="132018"/>
                  <a:pt x="937850" y="131782"/>
                  <a:pt x="936934" y="131466"/>
                </a:cubicBezTo>
                <a:cubicBezTo>
                  <a:pt x="936019" y="131150"/>
                  <a:pt x="935372" y="130756"/>
                  <a:pt x="934993" y="130282"/>
                </a:cubicBezTo>
                <a:cubicBezTo>
                  <a:pt x="934614" y="129808"/>
                  <a:pt x="934424" y="129256"/>
                  <a:pt x="934424" y="128624"/>
                </a:cubicBezTo>
                <a:lnTo>
                  <a:pt x="934424" y="4073"/>
                </a:lnTo>
                <a:cubicBezTo>
                  <a:pt x="934424" y="3441"/>
                  <a:pt x="934614" y="2873"/>
                  <a:pt x="934993" y="2368"/>
                </a:cubicBezTo>
                <a:cubicBezTo>
                  <a:pt x="935372" y="1863"/>
                  <a:pt x="936019" y="1437"/>
                  <a:pt x="936934" y="1089"/>
                </a:cubicBezTo>
                <a:cubicBezTo>
                  <a:pt x="937850" y="742"/>
                  <a:pt x="939066" y="474"/>
                  <a:pt x="940581" y="284"/>
                </a:cubicBezTo>
                <a:cubicBezTo>
                  <a:pt x="942096" y="95"/>
                  <a:pt x="944022" y="0"/>
                  <a:pt x="946359" y="0"/>
                </a:cubicBezTo>
                <a:cubicBezTo>
                  <a:pt x="948695" y="0"/>
                  <a:pt x="950621" y="95"/>
                  <a:pt x="952136" y="284"/>
                </a:cubicBezTo>
                <a:cubicBezTo>
                  <a:pt x="953652" y="474"/>
                  <a:pt x="954867" y="742"/>
                  <a:pt x="955783" y="1089"/>
                </a:cubicBezTo>
                <a:cubicBezTo>
                  <a:pt x="956699" y="1437"/>
                  <a:pt x="957346" y="1863"/>
                  <a:pt x="957725" y="2368"/>
                </a:cubicBezTo>
                <a:cubicBezTo>
                  <a:pt x="958103" y="2873"/>
                  <a:pt x="958293" y="3441"/>
                  <a:pt x="958293" y="4073"/>
                </a:cubicBezTo>
                <a:lnTo>
                  <a:pt x="958293" y="128624"/>
                </a:lnTo>
                <a:close/>
                <a:moveTo>
                  <a:pt x="1005857" y="128624"/>
                </a:moveTo>
                <a:cubicBezTo>
                  <a:pt x="1005857" y="129256"/>
                  <a:pt x="1005667" y="129808"/>
                  <a:pt x="1005288" y="130282"/>
                </a:cubicBezTo>
                <a:cubicBezTo>
                  <a:pt x="1004909" y="130756"/>
                  <a:pt x="1004262" y="131150"/>
                  <a:pt x="1003347" y="131466"/>
                </a:cubicBezTo>
                <a:cubicBezTo>
                  <a:pt x="1002431" y="131782"/>
                  <a:pt x="1001215" y="132018"/>
                  <a:pt x="999700" y="132176"/>
                </a:cubicBezTo>
                <a:cubicBezTo>
                  <a:pt x="998185" y="132334"/>
                  <a:pt x="996259" y="132413"/>
                  <a:pt x="993922" y="132413"/>
                </a:cubicBezTo>
                <a:cubicBezTo>
                  <a:pt x="991586" y="132413"/>
                  <a:pt x="989660" y="132334"/>
                  <a:pt x="988145" y="132176"/>
                </a:cubicBezTo>
                <a:cubicBezTo>
                  <a:pt x="986629" y="132018"/>
                  <a:pt x="985414" y="131782"/>
                  <a:pt x="984498" y="131466"/>
                </a:cubicBezTo>
                <a:cubicBezTo>
                  <a:pt x="983583" y="131150"/>
                  <a:pt x="982935" y="130756"/>
                  <a:pt x="982556" y="130282"/>
                </a:cubicBezTo>
                <a:cubicBezTo>
                  <a:pt x="982178" y="129808"/>
                  <a:pt x="981988" y="129256"/>
                  <a:pt x="981988" y="128624"/>
                </a:cubicBezTo>
                <a:lnTo>
                  <a:pt x="981988" y="44327"/>
                </a:lnTo>
                <a:cubicBezTo>
                  <a:pt x="981988" y="43696"/>
                  <a:pt x="982178" y="43143"/>
                  <a:pt x="982556" y="42670"/>
                </a:cubicBezTo>
                <a:cubicBezTo>
                  <a:pt x="982935" y="42196"/>
                  <a:pt x="983583" y="41786"/>
                  <a:pt x="984498" y="41438"/>
                </a:cubicBezTo>
                <a:cubicBezTo>
                  <a:pt x="985414" y="41091"/>
                  <a:pt x="986629" y="40823"/>
                  <a:pt x="988145" y="40633"/>
                </a:cubicBezTo>
                <a:cubicBezTo>
                  <a:pt x="989660" y="40444"/>
                  <a:pt x="991586" y="40349"/>
                  <a:pt x="993922" y="40349"/>
                </a:cubicBezTo>
                <a:cubicBezTo>
                  <a:pt x="996259" y="40349"/>
                  <a:pt x="998185" y="40444"/>
                  <a:pt x="999700" y="40633"/>
                </a:cubicBezTo>
                <a:cubicBezTo>
                  <a:pt x="1001215" y="40823"/>
                  <a:pt x="1002431" y="41091"/>
                  <a:pt x="1003347" y="41438"/>
                </a:cubicBezTo>
                <a:cubicBezTo>
                  <a:pt x="1004262" y="41786"/>
                  <a:pt x="1004909" y="42196"/>
                  <a:pt x="1005288" y="42670"/>
                </a:cubicBezTo>
                <a:cubicBezTo>
                  <a:pt x="1005667" y="43143"/>
                  <a:pt x="1005857" y="43696"/>
                  <a:pt x="1005857" y="44327"/>
                </a:cubicBezTo>
                <a:lnTo>
                  <a:pt x="1005857" y="128624"/>
                </a:lnTo>
                <a:moveTo>
                  <a:pt x="1007656" y="15533"/>
                </a:moveTo>
                <a:cubicBezTo>
                  <a:pt x="1007656" y="20332"/>
                  <a:pt x="1006677" y="23647"/>
                  <a:pt x="1004720" y="25479"/>
                </a:cubicBezTo>
                <a:cubicBezTo>
                  <a:pt x="1002763" y="27310"/>
                  <a:pt x="999132" y="28225"/>
                  <a:pt x="993828" y="28225"/>
                </a:cubicBezTo>
                <a:cubicBezTo>
                  <a:pt x="988460" y="28225"/>
                  <a:pt x="984845" y="27341"/>
                  <a:pt x="982983" y="25573"/>
                </a:cubicBezTo>
                <a:cubicBezTo>
                  <a:pt x="981120" y="23805"/>
                  <a:pt x="980189" y="20617"/>
                  <a:pt x="980189" y="16007"/>
                </a:cubicBezTo>
                <a:cubicBezTo>
                  <a:pt x="980189" y="11208"/>
                  <a:pt x="981151" y="7877"/>
                  <a:pt x="983077" y="6014"/>
                </a:cubicBezTo>
                <a:cubicBezTo>
                  <a:pt x="985003" y="4152"/>
                  <a:pt x="988650" y="3220"/>
                  <a:pt x="994017" y="3220"/>
                </a:cubicBezTo>
                <a:cubicBezTo>
                  <a:pt x="999321" y="3220"/>
                  <a:pt x="1002920" y="4120"/>
                  <a:pt x="1004815" y="5920"/>
                </a:cubicBezTo>
                <a:cubicBezTo>
                  <a:pt x="1006709" y="7719"/>
                  <a:pt x="1007656" y="10924"/>
                  <a:pt x="1007656" y="15533"/>
                </a:cubicBezTo>
                <a:close/>
                <a:moveTo>
                  <a:pt x="1109681" y="128621"/>
                </a:moveTo>
                <a:cubicBezTo>
                  <a:pt x="1109681" y="129316"/>
                  <a:pt x="1109523" y="129901"/>
                  <a:pt x="1109207" y="130377"/>
                </a:cubicBezTo>
                <a:cubicBezTo>
                  <a:pt x="1108892" y="130850"/>
                  <a:pt x="1108355" y="131245"/>
                  <a:pt x="1107597" y="131561"/>
                </a:cubicBezTo>
                <a:cubicBezTo>
                  <a:pt x="1106840" y="131876"/>
                  <a:pt x="1105813" y="132097"/>
                  <a:pt x="1104519" y="132224"/>
                </a:cubicBezTo>
                <a:cubicBezTo>
                  <a:pt x="1103225" y="132350"/>
                  <a:pt x="1101630" y="132413"/>
                  <a:pt x="1099736" y="132413"/>
                </a:cubicBezTo>
                <a:cubicBezTo>
                  <a:pt x="1097715" y="132413"/>
                  <a:pt x="1096073" y="132350"/>
                  <a:pt x="1094811" y="132224"/>
                </a:cubicBezTo>
                <a:cubicBezTo>
                  <a:pt x="1093548" y="132099"/>
                  <a:pt x="1092522" y="131880"/>
                  <a:pt x="1091732" y="131567"/>
                </a:cubicBezTo>
                <a:cubicBezTo>
                  <a:pt x="1090943" y="131251"/>
                  <a:pt x="1090375" y="130858"/>
                  <a:pt x="1090027" y="130389"/>
                </a:cubicBezTo>
                <a:cubicBezTo>
                  <a:pt x="1089680" y="129917"/>
                  <a:pt x="1089506" y="129335"/>
                  <a:pt x="1089506" y="128642"/>
                </a:cubicBezTo>
                <a:lnTo>
                  <a:pt x="1089506" y="119313"/>
                </a:lnTo>
                <a:cubicBezTo>
                  <a:pt x="1085150" y="123995"/>
                  <a:pt x="1080587" y="127634"/>
                  <a:pt x="1075820" y="130229"/>
                </a:cubicBezTo>
                <a:cubicBezTo>
                  <a:pt x="1071053" y="132822"/>
                  <a:pt x="1065764" y="134118"/>
                  <a:pt x="1059955" y="134118"/>
                </a:cubicBezTo>
                <a:cubicBezTo>
                  <a:pt x="1053514" y="134118"/>
                  <a:pt x="1048068" y="132869"/>
                  <a:pt x="1043617" y="130371"/>
                </a:cubicBezTo>
                <a:cubicBezTo>
                  <a:pt x="1039165" y="127871"/>
                  <a:pt x="1035534" y="124501"/>
                  <a:pt x="1032724" y="120263"/>
                </a:cubicBezTo>
                <a:cubicBezTo>
                  <a:pt x="1029914" y="116022"/>
                  <a:pt x="1027878" y="111071"/>
                  <a:pt x="1026615" y="105410"/>
                </a:cubicBezTo>
                <a:cubicBezTo>
                  <a:pt x="1025352" y="99747"/>
                  <a:pt x="1024721" y="93784"/>
                  <a:pt x="1024721" y="87521"/>
                </a:cubicBezTo>
                <a:cubicBezTo>
                  <a:pt x="1024721" y="79991"/>
                  <a:pt x="1025526" y="73220"/>
                  <a:pt x="1027136" y="67210"/>
                </a:cubicBezTo>
                <a:cubicBezTo>
                  <a:pt x="1028746" y="61199"/>
                  <a:pt x="1031098" y="56075"/>
                  <a:pt x="1034192" y="51836"/>
                </a:cubicBezTo>
                <a:cubicBezTo>
                  <a:pt x="1037286" y="47598"/>
                  <a:pt x="1041138" y="44340"/>
                  <a:pt x="1045748" y="42063"/>
                </a:cubicBezTo>
                <a:cubicBezTo>
                  <a:pt x="1050357" y="39784"/>
                  <a:pt x="1055661" y="38644"/>
                  <a:pt x="1061660" y="38644"/>
                </a:cubicBezTo>
                <a:cubicBezTo>
                  <a:pt x="1066396" y="38644"/>
                  <a:pt x="1070690" y="39609"/>
                  <a:pt x="1074541" y="41539"/>
                </a:cubicBezTo>
                <a:cubicBezTo>
                  <a:pt x="1078393" y="43469"/>
                  <a:pt x="1082213" y="46300"/>
                  <a:pt x="1086002" y="50034"/>
                </a:cubicBezTo>
                <a:lnTo>
                  <a:pt x="1086002" y="4265"/>
                </a:lnTo>
                <a:cubicBezTo>
                  <a:pt x="1086002" y="3632"/>
                  <a:pt x="1086176" y="3062"/>
                  <a:pt x="1086523" y="2557"/>
                </a:cubicBezTo>
                <a:cubicBezTo>
                  <a:pt x="1086870" y="2052"/>
                  <a:pt x="1087502" y="1626"/>
                  <a:pt x="1088417" y="1279"/>
                </a:cubicBezTo>
                <a:cubicBezTo>
                  <a:pt x="1089333" y="931"/>
                  <a:pt x="1090548" y="663"/>
                  <a:pt x="1092064" y="474"/>
                </a:cubicBezTo>
                <a:cubicBezTo>
                  <a:pt x="1093579" y="284"/>
                  <a:pt x="1095505" y="189"/>
                  <a:pt x="1097841" y="189"/>
                </a:cubicBezTo>
                <a:cubicBezTo>
                  <a:pt x="1100178" y="189"/>
                  <a:pt x="1102104" y="284"/>
                  <a:pt x="1103619" y="474"/>
                </a:cubicBezTo>
                <a:cubicBezTo>
                  <a:pt x="1105135" y="663"/>
                  <a:pt x="1106334" y="931"/>
                  <a:pt x="1107218" y="1279"/>
                </a:cubicBezTo>
                <a:cubicBezTo>
                  <a:pt x="1108102" y="1626"/>
                  <a:pt x="1108734" y="2053"/>
                  <a:pt x="1109113" y="2560"/>
                </a:cubicBezTo>
                <a:cubicBezTo>
                  <a:pt x="1109492" y="3065"/>
                  <a:pt x="1109681" y="3634"/>
                  <a:pt x="1109681" y="4265"/>
                </a:cubicBezTo>
                <a:lnTo>
                  <a:pt x="1109681" y="128621"/>
                </a:lnTo>
                <a:moveTo>
                  <a:pt x="1086002" y="72144"/>
                </a:moveTo>
                <a:cubicBezTo>
                  <a:pt x="1082592" y="67860"/>
                  <a:pt x="1079325" y="64585"/>
                  <a:pt x="1076199" y="62317"/>
                </a:cubicBezTo>
                <a:cubicBezTo>
                  <a:pt x="1073073" y="60048"/>
                  <a:pt x="1069806" y="58913"/>
                  <a:pt x="1066396" y="58913"/>
                </a:cubicBezTo>
                <a:cubicBezTo>
                  <a:pt x="1063302" y="58913"/>
                  <a:pt x="1060634" y="59687"/>
                  <a:pt x="1058392" y="61234"/>
                </a:cubicBezTo>
                <a:cubicBezTo>
                  <a:pt x="1056151" y="62781"/>
                  <a:pt x="1054351" y="64849"/>
                  <a:pt x="1052993" y="67438"/>
                </a:cubicBezTo>
                <a:cubicBezTo>
                  <a:pt x="1051636" y="70027"/>
                  <a:pt x="1050626" y="72916"/>
                  <a:pt x="1049963" y="76104"/>
                </a:cubicBezTo>
                <a:cubicBezTo>
                  <a:pt x="1049300" y="79293"/>
                  <a:pt x="1048968" y="82561"/>
                  <a:pt x="1048968" y="85907"/>
                </a:cubicBezTo>
                <a:cubicBezTo>
                  <a:pt x="1048968" y="89444"/>
                  <a:pt x="1049252" y="92885"/>
                  <a:pt x="1049820" y="96232"/>
                </a:cubicBezTo>
                <a:cubicBezTo>
                  <a:pt x="1050389" y="99578"/>
                  <a:pt x="1051320" y="102562"/>
                  <a:pt x="1052615" y="105182"/>
                </a:cubicBezTo>
                <a:cubicBezTo>
                  <a:pt x="1053909" y="107803"/>
                  <a:pt x="1055630" y="109902"/>
                  <a:pt x="1057777" y="111481"/>
                </a:cubicBezTo>
                <a:cubicBezTo>
                  <a:pt x="1059923" y="113059"/>
                  <a:pt x="1062639" y="113849"/>
                  <a:pt x="1065922" y="113849"/>
                </a:cubicBezTo>
                <a:cubicBezTo>
                  <a:pt x="1067564" y="113849"/>
                  <a:pt x="1069158" y="113613"/>
                  <a:pt x="1070705" y="113141"/>
                </a:cubicBezTo>
                <a:cubicBezTo>
                  <a:pt x="1072252" y="112668"/>
                  <a:pt x="1073831" y="111895"/>
                  <a:pt x="1075441" y="110824"/>
                </a:cubicBezTo>
                <a:cubicBezTo>
                  <a:pt x="1077051" y="109752"/>
                  <a:pt x="1078709" y="108350"/>
                  <a:pt x="1080414" y="106618"/>
                </a:cubicBezTo>
                <a:cubicBezTo>
                  <a:pt x="1082119" y="104883"/>
                  <a:pt x="1083981" y="102756"/>
                  <a:pt x="1086002" y="100236"/>
                </a:cubicBezTo>
                <a:lnTo>
                  <a:pt x="1086002" y="72144"/>
                </a:lnTo>
                <a:close/>
                <a:moveTo>
                  <a:pt x="1205547" y="128906"/>
                </a:moveTo>
                <a:cubicBezTo>
                  <a:pt x="1205547" y="129790"/>
                  <a:pt x="1205231" y="130485"/>
                  <a:pt x="1204600" y="130992"/>
                </a:cubicBezTo>
                <a:cubicBezTo>
                  <a:pt x="1203968" y="131497"/>
                  <a:pt x="1202974" y="131861"/>
                  <a:pt x="1201616" y="132082"/>
                </a:cubicBezTo>
                <a:cubicBezTo>
                  <a:pt x="1200258" y="132303"/>
                  <a:pt x="1198254" y="132413"/>
                  <a:pt x="1195602" y="132413"/>
                </a:cubicBezTo>
                <a:cubicBezTo>
                  <a:pt x="1192760" y="132413"/>
                  <a:pt x="1190692" y="132303"/>
                  <a:pt x="1189398" y="132082"/>
                </a:cubicBezTo>
                <a:cubicBezTo>
                  <a:pt x="1188103" y="131861"/>
                  <a:pt x="1187188" y="131497"/>
                  <a:pt x="1186651" y="130992"/>
                </a:cubicBezTo>
                <a:cubicBezTo>
                  <a:pt x="1186114" y="130487"/>
                  <a:pt x="1185846" y="129793"/>
                  <a:pt x="1185846" y="128909"/>
                </a:cubicBezTo>
                <a:lnTo>
                  <a:pt x="1185846" y="122184"/>
                </a:lnTo>
                <a:cubicBezTo>
                  <a:pt x="1182373" y="125909"/>
                  <a:pt x="1178411" y="128830"/>
                  <a:pt x="1173959" y="130945"/>
                </a:cubicBezTo>
                <a:cubicBezTo>
                  <a:pt x="1169507" y="133060"/>
                  <a:pt x="1164566" y="134118"/>
                  <a:pt x="1159136" y="134118"/>
                </a:cubicBezTo>
                <a:cubicBezTo>
                  <a:pt x="1154653" y="134118"/>
                  <a:pt x="1150532" y="133532"/>
                  <a:pt x="1146775" y="132360"/>
                </a:cubicBezTo>
                <a:cubicBezTo>
                  <a:pt x="1143018" y="131188"/>
                  <a:pt x="1139766" y="129445"/>
                  <a:pt x="1137020" y="127133"/>
                </a:cubicBezTo>
                <a:cubicBezTo>
                  <a:pt x="1134273" y="124820"/>
                  <a:pt x="1132142" y="121954"/>
                  <a:pt x="1130626" y="118534"/>
                </a:cubicBezTo>
                <a:cubicBezTo>
                  <a:pt x="1129111" y="115113"/>
                  <a:pt x="1128353" y="111121"/>
                  <a:pt x="1128353" y="106559"/>
                </a:cubicBezTo>
                <a:cubicBezTo>
                  <a:pt x="1128353" y="101616"/>
                  <a:pt x="1129316" y="97323"/>
                  <a:pt x="1131242" y="93680"/>
                </a:cubicBezTo>
                <a:cubicBezTo>
                  <a:pt x="1133168" y="90037"/>
                  <a:pt x="1136041" y="87028"/>
                  <a:pt x="1139861" y="84652"/>
                </a:cubicBezTo>
                <a:cubicBezTo>
                  <a:pt x="1143681" y="82277"/>
                  <a:pt x="1148433" y="80519"/>
                  <a:pt x="1154116" y="79378"/>
                </a:cubicBezTo>
                <a:cubicBezTo>
                  <a:pt x="1159799" y="78237"/>
                  <a:pt x="1166397" y="77667"/>
                  <a:pt x="1173912" y="77667"/>
                </a:cubicBezTo>
                <a:lnTo>
                  <a:pt x="1182152" y="77667"/>
                </a:lnTo>
                <a:lnTo>
                  <a:pt x="1182152" y="72576"/>
                </a:lnTo>
                <a:cubicBezTo>
                  <a:pt x="1182152" y="69936"/>
                  <a:pt x="1181883" y="67626"/>
                  <a:pt x="1181347" y="65647"/>
                </a:cubicBezTo>
                <a:cubicBezTo>
                  <a:pt x="1180810" y="63666"/>
                  <a:pt x="1179926" y="62015"/>
                  <a:pt x="1178695" y="60695"/>
                </a:cubicBezTo>
                <a:cubicBezTo>
                  <a:pt x="1177463" y="59375"/>
                  <a:pt x="1175822" y="58401"/>
                  <a:pt x="1173769" y="57774"/>
                </a:cubicBezTo>
                <a:cubicBezTo>
                  <a:pt x="1171717" y="57144"/>
                  <a:pt x="1169176" y="56830"/>
                  <a:pt x="1166145" y="56830"/>
                </a:cubicBezTo>
                <a:cubicBezTo>
                  <a:pt x="1162167" y="56830"/>
                  <a:pt x="1158615" y="57272"/>
                  <a:pt x="1155489" y="58156"/>
                </a:cubicBezTo>
                <a:cubicBezTo>
                  <a:pt x="1152364" y="59040"/>
                  <a:pt x="1149601" y="60018"/>
                  <a:pt x="1147202" y="61092"/>
                </a:cubicBezTo>
                <a:cubicBezTo>
                  <a:pt x="1144802" y="62165"/>
                  <a:pt x="1142797" y="63144"/>
                  <a:pt x="1141187" y="64028"/>
                </a:cubicBezTo>
                <a:cubicBezTo>
                  <a:pt x="1139577" y="64912"/>
                  <a:pt x="1138267" y="65354"/>
                  <a:pt x="1137256" y="65354"/>
                </a:cubicBezTo>
                <a:cubicBezTo>
                  <a:pt x="1136562" y="65354"/>
                  <a:pt x="1135946" y="65132"/>
                  <a:pt x="1135409" y="64688"/>
                </a:cubicBezTo>
                <a:cubicBezTo>
                  <a:pt x="1134873" y="64244"/>
                  <a:pt x="1134431" y="63610"/>
                  <a:pt x="1134083" y="62785"/>
                </a:cubicBezTo>
                <a:cubicBezTo>
                  <a:pt x="1133736" y="61960"/>
                  <a:pt x="1133468" y="60945"/>
                  <a:pt x="1133278" y="59739"/>
                </a:cubicBezTo>
                <a:cubicBezTo>
                  <a:pt x="1133089" y="58532"/>
                  <a:pt x="1132994" y="57199"/>
                  <a:pt x="1132994" y="55740"/>
                </a:cubicBezTo>
                <a:cubicBezTo>
                  <a:pt x="1132994" y="53773"/>
                  <a:pt x="1133152" y="52218"/>
                  <a:pt x="1133468" y="51076"/>
                </a:cubicBezTo>
                <a:cubicBezTo>
                  <a:pt x="1133783" y="49933"/>
                  <a:pt x="1134383" y="48902"/>
                  <a:pt x="1135267" y="47983"/>
                </a:cubicBezTo>
                <a:cubicBezTo>
                  <a:pt x="1136151" y="47061"/>
                  <a:pt x="1137698" y="46048"/>
                  <a:pt x="1139908" y="44943"/>
                </a:cubicBezTo>
                <a:cubicBezTo>
                  <a:pt x="1142119" y="43838"/>
                  <a:pt x="1144707" y="42812"/>
                  <a:pt x="1147675" y="41865"/>
                </a:cubicBezTo>
                <a:cubicBezTo>
                  <a:pt x="1150643" y="40917"/>
                  <a:pt x="1153879" y="40144"/>
                  <a:pt x="1157384" y="39544"/>
                </a:cubicBezTo>
                <a:cubicBezTo>
                  <a:pt x="1160888" y="38944"/>
                  <a:pt x="1164503" y="38644"/>
                  <a:pt x="1168229" y="38644"/>
                </a:cubicBezTo>
                <a:cubicBezTo>
                  <a:pt x="1174859" y="38644"/>
                  <a:pt x="1180526" y="39292"/>
                  <a:pt x="1185230" y="40589"/>
                </a:cubicBezTo>
                <a:cubicBezTo>
                  <a:pt x="1189934" y="41883"/>
                  <a:pt x="1193802" y="43874"/>
                  <a:pt x="1196833" y="46562"/>
                </a:cubicBezTo>
                <a:cubicBezTo>
                  <a:pt x="1199864" y="49247"/>
                  <a:pt x="1202074" y="52708"/>
                  <a:pt x="1203463" y="56942"/>
                </a:cubicBezTo>
                <a:cubicBezTo>
                  <a:pt x="1204852" y="61177"/>
                  <a:pt x="1205547" y="66202"/>
                  <a:pt x="1205547" y="72017"/>
                </a:cubicBezTo>
                <a:lnTo>
                  <a:pt x="1205547" y="128906"/>
                </a:lnTo>
                <a:moveTo>
                  <a:pt x="1182152" y="92632"/>
                </a:moveTo>
                <a:lnTo>
                  <a:pt x="1173059" y="92632"/>
                </a:lnTo>
                <a:cubicBezTo>
                  <a:pt x="1169207" y="92632"/>
                  <a:pt x="1165924" y="92918"/>
                  <a:pt x="1163209" y="93491"/>
                </a:cubicBezTo>
                <a:cubicBezTo>
                  <a:pt x="1160493" y="94063"/>
                  <a:pt x="1158283" y="94922"/>
                  <a:pt x="1156578" y="96069"/>
                </a:cubicBezTo>
                <a:cubicBezTo>
                  <a:pt x="1154874" y="97213"/>
                  <a:pt x="1153627" y="98597"/>
                  <a:pt x="1152837" y="100221"/>
                </a:cubicBezTo>
                <a:cubicBezTo>
                  <a:pt x="1152048" y="101843"/>
                  <a:pt x="1151653" y="103704"/>
                  <a:pt x="1151653" y="105804"/>
                </a:cubicBezTo>
                <a:cubicBezTo>
                  <a:pt x="1151653" y="109367"/>
                  <a:pt x="1152774" y="112168"/>
                  <a:pt x="1155016" y="114204"/>
                </a:cubicBezTo>
                <a:cubicBezTo>
                  <a:pt x="1157257" y="116240"/>
                  <a:pt x="1160367" y="117259"/>
                  <a:pt x="1164345" y="117259"/>
                </a:cubicBezTo>
                <a:cubicBezTo>
                  <a:pt x="1167692" y="117259"/>
                  <a:pt x="1170770" y="116400"/>
                  <a:pt x="1173580" y="114683"/>
                </a:cubicBezTo>
                <a:cubicBezTo>
                  <a:pt x="1176390" y="112965"/>
                  <a:pt x="1179247" y="110451"/>
                  <a:pt x="1182152" y="107142"/>
                </a:cubicBezTo>
                <a:lnTo>
                  <a:pt x="1182152" y="92632"/>
                </a:lnTo>
                <a:close/>
                <a:moveTo>
                  <a:pt x="1277691" y="120224"/>
                </a:moveTo>
                <a:cubicBezTo>
                  <a:pt x="1277691" y="123016"/>
                  <a:pt x="1277517" y="125158"/>
                  <a:pt x="1277170" y="126650"/>
                </a:cubicBezTo>
                <a:cubicBezTo>
                  <a:pt x="1276823" y="128140"/>
                  <a:pt x="1276365" y="129187"/>
                  <a:pt x="1275797" y="129791"/>
                </a:cubicBezTo>
                <a:cubicBezTo>
                  <a:pt x="1275228" y="130392"/>
                  <a:pt x="1274392" y="130931"/>
                  <a:pt x="1273287" y="131407"/>
                </a:cubicBezTo>
                <a:cubicBezTo>
                  <a:pt x="1272182" y="131882"/>
                  <a:pt x="1270887" y="132295"/>
                  <a:pt x="1269403" y="132644"/>
                </a:cubicBezTo>
                <a:cubicBezTo>
                  <a:pt x="1267919" y="132993"/>
                  <a:pt x="1266309" y="133263"/>
                  <a:pt x="1264573" y="133452"/>
                </a:cubicBezTo>
                <a:cubicBezTo>
                  <a:pt x="1262836" y="133643"/>
                  <a:pt x="1261084" y="133739"/>
                  <a:pt x="1259316" y="133739"/>
                </a:cubicBezTo>
                <a:cubicBezTo>
                  <a:pt x="1254580" y="133739"/>
                  <a:pt x="1250476" y="133139"/>
                  <a:pt x="1247003" y="131939"/>
                </a:cubicBezTo>
                <a:cubicBezTo>
                  <a:pt x="1243530" y="130740"/>
                  <a:pt x="1240657" y="128893"/>
                  <a:pt x="1238384" y="126399"/>
                </a:cubicBezTo>
                <a:cubicBezTo>
                  <a:pt x="1236111" y="123904"/>
                  <a:pt x="1234437" y="120763"/>
                  <a:pt x="1233364" y="116974"/>
                </a:cubicBezTo>
                <a:cubicBezTo>
                  <a:pt x="1232290" y="113186"/>
                  <a:pt x="1231754" y="108702"/>
                  <a:pt x="1231754" y="103525"/>
                </a:cubicBezTo>
                <a:lnTo>
                  <a:pt x="1231754" y="60239"/>
                </a:lnTo>
                <a:lnTo>
                  <a:pt x="1221619" y="60239"/>
                </a:lnTo>
                <a:cubicBezTo>
                  <a:pt x="1220419" y="60239"/>
                  <a:pt x="1219504" y="59497"/>
                  <a:pt x="1218872" y="58014"/>
                </a:cubicBezTo>
                <a:cubicBezTo>
                  <a:pt x="1218241" y="56530"/>
                  <a:pt x="1217925" y="54051"/>
                  <a:pt x="1217925" y="50578"/>
                </a:cubicBezTo>
                <a:cubicBezTo>
                  <a:pt x="1217925" y="48747"/>
                  <a:pt x="1218004" y="47200"/>
                  <a:pt x="1218162" y="45937"/>
                </a:cubicBezTo>
                <a:cubicBezTo>
                  <a:pt x="1218320" y="44674"/>
                  <a:pt x="1218557" y="43680"/>
                  <a:pt x="1218872" y="42954"/>
                </a:cubicBezTo>
                <a:cubicBezTo>
                  <a:pt x="1219188" y="42228"/>
                  <a:pt x="1219583" y="41707"/>
                  <a:pt x="1220056" y="41391"/>
                </a:cubicBezTo>
                <a:cubicBezTo>
                  <a:pt x="1220530" y="41075"/>
                  <a:pt x="1221082" y="40917"/>
                  <a:pt x="1221714" y="40917"/>
                </a:cubicBezTo>
                <a:lnTo>
                  <a:pt x="1231754" y="40917"/>
                </a:lnTo>
                <a:lnTo>
                  <a:pt x="1231754" y="21992"/>
                </a:lnTo>
                <a:cubicBezTo>
                  <a:pt x="1231754" y="21356"/>
                  <a:pt x="1231927" y="20785"/>
                  <a:pt x="1232275" y="20278"/>
                </a:cubicBezTo>
                <a:cubicBezTo>
                  <a:pt x="1232622" y="19771"/>
                  <a:pt x="1233253" y="19344"/>
                  <a:pt x="1234169" y="18996"/>
                </a:cubicBezTo>
                <a:cubicBezTo>
                  <a:pt x="1235084" y="18647"/>
                  <a:pt x="1236316" y="18394"/>
                  <a:pt x="1237863" y="18236"/>
                </a:cubicBezTo>
                <a:cubicBezTo>
                  <a:pt x="1239410" y="18076"/>
                  <a:pt x="1241320" y="17996"/>
                  <a:pt x="1243593" y="17996"/>
                </a:cubicBezTo>
                <a:cubicBezTo>
                  <a:pt x="1245929" y="17996"/>
                  <a:pt x="1247871" y="18076"/>
                  <a:pt x="1249418" y="18236"/>
                </a:cubicBezTo>
                <a:cubicBezTo>
                  <a:pt x="1250965" y="18394"/>
                  <a:pt x="1252181" y="18647"/>
                  <a:pt x="1253065" y="18996"/>
                </a:cubicBezTo>
                <a:cubicBezTo>
                  <a:pt x="1253949" y="19344"/>
                  <a:pt x="1254580" y="19771"/>
                  <a:pt x="1254959" y="20278"/>
                </a:cubicBezTo>
                <a:cubicBezTo>
                  <a:pt x="1255338" y="20785"/>
                  <a:pt x="1255527" y="21356"/>
                  <a:pt x="1255527" y="21992"/>
                </a:cubicBezTo>
                <a:lnTo>
                  <a:pt x="1255527" y="40917"/>
                </a:lnTo>
                <a:lnTo>
                  <a:pt x="1273902" y="40917"/>
                </a:lnTo>
                <a:cubicBezTo>
                  <a:pt x="1274534" y="40917"/>
                  <a:pt x="1275086" y="41075"/>
                  <a:pt x="1275560" y="41391"/>
                </a:cubicBezTo>
                <a:cubicBezTo>
                  <a:pt x="1276033" y="41707"/>
                  <a:pt x="1276428" y="42228"/>
                  <a:pt x="1276744" y="42954"/>
                </a:cubicBezTo>
                <a:cubicBezTo>
                  <a:pt x="1277059" y="43680"/>
                  <a:pt x="1277296" y="44674"/>
                  <a:pt x="1277454" y="45937"/>
                </a:cubicBezTo>
                <a:cubicBezTo>
                  <a:pt x="1277612" y="47200"/>
                  <a:pt x="1277691" y="48747"/>
                  <a:pt x="1277691" y="50578"/>
                </a:cubicBezTo>
                <a:cubicBezTo>
                  <a:pt x="1277691" y="54051"/>
                  <a:pt x="1277375" y="56530"/>
                  <a:pt x="1276744" y="58014"/>
                </a:cubicBezTo>
                <a:cubicBezTo>
                  <a:pt x="1276112" y="59497"/>
                  <a:pt x="1275197" y="60239"/>
                  <a:pt x="1273997" y="60239"/>
                </a:cubicBezTo>
                <a:lnTo>
                  <a:pt x="1255527" y="60239"/>
                </a:lnTo>
                <a:lnTo>
                  <a:pt x="1255527" y="99854"/>
                </a:lnTo>
                <a:cubicBezTo>
                  <a:pt x="1255527" y="104456"/>
                  <a:pt x="1256254" y="107907"/>
                  <a:pt x="1257706" y="110208"/>
                </a:cubicBezTo>
                <a:cubicBezTo>
                  <a:pt x="1259158" y="112509"/>
                  <a:pt x="1261747" y="113659"/>
                  <a:pt x="1265473" y="113659"/>
                </a:cubicBezTo>
                <a:cubicBezTo>
                  <a:pt x="1266735" y="113659"/>
                  <a:pt x="1267872" y="113549"/>
                  <a:pt x="1268882" y="113328"/>
                </a:cubicBezTo>
                <a:cubicBezTo>
                  <a:pt x="1269893" y="113107"/>
                  <a:pt x="1270792" y="112854"/>
                  <a:pt x="1271582" y="112570"/>
                </a:cubicBezTo>
                <a:cubicBezTo>
                  <a:pt x="1272371" y="112286"/>
                  <a:pt x="1273034" y="112033"/>
                  <a:pt x="1273571" y="111812"/>
                </a:cubicBezTo>
                <a:cubicBezTo>
                  <a:pt x="1274107" y="111591"/>
                  <a:pt x="1274597" y="111481"/>
                  <a:pt x="1275039" y="111481"/>
                </a:cubicBezTo>
                <a:cubicBezTo>
                  <a:pt x="1275418" y="111481"/>
                  <a:pt x="1275781" y="111591"/>
                  <a:pt x="1276128" y="111812"/>
                </a:cubicBezTo>
                <a:cubicBezTo>
                  <a:pt x="1276475" y="112033"/>
                  <a:pt x="1276744" y="112476"/>
                  <a:pt x="1276933" y="113141"/>
                </a:cubicBezTo>
                <a:cubicBezTo>
                  <a:pt x="1277123" y="113804"/>
                  <a:pt x="1277296" y="114707"/>
                  <a:pt x="1277454" y="115850"/>
                </a:cubicBezTo>
                <a:cubicBezTo>
                  <a:pt x="1277612" y="116990"/>
                  <a:pt x="1277691" y="118448"/>
                  <a:pt x="1277691" y="120224"/>
                </a:cubicBezTo>
                <a:close/>
                <a:moveTo>
                  <a:pt x="1319287" y="128624"/>
                </a:moveTo>
                <a:cubicBezTo>
                  <a:pt x="1319287" y="129256"/>
                  <a:pt x="1319097" y="129808"/>
                  <a:pt x="1318719" y="130282"/>
                </a:cubicBezTo>
                <a:cubicBezTo>
                  <a:pt x="1318340" y="130756"/>
                  <a:pt x="1317692" y="131150"/>
                  <a:pt x="1316777" y="131466"/>
                </a:cubicBezTo>
                <a:cubicBezTo>
                  <a:pt x="1315861" y="131782"/>
                  <a:pt x="1314646" y="132018"/>
                  <a:pt x="1313130" y="132176"/>
                </a:cubicBezTo>
                <a:cubicBezTo>
                  <a:pt x="1311615" y="132334"/>
                  <a:pt x="1309689" y="132413"/>
                  <a:pt x="1307353" y="132413"/>
                </a:cubicBezTo>
                <a:cubicBezTo>
                  <a:pt x="1305016" y="132413"/>
                  <a:pt x="1303090" y="132334"/>
                  <a:pt x="1301575" y="132176"/>
                </a:cubicBezTo>
                <a:cubicBezTo>
                  <a:pt x="1300060" y="132018"/>
                  <a:pt x="1298844" y="131782"/>
                  <a:pt x="1297928" y="131466"/>
                </a:cubicBezTo>
                <a:cubicBezTo>
                  <a:pt x="1297013" y="131150"/>
                  <a:pt x="1296366" y="130756"/>
                  <a:pt x="1295987" y="130282"/>
                </a:cubicBezTo>
                <a:cubicBezTo>
                  <a:pt x="1295608" y="129808"/>
                  <a:pt x="1295418" y="129256"/>
                  <a:pt x="1295418" y="128624"/>
                </a:cubicBezTo>
                <a:lnTo>
                  <a:pt x="1295418" y="44327"/>
                </a:lnTo>
                <a:cubicBezTo>
                  <a:pt x="1295418" y="43696"/>
                  <a:pt x="1295608" y="43143"/>
                  <a:pt x="1295987" y="42670"/>
                </a:cubicBezTo>
                <a:cubicBezTo>
                  <a:pt x="1296366" y="42196"/>
                  <a:pt x="1297013" y="41786"/>
                  <a:pt x="1297928" y="41438"/>
                </a:cubicBezTo>
                <a:cubicBezTo>
                  <a:pt x="1298844" y="41091"/>
                  <a:pt x="1300060" y="40823"/>
                  <a:pt x="1301575" y="40633"/>
                </a:cubicBezTo>
                <a:cubicBezTo>
                  <a:pt x="1303090" y="40444"/>
                  <a:pt x="1305016" y="40349"/>
                  <a:pt x="1307353" y="40349"/>
                </a:cubicBezTo>
                <a:cubicBezTo>
                  <a:pt x="1309689" y="40349"/>
                  <a:pt x="1311615" y="40444"/>
                  <a:pt x="1313130" y="40633"/>
                </a:cubicBezTo>
                <a:cubicBezTo>
                  <a:pt x="1314646" y="40823"/>
                  <a:pt x="1315861" y="41091"/>
                  <a:pt x="1316777" y="41438"/>
                </a:cubicBezTo>
                <a:cubicBezTo>
                  <a:pt x="1317692" y="41786"/>
                  <a:pt x="1318340" y="42196"/>
                  <a:pt x="1318719" y="42670"/>
                </a:cubicBezTo>
                <a:cubicBezTo>
                  <a:pt x="1319097" y="43143"/>
                  <a:pt x="1319287" y="43696"/>
                  <a:pt x="1319287" y="44327"/>
                </a:cubicBezTo>
                <a:lnTo>
                  <a:pt x="1319287" y="128624"/>
                </a:lnTo>
                <a:moveTo>
                  <a:pt x="1321086" y="15533"/>
                </a:moveTo>
                <a:cubicBezTo>
                  <a:pt x="1321086" y="20332"/>
                  <a:pt x="1320108" y="23647"/>
                  <a:pt x="1318150" y="25479"/>
                </a:cubicBezTo>
                <a:cubicBezTo>
                  <a:pt x="1316193" y="27310"/>
                  <a:pt x="1312562" y="28225"/>
                  <a:pt x="1307258" y="28225"/>
                </a:cubicBezTo>
                <a:cubicBezTo>
                  <a:pt x="1301891" y="28225"/>
                  <a:pt x="1298276" y="27341"/>
                  <a:pt x="1296413" y="25573"/>
                </a:cubicBezTo>
                <a:cubicBezTo>
                  <a:pt x="1294550" y="23805"/>
                  <a:pt x="1293619" y="20617"/>
                  <a:pt x="1293619" y="16007"/>
                </a:cubicBezTo>
                <a:cubicBezTo>
                  <a:pt x="1293619" y="11208"/>
                  <a:pt x="1294582" y="7877"/>
                  <a:pt x="1296508" y="6014"/>
                </a:cubicBezTo>
                <a:cubicBezTo>
                  <a:pt x="1298434" y="4152"/>
                  <a:pt x="1302080" y="3220"/>
                  <a:pt x="1307447" y="3220"/>
                </a:cubicBezTo>
                <a:cubicBezTo>
                  <a:pt x="1312751" y="3220"/>
                  <a:pt x="1316351" y="4120"/>
                  <a:pt x="1318245" y="5920"/>
                </a:cubicBezTo>
                <a:cubicBezTo>
                  <a:pt x="1320139" y="7719"/>
                  <a:pt x="1321086" y="10924"/>
                  <a:pt x="1321086" y="15533"/>
                </a:cubicBezTo>
                <a:close/>
                <a:moveTo>
                  <a:pt x="1428416" y="85526"/>
                </a:moveTo>
                <a:cubicBezTo>
                  <a:pt x="1428416" y="92740"/>
                  <a:pt x="1427469" y="99321"/>
                  <a:pt x="1425574" y="105268"/>
                </a:cubicBezTo>
                <a:cubicBezTo>
                  <a:pt x="1423680" y="111215"/>
                  <a:pt x="1420807" y="116340"/>
                  <a:pt x="1416955" y="120642"/>
                </a:cubicBezTo>
                <a:cubicBezTo>
                  <a:pt x="1413103" y="124943"/>
                  <a:pt x="1408273" y="128265"/>
                  <a:pt x="1402464" y="130608"/>
                </a:cubicBezTo>
                <a:cubicBezTo>
                  <a:pt x="1396654" y="132948"/>
                  <a:pt x="1389866" y="134118"/>
                  <a:pt x="1382100" y="134118"/>
                </a:cubicBezTo>
                <a:cubicBezTo>
                  <a:pt x="1374585" y="134118"/>
                  <a:pt x="1368050" y="133074"/>
                  <a:pt x="1362493" y="130986"/>
                </a:cubicBezTo>
                <a:cubicBezTo>
                  <a:pt x="1356937" y="128899"/>
                  <a:pt x="1352327" y="125862"/>
                  <a:pt x="1348665" y="121876"/>
                </a:cubicBezTo>
                <a:cubicBezTo>
                  <a:pt x="1345002" y="117890"/>
                  <a:pt x="1342287" y="112986"/>
                  <a:pt x="1340519" y="107165"/>
                </a:cubicBezTo>
                <a:cubicBezTo>
                  <a:pt x="1338751" y="101344"/>
                  <a:pt x="1337867" y="94701"/>
                  <a:pt x="1337867" y="87236"/>
                </a:cubicBezTo>
                <a:cubicBezTo>
                  <a:pt x="1337867" y="80022"/>
                  <a:pt x="1338830" y="73426"/>
                  <a:pt x="1340756" y="67447"/>
                </a:cubicBezTo>
                <a:cubicBezTo>
                  <a:pt x="1342682" y="61468"/>
                  <a:pt x="1345571" y="56343"/>
                  <a:pt x="1349423" y="52073"/>
                </a:cubicBezTo>
                <a:cubicBezTo>
                  <a:pt x="1353274" y="47803"/>
                  <a:pt x="1358089" y="44498"/>
                  <a:pt x="1363867" y="42158"/>
                </a:cubicBezTo>
                <a:cubicBezTo>
                  <a:pt x="1369644" y="39815"/>
                  <a:pt x="1376417" y="38644"/>
                  <a:pt x="1384183" y="38644"/>
                </a:cubicBezTo>
                <a:cubicBezTo>
                  <a:pt x="1391761" y="38644"/>
                  <a:pt x="1398328" y="39672"/>
                  <a:pt x="1403884" y="41728"/>
                </a:cubicBezTo>
                <a:cubicBezTo>
                  <a:pt x="1409441" y="43784"/>
                  <a:pt x="1414035" y="46806"/>
                  <a:pt x="1417665" y="50791"/>
                </a:cubicBezTo>
                <a:cubicBezTo>
                  <a:pt x="1421296" y="54777"/>
                  <a:pt x="1423996" y="59681"/>
                  <a:pt x="1425764" y="65502"/>
                </a:cubicBezTo>
                <a:cubicBezTo>
                  <a:pt x="1427532" y="71323"/>
                  <a:pt x="1428416" y="77998"/>
                  <a:pt x="1428416" y="85526"/>
                </a:cubicBezTo>
                <a:moveTo>
                  <a:pt x="1403884" y="86476"/>
                </a:moveTo>
                <a:cubicBezTo>
                  <a:pt x="1403884" y="82308"/>
                  <a:pt x="1403553" y="78472"/>
                  <a:pt x="1402890" y="74968"/>
                </a:cubicBezTo>
                <a:cubicBezTo>
                  <a:pt x="1402227" y="71463"/>
                  <a:pt x="1401106" y="68417"/>
                  <a:pt x="1399527" y="65828"/>
                </a:cubicBezTo>
                <a:cubicBezTo>
                  <a:pt x="1397949" y="63239"/>
                  <a:pt x="1395849" y="61218"/>
                  <a:pt x="1393229" y="59766"/>
                </a:cubicBezTo>
                <a:cubicBezTo>
                  <a:pt x="1390608" y="58314"/>
                  <a:pt x="1387309" y="57587"/>
                  <a:pt x="1383331" y="57587"/>
                </a:cubicBezTo>
                <a:cubicBezTo>
                  <a:pt x="1379795" y="57587"/>
                  <a:pt x="1376701" y="58235"/>
                  <a:pt x="1374049" y="59529"/>
                </a:cubicBezTo>
                <a:cubicBezTo>
                  <a:pt x="1371397" y="60824"/>
                  <a:pt x="1369218" y="62718"/>
                  <a:pt x="1367513" y="65212"/>
                </a:cubicBezTo>
                <a:cubicBezTo>
                  <a:pt x="1365808" y="67706"/>
                  <a:pt x="1364530" y="70706"/>
                  <a:pt x="1363677" y="74210"/>
                </a:cubicBezTo>
                <a:cubicBezTo>
                  <a:pt x="1362825" y="77715"/>
                  <a:pt x="1362399" y="81708"/>
                  <a:pt x="1362399" y="86192"/>
                </a:cubicBezTo>
                <a:cubicBezTo>
                  <a:pt x="1362399" y="90359"/>
                  <a:pt x="1362746" y="94195"/>
                  <a:pt x="1363440" y="97700"/>
                </a:cubicBezTo>
                <a:cubicBezTo>
                  <a:pt x="1364135" y="101204"/>
                  <a:pt x="1365256" y="104251"/>
                  <a:pt x="1366803" y="106840"/>
                </a:cubicBezTo>
                <a:cubicBezTo>
                  <a:pt x="1368350" y="109429"/>
                  <a:pt x="1370449" y="111433"/>
                  <a:pt x="1373102" y="112854"/>
                </a:cubicBezTo>
                <a:cubicBezTo>
                  <a:pt x="1375754" y="114275"/>
                  <a:pt x="1379037" y="114985"/>
                  <a:pt x="1382952" y="114985"/>
                </a:cubicBezTo>
                <a:cubicBezTo>
                  <a:pt x="1386551" y="114985"/>
                  <a:pt x="1389677" y="114338"/>
                  <a:pt x="1392329" y="113044"/>
                </a:cubicBezTo>
                <a:cubicBezTo>
                  <a:pt x="1394981" y="111749"/>
                  <a:pt x="1397159" y="109871"/>
                  <a:pt x="1398864" y="107408"/>
                </a:cubicBezTo>
                <a:cubicBezTo>
                  <a:pt x="1400569" y="104945"/>
                  <a:pt x="1401832" y="101962"/>
                  <a:pt x="1402653" y="98457"/>
                </a:cubicBezTo>
                <a:cubicBezTo>
                  <a:pt x="1403474" y="94953"/>
                  <a:pt x="1403884" y="90959"/>
                  <a:pt x="1403884" y="86476"/>
                </a:cubicBezTo>
                <a:close/>
                <a:moveTo>
                  <a:pt x="1527691" y="128621"/>
                </a:moveTo>
                <a:cubicBezTo>
                  <a:pt x="1527691" y="129253"/>
                  <a:pt x="1527501" y="129806"/>
                  <a:pt x="1527123" y="130282"/>
                </a:cubicBezTo>
                <a:cubicBezTo>
                  <a:pt x="1526744" y="130756"/>
                  <a:pt x="1526112" y="131150"/>
                  <a:pt x="1525228" y="131466"/>
                </a:cubicBezTo>
                <a:cubicBezTo>
                  <a:pt x="1524344" y="131782"/>
                  <a:pt x="1523129" y="132018"/>
                  <a:pt x="1521582" y="132176"/>
                </a:cubicBezTo>
                <a:cubicBezTo>
                  <a:pt x="1520035" y="132334"/>
                  <a:pt x="1518125" y="132413"/>
                  <a:pt x="1515851" y="132413"/>
                </a:cubicBezTo>
                <a:cubicBezTo>
                  <a:pt x="1513515" y="132413"/>
                  <a:pt x="1511573" y="132334"/>
                  <a:pt x="1510026" y="132176"/>
                </a:cubicBezTo>
                <a:cubicBezTo>
                  <a:pt x="1508479" y="132018"/>
                  <a:pt x="1507264" y="131782"/>
                  <a:pt x="1506380" y="131466"/>
                </a:cubicBezTo>
                <a:cubicBezTo>
                  <a:pt x="1505496" y="131150"/>
                  <a:pt x="1504864" y="130756"/>
                  <a:pt x="1504485" y="130282"/>
                </a:cubicBezTo>
                <a:cubicBezTo>
                  <a:pt x="1504107" y="129808"/>
                  <a:pt x="1503917" y="129256"/>
                  <a:pt x="1503917" y="128624"/>
                </a:cubicBezTo>
                <a:lnTo>
                  <a:pt x="1503917" y="80414"/>
                </a:lnTo>
                <a:cubicBezTo>
                  <a:pt x="1503917" y="76310"/>
                  <a:pt x="1503617" y="73089"/>
                  <a:pt x="1503017" y="70753"/>
                </a:cubicBezTo>
                <a:cubicBezTo>
                  <a:pt x="1502418" y="68417"/>
                  <a:pt x="1501549" y="66412"/>
                  <a:pt x="1500413" y="64738"/>
                </a:cubicBezTo>
                <a:cubicBezTo>
                  <a:pt x="1499276" y="63065"/>
                  <a:pt x="1497808" y="61771"/>
                  <a:pt x="1496008" y="60855"/>
                </a:cubicBezTo>
                <a:cubicBezTo>
                  <a:pt x="1494209" y="59939"/>
                  <a:pt x="1492109" y="59482"/>
                  <a:pt x="1489710" y="59482"/>
                </a:cubicBezTo>
                <a:cubicBezTo>
                  <a:pt x="1486679" y="59482"/>
                  <a:pt x="1483616" y="60587"/>
                  <a:pt x="1480522" y="62797"/>
                </a:cubicBezTo>
                <a:cubicBezTo>
                  <a:pt x="1477428" y="65007"/>
                  <a:pt x="1474208" y="68227"/>
                  <a:pt x="1470861" y="72458"/>
                </a:cubicBezTo>
                <a:lnTo>
                  <a:pt x="1470861" y="128624"/>
                </a:lnTo>
                <a:cubicBezTo>
                  <a:pt x="1470861" y="129256"/>
                  <a:pt x="1470672" y="129808"/>
                  <a:pt x="1470293" y="130282"/>
                </a:cubicBezTo>
                <a:cubicBezTo>
                  <a:pt x="1469914" y="130756"/>
                  <a:pt x="1469267" y="131150"/>
                  <a:pt x="1468351" y="131466"/>
                </a:cubicBezTo>
                <a:cubicBezTo>
                  <a:pt x="1467436" y="131782"/>
                  <a:pt x="1466220" y="132018"/>
                  <a:pt x="1464705" y="132176"/>
                </a:cubicBezTo>
                <a:cubicBezTo>
                  <a:pt x="1463189" y="132334"/>
                  <a:pt x="1461263" y="132413"/>
                  <a:pt x="1458927" y="132413"/>
                </a:cubicBezTo>
                <a:cubicBezTo>
                  <a:pt x="1456591" y="132413"/>
                  <a:pt x="1454665" y="132334"/>
                  <a:pt x="1453149" y="132176"/>
                </a:cubicBezTo>
                <a:cubicBezTo>
                  <a:pt x="1451634" y="132018"/>
                  <a:pt x="1450418" y="131782"/>
                  <a:pt x="1449503" y="131466"/>
                </a:cubicBezTo>
                <a:cubicBezTo>
                  <a:pt x="1448587" y="131150"/>
                  <a:pt x="1447940" y="130756"/>
                  <a:pt x="1447561" y="130282"/>
                </a:cubicBezTo>
                <a:cubicBezTo>
                  <a:pt x="1447182" y="129808"/>
                  <a:pt x="1446993" y="129256"/>
                  <a:pt x="1446993" y="128624"/>
                </a:cubicBezTo>
                <a:lnTo>
                  <a:pt x="1446993" y="44138"/>
                </a:lnTo>
                <a:cubicBezTo>
                  <a:pt x="1446993" y="43506"/>
                  <a:pt x="1447151" y="42954"/>
                  <a:pt x="1447466" y="42480"/>
                </a:cubicBezTo>
                <a:cubicBezTo>
                  <a:pt x="1447782" y="42007"/>
                  <a:pt x="1448350" y="41612"/>
                  <a:pt x="1449171" y="41296"/>
                </a:cubicBezTo>
                <a:cubicBezTo>
                  <a:pt x="1449992" y="40980"/>
                  <a:pt x="1451050" y="40744"/>
                  <a:pt x="1452344" y="40586"/>
                </a:cubicBezTo>
                <a:cubicBezTo>
                  <a:pt x="1453639" y="40428"/>
                  <a:pt x="1455265" y="40349"/>
                  <a:pt x="1457222" y="40349"/>
                </a:cubicBezTo>
                <a:cubicBezTo>
                  <a:pt x="1459243" y="40349"/>
                  <a:pt x="1460916" y="40428"/>
                  <a:pt x="1462242" y="40586"/>
                </a:cubicBezTo>
                <a:cubicBezTo>
                  <a:pt x="1463568" y="40744"/>
                  <a:pt x="1464594" y="40980"/>
                  <a:pt x="1465320" y="41296"/>
                </a:cubicBezTo>
                <a:cubicBezTo>
                  <a:pt x="1466047" y="41612"/>
                  <a:pt x="1466567" y="42007"/>
                  <a:pt x="1466883" y="42480"/>
                </a:cubicBezTo>
                <a:cubicBezTo>
                  <a:pt x="1467199" y="42954"/>
                  <a:pt x="1467357" y="43506"/>
                  <a:pt x="1467357" y="44138"/>
                </a:cubicBezTo>
                <a:lnTo>
                  <a:pt x="1467357" y="53893"/>
                </a:lnTo>
                <a:cubicBezTo>
                  <a:pt x="1472029" y="48810"/>
                  <a:pt x="1476781" y="44998"/>
                  <a:pt x="1481612" y="42456"/>
                </a:cubicBezTo>
                <a:cubicBezTo>
                  <a:pt x="1486442" y="39915"/>
                  <a:pt x="1491478" y="38644"/>
                  <a:pt x="1496719" y="38644"/>
                </a:cubicBezTo>
                <a:cubicBezTo>
                  <a:pt x="1502465" y="38644"/>
                  <a:pt x="1507311" y="39592"/>
                  <a:pt x="1511258" y="41489"/>
                </a:cubicBezTo>
                <a:cubicBezTo>
                  <a:pt x="1515204" y="43385"/>
                  <a:pt x="1518393" y="45961"/>
                  <a:pt x="1520824" y="49217"/>
                </a:cubicBezTo>
                <a:cubicBezTo>
                  <a:pt x="1523255" y="52471"/>
                  <a:pt x="1525007" y="56279"/>
                  <a:pt x="1526081" y="60642"/>
                </a:cubicBezTo>
                <a:cubicBezTo>
                  <a:pt x="1527154" y="65003"/>
                  <a:pt x="1527691" y="70249"/>
                  <a:pt x="1527691" y="76380"/>
                </a:cubicBezTo>
                <a:lnTo>
                  <a:pt x="1527691" y="128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Demonstration">
            <a:extLst xmlns:a="http://schemas.openxmlformats.org/drawingml/2006/main">
              <a:ext uri="{FF2B5EF4-FFF2-40B4-BE49-F238E27FC236}">
                <a16:creationId xmlns:a16="http://schemas.microsoft.com/office/drawing/2014/main" id="{069B4BFB-A63A-446B-83F0-FB8F198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66" y="3069205"/>
            <a:ext cx="961456" cy="104630"/>
          </a:xfrm>
          <a:custGeom xmlns:a="http://schemas.openxmlformats.org/drawingml/2006/main">
            <a:pathLst>
              <a:path w="961456" h="104630">
                <a:moveTo>
                  <a:pt x="0" y="102925"/>
                </a:moveTo>
                <a:lnTo>
                  <a:pt x="0" y="5115"/>
                </a:lnTo>
                <a:lnTo>
                  <a:pt x="33782" y="5115"/>
                </a:lnTo>
                <a:cubicBezTo>
                  <a:pt x="68511" y="5115"/>
                  <a:pt x="85876" y="21006"/>
                  <a:pt x="85876" y="52788"/>
                </a:cubicBezTo>
                <a:cubicBezTo>
                  <a:pt x="85876" y="67901"/>
                  <a:pt x="81014" y="80035"/>
                  <a:pt x="71290" y="89191"/>
                </a:cubicBezTo>
                <a:cubicBezTo>
                  <a:pt x="61565" y="98347"/>
                  <a:pt x="49021" y="102925"/>
                  <a:pt x="33656" y="102925"/>
                </a:cubicBezTo>
                <a:lnTo>
                  <a:pt x="0" y="102925"/>
                </a:lnTo>
                <a:moveTo>
                  <a:pt x="20838" y="22164"/>
                </a:moveTo>
                <a:lnTo>
                  <a:pt x="20838" y="85876"/>
                </a:lnTo>
                <a:lnTo>
                  <a:pt x="32203" y="85876"/>
                </a:lnTo>
                <a:cubicBezTo>
                  <a:pt x="42096" y="85876"/>
                  <a:pt x="49863" y="82929"/>
                  <a:pt x="55504" y="77036"/>
                </a:cubicBezTo>
                <a:cubicBezTo>
                  <a:pt x="61144" y="71142"/>
                  <a:pt x="63965" y="63165"/>
                  <a:pt x="63965" y="53104"/>
                </a:cubicBezTo>
                <a:cubicBezTo>
                  <a:pt x="63965" y="43380"/>
                  <a:pt x="61018" y="35792"/>
                  <a:pt x="55125" y="30341"/>
                </a:cubicBezTo>
                <a:cubicBezTo>
                  <a:pt x="49231" y="24889"/>
                  <a:pt x="41570" y="22164"/>
                  <a:pt x="32140" y="22164"/>
                </a:cubicBezTo>
                <a:lnTo>
                  <a:pt x="20838" y="22164"/>
                </a:lnTo>
                <a:close/>
                <a:moveTo>
                  <a:pt x="162032" y="73752"/>
                </a:moveTo>
                <a:lnTo>
                  <a:pt x="116064" y="73752"/>
                </a:lnTo>
                <a:cubicBezTo>
                  <a:pt x="116779" y="84571"/>
                  <a:pt x="123304" y="89980"/>
                  <a:pt x="135638" y="89980"/>
                </a:cubicBezTo>
                <a:cubicBezTo>
                  <a:pt x="143342" y="89980"/>
                  <a:pt x="150140" y="88086"/>
                  <a:pt x="156034" y="84297"/>
                </a:cubicBezTo>
                <a:lnTo>
                  <a:pt x="156034" y="99262"/>
                </a:lnTo>
                <a:cubicBezTo>
                  <a:pt x="149677" y="102841"/>
                  <a:pt x="141342" y="104630"/>
                  <a:pt x="131029" y="104630"/>
                </a:cubicBezTo>
                <a:cubicBezTo>
                  <a:pt x="119915" y="104630"/>
                  <a:pt x="111275" y="101494"/>
                  <a:pt x="105108" y="95221"/>
                </a:cubicBezTo>
                <a:cubicBezTo>
                  <a:pt x="98941" y="88949"/>
                  <a:pt x="95857" y="80214"/>
                  <a:pt x="95857" y="69016"/>
                </a:cubicBezTo>
                <a:cubicBezTo>
                  <a:pt x="95857" y="57861"/>
                  <a:pt x="99141" y="48800"/>
                  <a:pt x="105708" y="41833"/>
                </a:cubicBezTo>
                <a:cubicBezTo>
                  <a:pt x="112275" y="34866"/>
                  <a:pt x="120526" y="31383"/>
                  <a:pt x="130460" y="31383"/>
                </a:cubicBezTo>
                <a:cubicBezTo>
                  <a:pt x="140353" y="31383"/>
                  <a:pt x="148088" y="34382"/>
                  <a:pt x="153666" y="40381"/>
                </a:cubicBezTo>
                <a:cubicBezTo>
                  <a:pt x="159244" y="46379"/>
                  <a:pt x="162032" y="54620"/>
                  <a:pt x="162032" y="65102"/>
                </a:cubicBezTo>
                <a:lnTo>
                  <a:pt x="162032" y="73752"/>
                </a:lnTo>
                <a:moveTo>
                  <a:pt x="143026" y="60997"/>
                </a:moveTo>
                <a:cubicBezTo>
                  <a:pt x="143026" y="50557"/>
                  <a:pt x="138795" y="45337"/>
                  <a:pt x="130334" y="45337"/>
                </a:cubicBezTo>
                <a:cubicBezTo>
                  <a:pt x="126840" y="45337"/>
                  <a:pt x="123746" y="46769"/>
                  <a:pt x="121052" y="49631"/>
                </a:cubicBezTo>
                <a:cubicBezTo>
                  <a:pt x="118358" y="52494"/>
                  <a:pt x="116674" y="56282"/>
                  <a:pt x="116000" y="60997"/>
                </a:cubicBezTo>
                <a:lnTo>
                  <a:pt x="143026" y="60997"/>
                </a:lnTo>
                <a:close/>
                <a:moveTo>
                  <a:pt x="285374" y="102925"/>
                </a:moveTo>
                <a:lnTo>
                  <a:pt x="265041" y="102925"/>
                </a:lnTo>
                <a:lnTo>
                  <a:pt x="265041" y="63081"/>
                </a:lnTo>
                <a:cubicBezTo>
                  <a:pt x="265041" y="52389"/>
                  <a:pt x="261147" y="47042"/>
                  <a:pt x="253360" y="47042"/>
                </a:cubicBezTo>
                <a:cubicBezTo>
                  <a:pt x="249739" y="47042"/>
                  <a:pt x="246730" y="48663"/>
                  <a:pt x="244330" y="51904"/>
                </a:cubicBezTo>
                <a:cubicBezTo>
                  <a:pt x="241931" y="55146"/>
                  <a:pt x="240731" y="59103"/>
                  <a:pt x="240731" y="63775"/>
                </a:cubicBezTo>
                <a:lnTo>
                  <a:pt x="240731" y="102925"/>
                </a:lnTo>
                <a:lnTo>
                  <a:pt x="220398" y="102925"/>
                </a:lnTo>
                <a:lnTo>
                  <a:pt x="220398" y="62576"/>
                </a:lnTo>
                <a:cubicBezTo>
                  <a:pt x="220398" y="52220"/>
                  <a:pt x="216547" y="47042"/>
                  <a:pt x="208843" y="47042"/>
                </a:cubicBezTo>
                <a:cubicBezTo>
                  <a:pt x="205012" y="47042"/>
                  <a:pt x="201950" y="48589"/>
                  <a:pt x="199656" y="51683"/>
                </a:cubicBezTo>
                <a:cubicBezTo>
                  <a:pt x="197361" y="54777"/>
                  <a:pt x="196214" y="58871"/>
                  <a:pt x="196214" y="63965"/>
                </a:cubicBezTo>
                <a:lnTo>
                  <a:pt x="196214" y="102925"/>
                </a:lnTo>
                <a:lnTo>
                  <a:pt x="175819" y="102925"/>
                </a:lnTo>
                <a:lnTo>
                  <a:pt x="175819" y="33087"/>
                </a:lnTo>
                <a:lnTo>
                  <a:pt x="196214" y="33087"/>
                </a:lnTo>
                <a:lnTo>
                  <a:pt x="196214" y="44011"/>
                </a:lnTo>
                <a:lnTo>
                  <a:pt x="196467" y="44011"/>
                </a:lnTo>
                <a:cubicBezTo>
                  <a:pt x="198908" y="40012"/>
                  <a:pt x="202150" y="36908"/>
                  <a:pt x="206191" y="34698"/>
                </a:cubicBezTo>
                <a:cubicBezTo>
                  <a:pt x="210232" y="32488"/>
                  <a:pt x="214484" y="31383"/>
                  <a:pt x="218946" y="31383"/>
                </a:cubicBezTo>
                <a:cubicBezTo>
                  <a:pt x="228755" y="31383"/>
                  <a:pt x="235469" y="35782"/>
                  <a:pt x="239089" y="44580"/>
                </a:cubicBezTo>
                <a:cubicBezTo>
                  <a:pt x="244477" y="35782"/>
                  <a:pt x="252307" y="31383"/>
                  <a:pt x="262579" y="31383"/>
                </a:cubicBezTo>
                <a:cubicBezTo>
                  <a:pt x="277775" y="31383"/>
                  <a:pt x="285374" y="40770"/>
                  <a:pt x="285374" y="59545"/>
                </a:cubicBezTo>
                <a:lnTo>
                  <a:pt x="285374" y="102925"/>
                </a:lnTo>
                <a:close/>
                <a:moveTo>
                  <a:pt x="298914" y="68322"/>
                </a:moveTo>
                <a:cubicBezTo>
                  <a:pt x="298914" y="56830"/>
                  <a:pt x="302356" y="47800"/>
                  <a:pt x="309238" y="41233"/>
                </a:cubicBezTo>
                <a:cubicBezTo>
                  <a:pt x="316121" y="34666"/>
                  <a:pt x="325372" y="31383"/>
                  <a:pt x="336990" y="31383"/>
                </a:cubicBezTo>
                <a:cubicBezTo>
                  <a:pt x="348230" y="31383"/>
                  <a:pt x="357154" y="34613"/>
                  <a:pt x="363763" y="41075"/>
                </a:cubicBezTo>
                <a:cubicBezTo>
                  <a:pt x="370372" y="47537"/>
                  <a:pt x="373677" y="56219"/>
                  <a:pt x="373677" y="67122"/>
                </a:cubicBezTo>
                <a:cubicBezTo>
                  <a:pt x="373677" y="78572"/>
                  <a:pt x="370288" y="87686"/>
                  <a:pt x="363511" y="94463"/>
                </a:cubicBezTo>
                <a:cubicBezTo>
                  <a:pt x="356733" y="101241"/>
                  <a:pt x="347556" y="104630"/>
                  <a:pt x="335980" y="104630"/>
                </a:cubicBezTo>
                <a:cubicBezTo>
                  <a:pt x="324614" y="104630"/>
                  <a:pt x="315595" y="101378"/>
                  <a:pt x="308923" y="94874"/>
                </a:cubicBezTo>
                <a:cubicBezTo>
                  <a:pt x="302250" y="88370"/>
                  <a:pt x="298914" y="79519"/>
                  <a:pt x="298914" y="68322"/>
                </a:cubicBezTo>
                <a:moveTo>
                  <a:pt x="319562" y="68069"/>
                </a:moveTo>
                <a:cubicBezTo>
                  <a:pt x="319562" y="82003"/>
                  <a:pt x="325245" y="88970"/>
                  <a:pt x="336611" y="88970"/>
                </a:cubicBezTo>
                <a:cubicBezTo>
                  <a:pt x="347514" y="88970"/>
                  <a:pt x="352966" y="81814"/>
                  <a:pt x="352966" y="67501"/>
                </a:cubicBezTo>
                <a:cubicBezTo>
                  <a:pt x="352966" y="53862"/>
                  <a:pt x="347472" y="47042"/>
                  <a:pt x="336485" y="47042"/>
                </a:cubicBezTo>
                <a:cubicBezTo>
                  <a:pt x="331139" y="47042"/>
                  <a:pt x="326982" y="48873"/>
                  <a:pt x="324014" y="52536"/>
                </a:cubicBezTo>
                <a:cubicBezTo>
                  <a:pt x="321046" y="56198"/>
                  <a:pt x="319562" y="61376"/>
                  <a:pt x="319562" y="68069"/>
                </a:cubicBezTo>
                <a:close/>
                <a:moveTo>
                  <a:pt x="454292" y="102925"/>
                </a:moveTo>
                <a:lnTo>
                  <a:pt x="434023" y="102925"/>
                </a:lnTo>
                <a:lnTo>
                  <a:pt x="434023" y="63965"/>
                </a:lnTo>
                <a:cubicBezTo>
                  <a:pt x="434023" y="52683"/>
                  <a:pt x="429961" y="47042"/>
                  <a:pt x="421836" y="47042"/>
                </a:cubicBezTo>
                <a:cubicBezTo>
                  <a:pt x="417963" y="47042"/>
                  <a:pt x="414743" y="48547"/>
                  <a:pt x="412175" y="51557"/>
                </a:cubicBezTo>
                <a:cubicBezTo>
                  <a:pt x="409607" y="54567"/>
                  <a:pt x="408323" y="58408"/>
                  <a:pt x="408323" y="63081"/>
                </a:cubicBezTo>
                <a:lnTo>
                  <a:pt x="408323" y="102925"/>
                </a:lnTo>
                <a:lnTo>
                  <a:pt x="387928" y="102925"/>
                </a:lnTo>
                <a:lnTo>
                  <a:pt x="387928" y="33087"/>
                </a:lnTo>
                <a:lnTo>
                  <a:pt x="408323" y="33087"/>
                </a:lnTo>
                <a:lnTo>
                  <a:pt x="408323" y="44201"/>
                </a:lnTo>
                <a:lnTo>
                  <a:pt x="408576" y="44201"/>
                </a:lnTo>
                <a:cubicBezTo>
                  <a:pt x="413670" y="35655"/>
                  <a:pt x="421163" y="31383"/>
                  <a:pt x="431055" y="31383"/>
                </a:cubicBezTo>
                <a:cubicBezTo>
                  <a:pt x="446547" y="31383"/>
                  <a:pt x="454292" y="40980"/>
                  <a:pt x="454292" y="60176"/>
                </a:cubicBezTo>
                <a:lnTo>
                  <a:pt x="454292" y="102925"/>
                </a:lnTo>
                <a:close/>
                <a:moveTo>
                  <a:pt x="469908" y="84171"/>
                </a:moveTo>
                <a:cubicBezTo>
                  <a:pt x="476896" y="88423"/>
                  <a:pt x="483737" y="90549"/>
                  <a:pt x="490430" y="90549"/>
                </a:cubicBezTo>
                <a:cubicBezTo>
                  <a:pt x="498849" y="90549"/>
                  <a:pt x="503059" y="88296"/>
                  <a:pt x="503059" y="83792"/>
                </a:cubicBezTo>
                <a:cubicBezTo>
                  <a:pt x="503059" y="80593"/>
                  <a:pt x="499586" y="77920"/>
                  <a:pt x="492640" y="75773"/>
                </a:cubicBezTo>
                <a:cubicBezTo>
                  <a:pt x="483968" y="73079"/>
                  <a:pt x="478012" y="70079"/>
                  <a:pt x="474770" y="66775"/>
                </a:cubicBezTo>
                <a:cubicBezTo>
                  <a:pt x="471529" y="63470"/>
                  <a:pt x="469908" y="58998"/>
                  <a:pt x="469908" y="53357"/>
                </a:cubicBezTo>
                <a:cubicBezTo>
                  <a:pt x="469908" y="46495"/>
                  <a:pt x="472687" y="41117"/>
                  <a:pt x="478243" y="37223"/>
                </a:cubicBezTo>
                <a:cubicBezTo>
                  <a:pt x="483800" y="33330"/>
                  <a:pt x="491083" y="31383"/>
                  <a:pt x="500091" y="31383"/>
                </a:cubicBezTo>
                <a:cubicBezTo>
                  <a:pt x="506490" y="31383"/>
                  <a:pt x="512657" y="32330"/>
                  <a:pt x="518592" y="34224"/>
                </a:cubicBezTo>
                <a:lnTo>
                  <a:pt x="518592" y="50263"/>
                </a:lnTo>
                <a:cubicBezTo>
                  <a:pt x="513162" y="47063"/>
                  <a:pt x="507184" y="45464"/>
                  <a:pt x="500659" y="45464"/>
                </a:cubicBezTo>
                <a:cubicBezTo>
                  <a:pt x="497418" y="45464"/>
                  <a:pt x="494808" y="46043"/>
                  <a:pt x="492830" y="47200"/>
                </a:cubicBezTo>
                <a:cubicBezTo>
                  <a:pt x="490851" y="48358"/>
                  <a:pt x="489862" y="49884"/>
                  <a:pt x="489862" y="51778"/>
                </a:cubicBezTo>
                <a:cubicBezTo>
                  <a:pt x="489862" y="54977"/>
                  <a:pt x="492809" y="57566"/>
                  <a:pt x="498702" y="59545"/>
                </a:cubicBezTo>
                <a:cubicBezTo>
                  <a:pt x="505016" y="61650"/>
                  <a:pt x="509763" y="63565"/>
                  <a:pt x="512941" y="65291"/>
                </a:cubicBezTo>
                <a:cubicBezTo>
                  <a:pt x="516119" y="67017"/>
                  <a:pt x="518540" y="69290"/>
                  <a:pt x="520203" y="72110"/>
                </a:cubicBezTo>
                <a:cubicBezTo>
                  <a:pt x="521865" y="74931"/>
                  <a:pt x="522697" y="78193"/>
                  <a:pt x="522697" y="81898"/>
                </a:cubicBezTo>
                <a:cubicBezTo>
                  <a:pt x="522697" y="89096"/>
                  <a:pt x="519813" y="94684"/>
                  <a:pt x="514046" y="98663"/>
                </a:cubicBezTo>
                <a:cubicBezTo>
                  <a:pt x="508279" y="102641"/>
                  <a:pt x="500575" y="104630"/>
                  <a:pt x="490935" y="104630"/>
                </a:cubicBezTo>
                <a:cubicBezTo>
                  <a:pt x="483358" y="104630"/>
                  <a:pt x="476349" y="103430"/>
                  <a:pt x="469908" y="101030"/>
                </a:cubicBezTo>
                <a:lnTo>
                  <a:pt x="469908" y="84171"/>
                </a:lnTo>
                <a:close/>
                <a:moveTo>
                  <a:pt x="576484" y="102104"/>
                </a:moveTo>
                <a:cubicBezTo>
                  <a:pt x="573411" y="103788"/>
                  <a:pt x="568760" y="104630"/>
                  <a:pt x="562529" y="104630"/>
                </a:cubicBezTo>
                <a:cubicBezTo>
                  <a:pt x="547712" y="104630"/>
                  <a:pt x="540303" y="96842"/>
                  <a:pt x="540303" y="81266"/>
                </a:cubicBezTo>
                <a:lnTo>
                  <a:pt x="540303" y="48305"/>
                </a:lnTo>
                <a:lnTo>
                  <a:pt x="528810" y="48305"/>
                </a:lnTo>
                <a:lnTo>
                  <a:pt x="528810" y="33087"/>
                </a:lnTo>
                <a:lnTo>
                  <a:pt x="540303" y="33087"/>
                </a:lnTo>
                <a:lnTo>
                  <a:pt x="540303" y="17743"/>
                </a:lnTo>
                <a:lnTo>
                  <a:pt x="560572" y="11934"/>
                </a:lnTo>
                <a:lnTo>
                  <a:pt x="560572" y="33087"/>
                </a:lnTo>
                <a:lnTo>
                  <a:pt x="576484" y="33087"/>
                </a:lnTo>
                <a:lnTo>
                  <a:pt x="576484" y="48305"/>
                </a:lnTo>
                <a:lnTo>
                  <a:pt x="560572" y="48305"/>
                </a:lnTo>
                <a:lnTo>
                  <a:pt x="560572" y="77730"/>
                </a:lnTo>
                <a:cubicBezTo>
                  <a:pt x="560572" y="85181"/>
                  <a:pt x="563519" y="88907"/>
                  <a:pt x="569412" y="88907"/>
                </a:cubicBezTo>
                <a:cubicBezTo>
                  <a:pt x="571685" y="88907"/>
                  <a:pt x="574043" y="88233"/>
                  <a:pt x="576484" y="86886"/>
                </a:cubicBezTo>
                <a:lnTo>
                  <a:pt x="576484" y="102104"/>
                </a:lnTo>
                <a:close/>
                <a:moveTo>
                  <a:pt x="633445" y="51589"/>
                </a:moveTo>
                <a:cubicBezTo>
                  <a:pt x="630962" y="50157"/>
                  <a:pt x="627952" y="49442"/>
                  <a:pt x="624416" y="49442"/>
                </a:cubicBezTo>
                <a:cubicBezTo>
                  <a:pt x="619785" y="49442"/>
                  <a:pt x="616112" y="51210"/>
                  <a:pt x="613397" y="54746"/>
                </a:cubicBezTo>
                <a:cubicBezTo>
                  <a:pt x="610682" y="58282"/>
                  <a:pt x="609324" y="63144"/>
                  <a:pt x="609324" y="69332"/>
                </a:cubicBezTo>
                <a:lnTo>
                  <a:pt x="609324" y="102925"/>
                </a:lnTo>
                <a:lnTo>
                  <a:pt x="588929" y="102925"/>
                </a:lnTo>
                <a:lnTo>
                  <a:pt x="588929" y="33087"/>
                </a:lnTo>
                <a:lnTo>
                  <a:pt x="609324" y="33087"/>
                </a:lnTo>
                <a:lnTo>
                  <a:pt x="609324" y="46221"/>
                </a:lnTo>
                <a:lnTo>
                  <a:pt x="609577" y="46221"/>
                </a:lnTo>
                <a:cubicBezTo>
                  <a:pt x="612944" y="36666"/>
                  <a:pt x="619069" y="31888"/>
                  <a:pt x="627952" y="31888"/>
                </a:cubicBezTo>
                <a:cubicBezTo>
                  <a:pt x="630351" y="31888"/>
                  <a:pt x="632182" y="32161"/>
                  <a:pt x="633445" y="32709"/>
                </a:cubicBezTo>
                <a:lnTo>
                  <a:pt x="633445" y="51589"/>
                </a:lnTo>
                <a:close/>
                <a:moveTo>
                  <a:pt x="645219" y="37318"/>
                </a:moveTo>
                <a:cubicBezTo>
                  <a:pt x="648376" y="35550"/>
                  <a:pt x="652597" y="34119"/>
                  <a:pt x="657880" y="33024"/>
                </a:cubicBezTo>
                <a:cubicBezTo>
                  <a:pt x="663163" y="31930"/>
                  <a:pt x="667677" y="31383"/>
                  <a:pt x="671424" y="31383"/>
                </a:cubicBezTo>
                <a:cubicBezTo>
                  <a:pt x="690957" y="31383"/>
                  <a:pt x="700723" y="41170"/>
                  <a:pt x="700723" y="60745"/>
                </a:cubicBezTo>
                <a:lnTo>
                  <a:pt x="700723" y="102925"/>
                </a:lnTo>
                <a:lnTo>
                  <a:pt x="681338" y="102925"/>
                </a:lnTo>
                <a:lnTo>
                  <a:pt x="681338" y="92759"/>
                </a:lnTo>
                <a:lnTo>
                  <a:pt x="681085" y="92759"/>
                </a:lnTo>
                <a:cubicBezTo>
                  <a:pt x="676328" y="100673"/>
                  <a:pt x="669361" y="104630"/>
                  <a:pt x="660184" y="104630"/>
                </a:cubicBezTo>
                <a:cubicBezTo>
                  <a:pt x="653575" y="104630"/>
                  <a:pt x="648282" y="102746"/>
                  <a:pt x="644304" y="98978"/>
                </a:cubicBezTo>
                <a:cubicBezTo>
                  <a:pt x="640326" y="95211"/>
                  <a:pt x="638337" y="90085"/>
                  <a:pt x="638337" y="83603"/>
                </a:cubicBezTo>
                <a:cubicBezTo>
                  <a:pt x="638337" y="70216"/>
                  <a:pt x="646314" y="62428"/>
                  <a:pt x="662268" y="60239"/>
                </a:cubicBezTo>
                <a:lnTo>
                  <a:pt x="681464" y="57651"/>
                </a:lnTo>
                <a:cubicBezTo>
                  <a:pt x="681464" y="49526"/>
                  <a:pt x="677233" y="45464"/>
                  <a:pt x="668772" y="45464"/>
                </a:cubicBezTo>
                <a:cubicBezTo>
                  <a:pt x="660437" y="45464"/>
                  <a:pt x="652586" y="47989"/>
                  <a:pt x="645219" y="53041"/>
                </a:cubicBezTo>
                <a:lnTo>
                  <a:pt x="645219" y="37318"/>
                </a:lnTo>
                <a:moveTo>
                  <a:pt x="668267" y="71290"/>
                </a:moveTo>
                <a:cubicBezTo>
                  <a:pt x="660900" y="72258"/>
                  <a:pt x="657217" y="75583"/>
                  <a:pt x="657217" y="81266"/>
                </a:cubicBezTo>
                <a:cubicBezTo>
                  <a:pt x="657217" y="83876"/>
                  <a:pt x="658111" y="85981"/>
                  <a:pt x="659900" y="87581"/>
                </a:cubicBezTo>
                <a:cubicBezTo>
                  <a:pt x="661689" y="89180"/>
                  <a:pt x="664099" y="89980"/>
                  <a:pt x="667130" y="89980"/>
                </a:cubicBezTo>
                <a:cubicBezTo>
                  <a:pt x="671298" y="89980"/>
                  <a:pt x="674729" y="88507"/>
                  <a:pt x="677423" y="85560"/>
                </a:cubicBezTo>
                <a:cubicBezTo>
                  <a:pt x="680117" y="82613"/>
                  <a:pt x="681464" y="78951"/>
                  <a:pt x="681464" y="74573"/>
                </a:cubicBezTo>
                <a:lnTo>
                  <a:pt x="681464" y="69585"/>
                </a:lnTo>
                <a:lnTo>
                  <a:pt x="668267" y="71290"/>
                </a:lnTo>
                <a:close/>
                <a:moveTo>
                  <a:pt x="759380" y="102104"/>
                </a:moveTo>
                <a:cubicBezTo>
                  <a:pt x="756307" y="103788"/>
                  <a:pt x="751656" y="104630"/>
                  <a:pt x="745425" y="104630"/>
                </a:cubicBezTo>
                <a:cubicBezTo>
                  <a:pt x="730608" y="104630"/>
                  <a:pt x="723199" y="96842"/>
                  <a:pt x="723199" y="81266"/>
                </a:cubicBezTo>
                <a:lnTo>
                  <a:pt x="723199" y="48305"/>
                </a:lnTo>
                <a:lnTo>
                  <a:pt x="711706" y="48305"/>
                </a:lnTo>
                <a:lnTo>
                  <a:pt x="711706" y="33087"/>
                </a:lnTo>
                <a:lnTo>
                  <a:pt x="723199" y="33087"/>
                </a:lnTo>
                <a:lnTo>
                  <a:pt x="723199" y="17743"/>
                </a:lnTo>
                <a:lnTo>
                  <a:pt x="743468" y="11934"/>
                </a:lnTo>
                <a:lnTo>
                  <a:pt x="743468" y="33087"/>
                </a:lnTo>
                <a:lnTo>
                  <a:pt x="759380" y="33087"/>
                </a:lnTo>
                <a:lnTo>
                  <a:pt x="759380" y="48305"/>
                </a:lnTo>
                <a:lnTo>
                  <a:pt x="743468" y="48305"/>
                </a:lnTo>
                <a:lnTo>
                  <a:pt x="743468" y="77730"/>
                </a:lnTo>
                <a:cubicBezTo>
                  <a:pt x="743468" y="85181"/>
                  <a:pt x="746415" y="88907"/>
                  <a:pt x="752308" y="88907"/>
                </a:cubicBezTo>
                <a:cubicBezTo>
                  <a:pt x="754581" y="88907"/>
                  <a:pt x="756939" y="88233"/>
                  <a:pt x="759380" y="86886"/>
                </a:cubicBezTo>
                <a:lnTo>
                  <a:pt x="759380" y="102104"/>
                </a:lnTo>
                <a:close/>
                <a:moveTo>
                  <a:pt x="769993" y="10545"/>
                </a:moveTo>
                <a:cubicBezTo>
                  <a:pt x="769993" y="7430"/>
                  <a:pt x="771098" y="4894"/>
                  <a:pt x="773308" y="2936"/>
                </a:cubicBezTo>
                <a:cubicBezTo>
                  <a:pt x="775518" y="979"/>
                  <a:pt x="778349" y="0"/>
                  <a:pt x="781801" y="0"/>
                </a:cubicBezTo>
                <a:cubicBezTo>
                  <a:pt x="785337" y="0"/>
                  <a:pt x="788200" y="1000"/>
                  <a:pt x="790389" y="2999"/>
                </a:cubicBezTo>
                <a:cubicBezTo>
                  <a:pt x="792578" y="4999"/>
                  <a:pt x="793672" y="7514"/>
                  <a:pt x="793672" y="10545"/>
                </a:cubicBezTo>
                <a:cubicBezTo>
                  <a:pt x="793672" y="13618"/>
                  <a:pt x="792557" y="16175"/>
                  <a:pt x="790326" y="18217"/>
                </a:cubicBezTo>
                <a:cubicBezTo>
                  <a:pt x="788095" y="20259"/>
                  <a:pt x="785253" y="21280"/>
                  <a:pt x="781801" y="21280"/>
                </a:cubicBezTo>
                <a:cubicBezTo>
                  <a:pt x="778391" y="21280"/>
                  <a:pt x="775571" y="20248"/>
                  <a:pt x="773340" y="18185"/>
                </a:cubicBezTo>
                <a:cubicBezTo>
                  <a:pt x="771109" y="16123"/>
                  <a:pt x="769993" y="13576"/>
                  <a:pt x="769993" y="10545"/>
                </a:cubicBezTo>
                <a:moveTo>
                  <a:pt x="771509" y="102925"/>
                </a:moveTo>
                <a:lnTo>
                  <a:pt x="771509" y="33087"/>
                </a:lnTo>
                <a:lnTo>
                  <a:pt x="791841" y="33087"/>
                </a:lnTo>
                <a:lnTo>
                  <a:pt x="791841" y="102925"/>
                </a:lnTo>
                <a:lnTo>
                  <a:pt x="771509" y="102925"/>
                </a:lnTo>
                <a:close/>
                <a:moveTo>
                  <a:pt x="806078" y="68322"/>
                </a:moveTo>
                <a:cubicBezTo>
                  <a:pt x="806078" y="56830"/>
                  <a:pt x="809519" y="47800"/>
                  <a:pt x="816402" y="41233"/>
                </a:cubicBezTo>
                <a:cubicBezTo>
                  <a:pt x="823284" y="34666"/>
                  <a:pt x="832535" y="31383"/>
                  <a:pt x="844154" y="31383"/>
                </a:cubicBezTo>
                <a:cubicBezTo>
                  <a:pt x="855393" y="31383"/>
                  <a:pt x="864318" y="34613"/>
                  <a:pt x="870927" y="41075"/>
                </a:cubicBezTo>
                <a:cubicBezTo>
                  <a:pt x="877536" y="47537"/>
                  <a:pt x="880840" y="56219"/>
                  <a:pt x="880840" y="67122"/>
                </a:cubicBezTo>
                <a:cubicBezTo>
                  <a:pt x="880840" y="78572"/>
                  <a:pt x="877452" y="87686"/>
                  <a:pt x="870674" y="94463"/>
                </a:cubicBezTo>
                <a:cubicBezTo>
                  <a:pt x="863897" y="101241"/>
                  <a:pt x="854720" y="104630"/>
                  <a:pt x="843143" y="104630"/>
                </a:cubicBezTo>
                <a:cubicBezTo>
                  <a:pt x="831777" y="104630"/>
                  <a:pt x="822758" y="101378"/>
                  <a:pt x="816086" y="94874"/>
                </a:cubicBezTo>
                <a:cubicBezTo>
                  <a:pt x="809414" y="88370"/>
                  <a:pt x="806078" y="79519"/>
                  <a:pt x="806078" y="68322"/>
                </a:cubicBezTo>
                <a:moveTo>
                  <a:pt x="826726" y="68069"/>
                </a:moveTo>
                <a:cubicBezTo>
                  <a:pt x="826726" y="82003"/>
                  <a:pt x="832409" y="88970"/>
                  <a:pt x="843775" y="88970"/>
                </a:cubicBezTo>
                <a:cubicBezTo>
                  <a:pt x="854678" y="88970"/>
                  <a:pt x="860129" y="81814"/>
                  <a:pt x="860129" y="67501"/>
                </a:cubicBezTo>
                <a:cubicBezTo>
                  <a:pt x="860129" y="53862"/>
                  <a:pt x="854635" y="47042"/>
                  <a:pt x="843648" y="47042"/>
                </a:cubicBezTo>
                <a:cubicBezTo>
                  <a:pt x="838302" y="47042"/>
                  <a:pt x="834145" y="48873"/>
                  <a:pt x="831177" y="52536"/>
                </a:cubicBezTo>
                <a:cubicBezTo>
                  <a:pt x="828210" y="56198"/>
                  <a:pt x="826726" y="61376"/>
                  <a:pt x="826726" y="68069"/>
                </a:cubicBezTo>
                <a:close/>
                <a:moveTo>
                  <a:pt x="961456" y="102925"/>
                </a:moveTo>
                <a:lnTo>
                  <a:pt x="941186" y="102925"/>
                </a:lnTo>
                <a:lnTo>
                  <a:pt x="941186" y="63965"/>
                </a:lnTo>
                <a:cubicBezTo>
                  <a:pt x="941186" y="52683"/>
                  <a:pt x="937124" y="47042"/>
                  <a:pt x="929000" y="47042"/>
                </a:cubicBezTo>
                <a:cubicBezTo>
                  <a:pt x="925127" y="47042"/>
                  <a:pt x="921906" y="48547"/>
                  <a:pt x="919339" y="51557"/>
                </a:cubicBezTo>
                <a:cubicBezTo>
                  <a:pt x="916771" y="54567"/>
                  <a:pt x="915487" y="58408"/>
                  <a:pt x="915487" y="63081"/>
                </a:cubicBezTo>
                <a:lnTo>
                  <a:pt x="915487" y="102925"/>
                </a:lnTo>
                <a:lnTo>
                  <a:pt x="895091" y="102925"/>
                </a:lnTo>
                <a:lnTo>
                  <a:pt x="895091" y="33087"/>
                </a:lnTo>
                <a:lnTo>
                  <a:pt x="915487" y="33087"/>
                </a:lnTo>
                <a:lnTo>
                  <a:pt x="915487" y="44201"/>
                </a:lnTo>
                <a:lnTo>
                  <a:pt x="915739" y="44201"/>
                </a:lnTo>
                <a:cubicBezTo>
                  <a:pt x="920833" y="35655"/>
                  <a:pt x="928326" y="31383"/>
                  <a:pt x="938219" y="31383"/>
                </a:cubicBezTo>
                <a:cubicBezTo>
                  <a:pt x="953710" y="31383"/>
                  <a:pt x="961456" y="40980"/>
                  <a:pt x="961456" y="60176"/>
                </a:cubicBezTo>
                <a:lnTo>
                  <a:pt x="961456" y="10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FA436-E925-4B91-A71A-E2E80E19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12" y="1234432"/>
            <a:ext cx="7335776" cy="3588733"/>
          </a:xfrm>
          <a:custGeom xmlns:a="http://schemas.openxmlformats.org/drawingml/2006/main">
            <a:pathLst>
              <a:path w="7335776" h="3588733">
                <a:moveTo>
                  <a:pt x="7295364" y="3588733"/>
                </a:moveTo>
                <a:lnTo>
                  <a:pt x="7295364" y="3120895"/>
                </a:lnTo>
                <a:lnTo>
                  <a:pt x="7335776" y="3120895"/>
                </a:lnTo>
                <a:lnTo>
                  <a:pt x="7285261" y="3019864"/>
                </a:lnTo>
                <a:lnTo>
                  <a:pt x="7234744" y="3120895"/>
                </a:lnTo>
                <a:lnTo>
                  <a:pt x="7275157" y="3120895"/>
                </a:lnTo>
                <a:lnTo>
                  <a:pt x="7275157" y="3568527"/>
                </a:lnTo>
                <a:lnTo>
                  <a:pt x="20206" y="3568527"/>
                </a:lnTo>
                <a:lnTo>
                  <a:pt x="20206" y="0"/>
                </a:lnTo>
                <a:lnTo>
                  <a:pt x="0" y="0"/>
                </a:lnTo>
                <a:lnTo>
                  <a:pt x="0" y="3588733"/>
                </a:lnTo>
                <a:lnTo>
                  <a:pt x="7295364" y="358873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01CF0-6BDA-4A1A-BC56-F192DDE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18" y="1882276"/>
            <a:ext cx="1549535" cy="10"/>
          </a:xfrm>
          <a:custGeom xmlns:a="http://schemas.openxmlformats.org/drawingml/2006/main">
            <a:pathLst>
              <a:path w="1549535" h="1" fill="none">
                <a:moveTo>
                  <a:pt x="154953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0206" cap="flat">
            <a:solidFill>
              <a:srgbClr val="9DC3E6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309551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2026-09-05T17:41:54.4300000Z</dcterms:created>
  <dcterms:modified xsi:type="dcterms:W3CDTF">2026-09-05T17:41:54.4310000Z</dcterms:modified>
</coreProperties>
</file>