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11fe23469e48cd" /><Relationship Type="http://schemas.openxmlformats.org/officeDocument/2006/relationships/extended-properties" Target="/docProps/app.xml" Id="Rc141290bba7247fc" /><Relationship Type="http://schemas.openxmlformats.org/officeDocument/2006/relationships/officeDocument" Target="/ppt/presentation.xml" Id="Rd55764ccf1a24f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a4dd05f874e76"/>
  </p:sldMasterIdLst>
  <p:notesMasterIdLst>
    <p:notesMasterId xmlns:r="http://schemas.openxmlformats.org/officeDocument/2006/relationships" r:id="R51c4da951314432f"/>
  </p:notesMasterIdLst>
  <p:sldIdLst>
    <p:sldId xmlns:r="http://schemas.openxmlformats.org/officeDocument/2006/relationships" id="256" r:id="R092726f4084c4d7e"/>
  </p:sldIdLst>
  <p:sldSz cx="6686550" cy="4086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1b8122d2994dc7" /><Relationship Type="http://schemas.openxmlformats.org/officeDocument/2006/relationships/slideMaster" Target="/ppt/slideMasters/slideMaster1.xml" Id="R00ea4dd05f874e76" /><Relationship Type="http://schemas.openxmlformats.org/officeDocument/2006/relationships/notesMaster" Target="/ppt/notesMasters/notesMaster1.xml" Id="R51c4da951314432f" /><Relationship Type="http://schemas.openxmlformats.org/officeDocument/2006/relationships/presProps" Target="/ppt/presProps.xml" Id="R068b399ffdc84c9c" /><Relationship Type="http://schemas.openxmlformats.org/officeDocument/2006/relationships/tableStyles" Target="/ppt/tableStyles.xml" Id="R380a0d29595144bf" /><Relationship Type="http://schemas.openxmlformats.org/officeDocument/2006/relationships/slide" Target="/ppt/slides/slide1.xml" Id="R092726f4084c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2ad484e24543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496673d5274e11" /><Relationship Type="http://schemas.openxmlformats.org/officeDocument/2006/relationships/notesMaster" Target="/ppt/notesMasters/notesMaster1.xml" Id="R51a25b0ec1184d6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素材ID：SE-046</ns1:t>
            </ns1:r>
          </ns1:p>
          <ns1:p>
            <ns1:r>
              <ns1:t>论文：ProveNFix: Temporal Property-Guided Program Repair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8，PDF第7页</ns1:t>
            </ns1:r>
          </ns1:p>
          <ns1:p>
            <ns1:r>
              <ns1:t>类型：系统架构</ns1:t>
            </ns1:r>
          </ns1:p>
          <ns1:p>
            <ns1:r>
              <ns1:t>借鉴点：规范推断、约束生成、算术证明、失败分支与双向传播连成推理闭环，再从规范库综合安全补丁。</ns1:t>
            </ns1:r>
          </ns1:p>
          <ns1:p>
            <ns1:r>
              <ns1:t>论文URL：https://abhikrc.com/pdf/FSE24.pdf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编辑与保真说明：主体框线、文字、连线及逻辑结构为原生PPT对象。字体以Arial替代论文栅格字形；小幅线条弧度与虚线节距差异。7个独立小图标保留原论文图形，无整图贴图。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7336c13bd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a106ed428a4342" /><Relationship Type="http://schemas.openxmlformats.org/officeDocument/2006/relationships/slideLayout" Target="/ppt/slideLayouts/slideLayout1.xml" Id="R15f0099b190b46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f0099b190b46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158ca04424e91" /><Relationship Type="http://schemas.openxmlformats.org/officeDocument/2006/relationships/image" Target="/ppt/media/image.png" Id="R739aec5886a747b6" /><Relationship Type="http://schemas.openxmlformats.org/officeDocument/2006/relationships/image" Target="/ppt/media/image2.png" Id="R3ac6b46160314c4e" /><Relationship Type="http://schemas.openxmlformats.org/officeDocument/2006/relationships/image" Target="/ppt/media/image3.png" Id="Rb5b83d91c9644bd9" /><Relationship Type="http://schemas.openxmlformats.org/officeDocument/2006/relationships/image" Target="/ppt/media/image4.png" Id="Rd977b2d517ee4ded" /><Relationship Type="http://schemas.openxmlformats.org/officeDocument/2006/relationships/image" Target="/ppt/media/image5.png" Id="R59f64b4ade974742" /><Relationship Type="http://schemas.openxmlformats.org/officeDocument/2006/relationships/image" Target="/ppt/media/image6.png" Id="Rc807b2a7821147d2" /><Relationship Type="http://schemas.openxmlformats.org/officeDocument/2006/relationships/image" Target="/ppt/media/image7.png" Id="Rc648c436b5ae4789" /><Relationship Type="http://schemas.openxmlformats.org/officeDocument/2006/relationships/notesSlide" Target="/ppt/notesSlides/notesSlide1.xml" Id="R10cfa088c4d34a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E-046-1">
            <a:extLst xmlns:a="http://schemas.openxmlformats.org/drawingml/2006/main">
              <a:ext uri="{FF2B5EF4-FFF2-40B4-BE49-F238E27FC236}">
                <a16:creationId xmlns:a16="http://schemas.microsoft.com/office/drawing/2014/main" id="{8A2CD4FC-1763-46BB-B2C2-FDC5FA31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61925"/>
            <a:ext cx="5410200" cy="3571875"/>
          </a:xfrm>
          <a:prstGeom xmlns:a="http://schemas.openxmlformats.org/drawingml/2006/main" prst="roundRect">
            <a:avLst>
              <a:gd name="adj" fmla="val 216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dash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aec5886a747b6"/>
          <a:stretch xmlns:a="http://schemas.openxmlformats.org/drawingml/2006/main"/>
        </p:blipFill>
        <p:spPr>
          <a:xfrm xmlns:a="http://schemas.openxmlformats.org/drawingml/2006/main">
            <a:off x="428625" y="381000"/>
            <a:ext cx="733425" cy="7715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6b46160314c4e"/>
          <a:stretch xmlns:a="http://schemas.openxmlformats.org/drawingml/2006/main"/>
        </p:blipFill>
        <p:spPr>
          <a:xfrm xmlns:a="http://schemas.openxmlformats.org/drawingml/2006/main">
            <a:off x="4619625" y="266700"/>
            <a:ext cx="666750" cy="657225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83d91c9644bd9"/>
          <a:stretch xmlns:a="http://schemas.openxmlformats.org/drawingml/2006/main"/>
        </p:blipFill>
        <p:spPr>
          <a:xfrm xmlns:a="http://schemas.openxmlformats.org/drawingml/2006/main">
            <a:off x="4210050" y="1209675"/>
            <a:ext cx="609600" cy="7239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7b2d517ee4ded"/>
          <a:stretch xmlns:a="http://schemas.openxmlformats.org/drawingml/2006/main"/>
        </p:blipFill>
        <p:spPr>
          <a:xfrm xmlns:a="http://schemas.openxmlformats.org/drawingml/2006/main">
            <a:off x="447675" y="2419350"/>
            <a:ext cx="600075" cy="51435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64b4ade974742"/>
          <a:stretch xmlns:a="http://schemas.openxmlformats.org/drawingml/2006/main"/>
        </p:blipFill>
        <p:spPr>
          <a:xfrm xmlns:a="http://schemas.openxmlformats.org/drawingml/2006/main">
            <a:off x="1695450" y="2228850"/>
            <a:ext cx="628650" cy="485775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7b2a7821147d2"/>
          <a:stretch xmlns:a="http://schemas.openxmlformats.org/drawingml/2006/main"/>
        </p:blipFill>
        <p:spPr>
          <a:xfrm xmlns:a="http://schemas.openxmlformats.org/drawingml/2006/main">
            <a:off x="3086100" y="2190750"/>
            <a:ext cx="600075" cy="57150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8c436b5ae4789"/>
          <a:stretch xmlns:a="http://schemas.openxmlformats.org/drawingml/2006/main"/>
        </p:blipFill>
        <p:spPr>
          <a:xfrm xmlns:a="http://schemas.openxmlformats.org/drawingml/2006/main">
            <a:off x="5895975" y="2295525"/>
            <a:ext cx="647700" cy="628650"/>
          </a:xfrm>
          <a:prstGeom xmlns:a="http://schemas.openxmlformats.org/drawingml/2006/main" prst="rect">
            <a:avLst/>
          </a:prstGeom>
        </p:spPr>
      </p:pic>
      <p:sp>
        <p:nvSpPr>
          <p:cNvPr id="9" name="SE-046-2">
            <a:extLst xmlns:a="http://schemas.openxmlformats.org/drawingml/2006/main">
              <a:ext uri="{FF2B5EF4-FFF2-40B4-BE49-F238E27FC236}">
                <a16:creationId xmlns:a16="http://schemas.microsoft.com/office/drawing/2014/main" id="{79BE6400-7F65-4DA5-BE1C-DF4AB054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162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Program</a:t>
            </a:r>
          </a:p>
        </p:txBody>
      </p:sp>
      <p:sp>
        <p:nvSpPr>
          <p:cNvPr id="10" name="SE-046-3">
            <a:extLst xmlns:a="http://schemas.openxmlformats.org/drawingml/2006/main">
              <a:ext uri="{FF2B5EF4-FFF2-40B4-BE49-F238E27FC236}">
                <a16:creationId xmlns:a16="http://schemas.microsoft.com/office/drawing/2014/main" id="{07417A7D-712C-48B1-AB36-CF4DCA9B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9334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Primitive Specs</a:t>
            </a:r>
          </a:p>
        </p:txBody>
      </p:sp>
      <p:sp>
        <p:nvSpPr>
          <p:cNvPr id="11" name="SE-046-4">
            <a:extLst xmlns:a="http://schemas.openxmlformats.org/drawingml/2006/main">
              <a:ext uri="{FF2B5EF4-FFF2-40B4-BE49-F238E27FC236}">
                <a16:creationId xmlns:a16="http://schemas.microsoft.com/office/drawing/2014/main" id="{459AC0F6-715A-491C-836D-4E5CF321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43100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Inferred Specs</a:t>
            </a:r>
          </a:p>
        </p:txBody>
      </p:sp>
      <p:sp>
        <p:nvSpPr>
          <p:cNvPr id="12" name="SE-046-5">
            <a:extLst xmlns:a="http://schemas.openxmlformats.org/drawingml/2006/main">
              <a:ext uri="{FF2B5EF4-FFF2-40B4-BE49-F238E27FC236}">
                <a16:creationId xmlns:a16="http://schemas.microsoft.com/office/drawing/2014/main" id="{8C1532E6-E2CD-47F1-AA6F-F102B7B5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009900"/>
            <a:ext cx="1228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Arithmetic Proof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Obligations</a:t>
            </a:r>
          </a:p>
        </p:txBody>
      </p:sp>
      <p:sp>
        <p:nvSpPr>
          <p:cNvPr id="13" name="SE-046-6">
            <a:extLst xmlns:a="http://schemas.openxmlformats.org/drawingml/2006/main">
              <a:ext uri="{FF2B5EF4-FFF2-40B4-BE49-F238E27FC236}">
                <a16:creationId xmlns:a16="http://schemas.microsoft.com/office/drawing/2014/main" id="{146AFFC3-2584-4BE7-9F4B-012B0E0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Bug report &amp;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Patches</a:t>
            </a:r>
          </a:p>
        </p:txBody>
      </p:sp>
      <p:sp>
        <p:nvSpPr>
          <p:cNvPr id="14" name="SE-046-7">
            <a:extLst xmlns:a="http://schemas.openxmlformats.org/drawingml/2006/main">
              <a:ext uri="{FF2B5EF4-FFF2-40B4-BE49-F238E27FC236}">
                <a16:creationId xmlns:a16="http://schemas.microsoft.com/office/drawing/2014/main" id="{C4150913-F3EC-4B6D-BF20-8341909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"/>
            <a:ext cx="230505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5" name="SE-046-8">
            <a:extLst xmlns:a="http://schemas.openxmlformats.org/drawingml/2006/main">
              <a:ext uri="{FF2B5EF4-FFF2-40B4-BE49-F238E27FC236}">
                <a16:creationId xmlns:a16="http://schemas.microsoft.com/office/drawing/2014/main" id="{6A42F90E-12DF-4C89-BA7C-812E9F4C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Specification Inference</a:t>
            </a:r>
          </a:p>
        </p:txBody>
      </p:sp>
      <p:sp>
        <p:nvSpPr>
          <p:cNvPr id="16" name="SE-046-9">
            <a:extLst xmlns:a="http://schemas.openxmlformats.org/drawingml/2006/main">
              <a:ext uri="{FF2B5EF4-FFF2-40B4-BE49-F238E27FC236}">
                <a16:creationId xmlns:a16="http://schemas.microsoft.com/office/drawing/2014/main" id="{BF3BFDDC-5903-4839-ADEE-AC3F3B68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38200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SE-046-10">
            <a:extLst xmlns:a="http://schemas.openxmlformats.org/drawingml/2006/main">
              <a:ext uri="{FF2B5EF4-FFF2-40B4-BE49-F238E27FC236}">
                <a16:creationId xmlns:a16="http://schemas.microsoft.com/office/drawing/2014/main" id="{335AA2B3-FB9F-47CE-9F84-CB44FAC5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085850"/>
            <a:ext cx="2305050" cy="733425"/>
          </a:xfrm>
          <a:prstGeom xmlns:a="http://schemas.openxmlformats.org/drawingml/2006/main" prst="roundRect">
            <a:avLst>
              <a:gd name="adj" fmla="val 207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8" name="SE-046-11">
            <a:extLst xmlns:a="http://schemas.openxmlformats.org/drawingml/2006/main">
              <a:ext uri="{FF2B5EF4-FFF2-40B4-BE49-F238E27FC236}">
                <a16:creationId xmlns:a16="http://schemas.microsoft.com/office/drawing/2014/main" id="{B4E20FAF-AE08-43E9-817C-41A74669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144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Constraint Generation &amp;</a:t>
            </a:r>
          </a:p>
        </p:txBody>
      </p:sp>
      <p:sp>
        <p:nvSpPr>
          <p:cNvPr id="19" name="SE-046-12">
            <a:extLst xmlns:a="http://schemas.openxmlformats.org/drawingml/2006/main">
              <a:ext uri="{FF2B5EF4-FFF2-40B4-BE49-F238E27FC236}">
                <a16:creationId xmlns:a16="http://schemas.microsoft.com/office/drawing/2014/main" id="{C6D681B1-EC8E-45AE-AF47-7E0326A3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382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IntRE Proof Obligations</a:t>
            </a:r>
          </a:p>
        </p:txBody>
      </p:sp>
      <p:sp>
        <p:nvSpPr>
          <p:cNvPr id="20" name="SE-046-13">
            <a:extLst xmlns:a="http://schemas.openxmlformats.org/drawingml/2006/main">
              <a:ext uri="{FF2B5EF4-FFF2-40B4-BE49-F238E27FC236}">
                <a16:creationId xmlns:a16="http://schemas.microsoft.com/office/drawing/2014/main" id="{18AF4BF4-011E-4B9C-8F63-59D67384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21907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1" name="SE-046-14">
            <a:extLst xmlns:a="http://schemas.openxmlformats.org/drawingml/2006/main">
              <a:ext uri="{FF2B5EF4-FFF2-40B4-BE49-F238E27FC236}">
                <a16:creationId xmlns:a16="http://schemas.microsoft.com/office/drawing/2014/main" id="{49751575-988D-438E-81BB-8FB6E38D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622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Bi-directional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Constraint Propagation</a:t>
            </a:r>
          </a:p>
        </p:txBody>
      </p:sp>
      <p:sp>
        <p:nvSpPr>
          <p:cNvPr id="22" name="SE-046-15">
            <a:extLst xmlns:a="http://schemas.openxmlformats.org/drawingml/2006/main">
              <a:ext uri="{FF2B5EF4-FFF2-40B4-BE49-F238E27FC236}">
                <a16:creationId xmlns:a16="http://schemas.microsoft.com/office/drawing/2014/main" id="{A63C6C6B-2928-498F-8ECA-BBC59712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9825"/>
            <a:ext cx="1019175" cy="647700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3" name="SE-046-16">
            <a:extLst xmlns:a="http://schemas.openxmlformats.org/drawingml/2006/main">
              <a:ext uri="{FF2B5EF4-FFF2-40B4-BE49-F238E27FC236}">
                <a16:creationId xmlns:a16="http://schemas.microsoft.com/office/drawing/2014/main" id="{6DA820CA-DD51-41D2-B0A8-8AB84FAA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57450"/>
            <a:ext cx="962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Deductive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4" name="SE-046-path-17">
            <a:extLst xmlns:a="http://schemas.openxmlformats.org/drawingml/2006/main">
              <a:ext uri="{FF2B5EF4-FFF2-40B4-BE49-F238E27FC236}">
                <a16:creationId xmlns:a16="http://schemas.microsoft.com/office/drawing/2014/main" id="{B7AA5E07-8CFD-4B29-9987-1E33ED00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"/>
            <a:ext cx="390525" cy="247650"/>
          </a:xfrm>
          <a:custGeom xmlns:a="http://schemas.openxmlformats.org/drawingml/2006/main">
            <a:pathLst>
              <a:path w="390525" h="247650">
                <a:moveTo>
                  <a:pt x="0" y="66675"/>
                </a:moveTo>
                <a:lnTo>
                  <a:pt x="247650" y="66675"/>
                </a:lnTo>
                <a:lnTo>
                  <a:pt x="247650" y="0"/>
                </a:lnTo>
                <a:lnTo>
                  <a:pt x="390525" y="123825"/>
                </a:lnTo>
                <a:lnTo>
                  <a:pt x="247650" y="247650"/>
                </a:lnTo>
                <a:lnTo>
                  <a:pt x="247650" y="18097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5" name="SE-046-path-18">
            <a:extLst xmlns:a="http://schemas.openxmlformats.org/drawingml/2006/main">
              <a:ext uri="{FF2B5EF4-FFF2-40B4-BE49-F238E27FC236}">
                <a16:creationId xmlns:a16="http://schemas.microsoft.com/office/drawing/2014/main" id="{F20580F1-8D8D-4DC6-9A80-B2CCE852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85775"/>
            <a:ext cx="400050" cy="247650"/>
          </a:xfrm>
          <a:custGeom xmlns:a="http://schemas.openxmlformats.org/drawingml/2006/main">
            <a:pathLst>
              <a:path w="400050" h="247650">
                <a:moveTo>
                  <a:pt x="400050" y="66675"/>
                </a:moveTo>
                <a:lnTo>
                  <a:pt x="161925" y="66675"/>
                </a:lnTo>
                <a:lnTo>
                  <a:pt x="161925" y="0"/>
                </a:lnTo>
                <a:lnTo>
                  <a:pt x="0" y="123825"/>
                </a:lnTo>
                <a:lnTo>
                  <a:pt x="161925" y="247650"/>
                </a:lnTo>
                <a:lnTo>
                  <a:pt x="161925" y="180975"/>
                </a:lnTo>
                <a:lnTo>
                  <a:pt x="400050" y="180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6" name="SE-046-path-19">
            <a:extLst xmlns:a="http://schemas.openxmlformats.org/drawingml/2006/main">
              <a:ext uri="{FF2B5EF4-FFF2-40B4-BE49-F238E27FC236}">
                <a16:creationId xmlns:a16="http://schemas.microsoft.com/office/drawing/2014/main" id="{3EB61A23-C2CD-4110-9C11-E76E10C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562225"/>
            <a:ext cx="428625" cy="247650"/>
          </a:xfrm>
          <a:custGeom xmlns:a="http://schemas.openxmlformats.org/drawingml/2006/main">
            <a:pathLst>
              <a:path w="428625" h="247650">
                <a:moveTo>
                  <a:pt x="0" y="66675"/>
                </a:moveTo>
                <a:lnTo>
                  <a:pt x="285750" y="66675"/>
                </a:lnTo>
                <a:lnTo>
                  <a:pt x="285750" y="0"/>
                </a:lnTo>
                <a:lnTo>
                  <a:pt x="428625" y="123825"/>
                </a:lnTo>
                <a:lnTo>
                  <a:pt x="285750" y="247650"/>
                </a:lnTo>
                <a:lnTo>
                  <a:pt x="285750" y="18097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7" name="SE-046-path-20">
            <a:extLst xmlns:a="http://schemas.openxmlformats.org/drawingml/2006/main">
              <a:ext uri="{FF2B5EF4-FFF2-40B4-BE49-F238E27FC236}">
                <a16:creationId xmlns:a16="http://schemas.microsoft.com/office/drawing/2014/main" id="{5934EAC4-5C97-4C3C-804C-774ED4A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0" y="0"/>
                </a:moveTo>
                <a:lnTo>
                  <a:pt x="45720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8" name="SE-046-path-21">
            <a:extLst xmlns:a="http://schemas.openxmlformats.org/drawingml/2006/main">
              <a:ext uri="{FF2B5EF4-FFF2-40B4-BE49-F238E27FC236}">
                <a16:creationId xmlns:a16="http://schemas.microsoft.com/office/drawing/2014/main" id="{FF06F382-31FB-4A21-B0F1-B61B3FCC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98" y="1157373"/>
            <a:ext cx="99927" cy="99927"/>
          </a:xfrm>
          <a:custGeom xmlns:a="http://schemas.openxmlformats.org/drawingml/2006/main">
            <a:pathLst>
              <a:path w="99927" h="99927">
                <a:moveTo>
                  <a:pt x="0" y="68424"/>
                </a:moveTo>
                <a:lnTo>
                  <a:pt x="99927" y="99927"/>
                </a:lnTo>
                <a:lnTo>
                  <a:pt x="684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9" name="SE-046-path-22">
            <a:extLst xmlns:a="http://schemas.openxmlformats.org/drawingml/2006/main">
              <a:ext uri="{FF2B5EF4-FFF2-40B4-BE49-F238E27FC236}">
                <a16:creationId xmlns:a16="http://schemas.microsoft.com/office/drawing/2014/main" id="{AD2CDB7E-6EEE-4C82-A137-13BABA3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95" cy="1247775"/>
          </a:xfrm>
          <a:custGeom xmlns:a="http://schemas.openxmlformats.org/drawingml/2006/main">
            <a:pathLst>
              <a:path w="95" h="1247775">
                <a:moveTo>
                  <a:pt x="0" y="0"/>
                </a:moveTo>
                <a:lnTo>
                  <a:pt x="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0" name="SE-046-path-23">
            <a:extLst xmlns:a="http://schemas.openxmlformats.org/drawingml/2006/main">
              <a:ext uri="{FF2B5EF4-FFF2-40B4-BE49-F238E27FC236}">
                <a16:creationId xmlns:a16="http://schemas.microsoft.com/office/drawing/2014/main" id="{D7D86945-F413-4DFD-B498-B3AC4AD5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017" y="2297840"/>
            <a:ext cx="96766" cy="92935"/>
          </a:xfrm>
          <a:custGeom xmlns:a="http://schemas.openxmlformats.org/drawingml/2006/main">
            <a:pathLst>
              <a:path w="96766" h="92935">
                <a:moveTo>
                  <a:pt x="0" y="0"/>
                </a:moveTo>
                <a:lnTo>
                  <a:pt x="48383" y="92935"/>
                </a:lnTo>
                <a:lnTo>
                  <a:pt x="967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1" name="SE-046-path-24">
            <a:extLst xmlns:a="http://schemas.openxmlformats.org/drawingml/2006/main">
              <a:ext uri="{FF2B5EF4-FFF2-40B4-BE49-F238E27FC236}">
                <a16:creationId xmlns:a16="http://schemas.microsoft.com/office/drawing/2014/main" id="{D1F6AC4A-19AD-47DB-921F-7E05665D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2" name="SE-046-path-25">
            <a:extLst xmlns:a="http://schemas.openxmlformats.org/drawingml/2006/main">
              <a:ext uri="{FF2B5EF4-FFF2-40B4-BE49-F238E27FC236}">
                <a16:creationId xmlns:a16="http://schemas.microsoft.com/office/drawing/2014/main" id="{4B144C17-A0F2-41BD-8363-DB5F2385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717" y="2297840"/>
            <a:ext cx="96766" cy="92935"/>
          </a:xfrm>
          <a:custGeom xmlns:a="http://schemas.openxmlformats.org/drawingml/2006/main">
            <a:pathLst>
              <a:path w="96766" h="92935">
                <a:moveTo>
                  <a:pt x="0" y="0"/>
                </a:moveTo>
                <a:lnTo>
                  <a:pt x="48383" y="92935"/>
                </a:lnTo>
                <a:lnTo>
                  <a:pt x="967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3" name="SE-046-path-26">
            <a:extLst xmlns:a="http://schemas.openxmlformats.org/drawingml/2006/main">
              <a:ext uri="{FF2B5EF4-FFF2-40B4-BE49-F238E27FC236}">
                <a16:creationId xmlns:a16="http://schemas.microsoft.com/office/drawing/2014/main" id="{9BEFDD6D-67E1-42C5-8BE1-BB091F52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828800"/>
            <a:ext cx="361950" cy="419100"/>
          </a:xfrm>
          <a:custGeom xmlns:a="http://schemas.openxmlformats.org/drawingml/2006/main">
            <a:pathLst>
              <a:path w="361950" h="419100">
                <a:moveTo>
                  <a:pt x="36195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4" name="SE-046-path-27">
            <a:extLst xmlns:a="http://schemas.openxmlformats.org/drawingml/2006/main">
              <a:ext uri="{FF2B5EF4-FFF2-40B4-BE49-F238E27FC236}">
                <a16:creationId xmlns:a16="http://schemas.microsoft.com/office/drawing/2014/main" id="{75F898AF-FCF3-405E-82AB-6CA9488D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5941"/>
            <a:ext cx="97361" cy="101959"/>
          </a:xfrm>
          <a:custGeom xmlns:a="http://schemas.openxmlformats.org/drawingml/2006/main">
            <a:pathLst>
              <a:path w="97361" h="101959">
                <a:moveTo>
                  <a:pt x="24127" y="0"/>
                </a:moveTo>
                <a:lnTo>
                  <a:pt x="0" y="101959"/>
                </a:lnTo>
                <a:lnTo>
                  <a:pt x="97361" y="632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5" name="SE-046-path-28">
            <a:extLst xmlns:a="http://schemas.openxmlformats.org/drawingml/2006/main">
              <a:ext uri="{FF2B5EF4-FFF2-40B4-BE49-F238E27FC236}">
                <a16:creationId xmlns:a16="http://schemas.microsoft.com/office/drawing/2014/main" id="{E5176E4C-BE4E-4285-9B81-61EF480F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38325"/>
            <a:ext cx="409575" cy="409575"/>
          </a:xfrm>
          <a:custGeom xmlns:a="http://schemas.openxmlformats.org/drawingml/2006/main">
            <a:pathLst>
              <a:path w="409575" h="409575">
                <a:moveTo>
                  <a:pt x="0" y="0"/>
                </a:moveTo>
                <a:lnTo>
                  <a:pt x="409575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6" name="SE-046-path-29">
            <a:extLst xmlns:a="http://schemas.openxmlformats.org/drawingml/2006/main">
              <a:ext uri="{FF2B5EF4-FFF2-40B4-BE49-F238E27FC236}">
                <a16:creationId xmlns:a16="http://schemas.microsoft.com/office/drawing/2014/main" id="{870D21AA-56AB-4392-84EB-30ED7240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748" y="2147973"/>
            <a:ext cx="99927" cy="99927"/>
          </a:xfrm>
          <a:custGeom xmlns:a="http://schemas.openxmlformats.org/drawingml/2006/main">
            <a:pathLst>
              <a:path w="99927" h="99927">
                <a:moveTo>
                  <a:pt x="0" y="68424"/>
                </a:moveTo>
                <a:lnTo>
                  <a:pt x="99927" y="99927"/>
                </a:lnTo>
                <a:lnTo>
                  <a:pt x="684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7" name="SE-046-30">
            <a:extLst xmlns:a="http://schemas.openxmlformats.org/drawingml/2006/main">
              <a:ext uri="{FF2B5EF4-FFF2-40B4-BE49-F238E27FC236}">
                <a16:creationId xmlns:a16="http://schemas.microsoft.com/office/drawing/2014/main" id="{51C08E7C-13B0-419E-B835-66956D4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66900"/>
            <a:ext cx="25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⊑</a:t>
            </a:r>
          </a:p>
        </p:txBody>
      </p:sp>
      <p:sp>
        <p:nvSpPr>
          <p:cNvPr id="38" name="SE-046-31">
            <a:extLst xmlns:a="http://schemas.openxmlformats.org/drawingml/2006/main">
              <a:ext uri="{FF2B5EF4-FFF2-40B4-BE49-F238E27FC236}">
                <a16:creationId xmlns:a16="http://schemas.microsoft.com/office/drawing/2014/main" id="{99E1C235-7D1C-4BEB-9950-56E53E10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66900"/>
            <a:ext cx="25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⋢</a:t>
            </a:r>
          </a:p>
        </p:txBody>
      </p:sp>
      <p:sp>
        <p:nvSpPr>
          <p:cNvPr id="39" name="SE-046-path-32">
            <a:extLst xmlns:a="http://schemas.openxmlformats.org/drawingml/2006/main">
              <a:ext uri="{FF2B5EF4-FFF2-40B4-BE49-F238E27FC236}">
                <a16:creationId xmlns:a16="http://schemas.microsoft.com/office/drawing/2014/main" id="{36BAB28E-973D-4C73-B5F2-230BEEA9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14525"/>
            <a:ext cx="428625" cy="457200"/>
          </a:xfrm>
          <a:custGeom xmlns:a="http://schemas.openxmlformats.org/drawingml/2006/main">
            <a:pathLst>
              <a:path w="428625" h="457200">
                <a:moveTo>
                  <a:pt x="428625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0" name="SE-046-path-33">
            <a:extLst xmlns:a="http://schemas.openxmlformats.org/drawingml/2006/main">
              <a:ext uri="{FF2B5EF4-FFF2-40B4-BE49-F238E27FC236}">
                <a16:creationId xmlns:a16="http://schemas.microsoft.com/office/drawing/2014/main" id="{B9CAAFC7-1A85-460D-BB9A-921B5A6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0834"/>
            <a:ext cx="98859" cy="100891"/>
          </a:xfrm>
          <a:custGeom xmlns:a="http://schemas.openxmlformats.org/drawingml/2006/main">
            <a:pathLst>
              <a:path w="98859" h="100891">
                <a:moveTo>
                  <a:pt x="28265" y="0"/>
                </a:moveTo>
                <a:lnTo>
                  <a:pt x="0" y="100891"/>
                </a:lnTo>
                <a:lnTo>
                  <a:pt x="98859" y="6618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1" name="SE-046-path-34">
            <a:extLst xmlns:a="http://schemas.openxmlformats.org/drawingml/2006/main">
              <a:ext uri="{FF2B5EF4-FFF2-40B4-BE49-F238E27FC236}">
                <a16:creationId xmlns:a16="http://schemas.microsoft.com/office/drawing/2014/main" id="{F5F54068-EF47-4392-9936-67FF8C4D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85950"/>
            <a:ext cx="428625" cy="457200"/>
          </a:xfrm>
          <a:custGeom xmlns:a="http://schemas.openxmlformats.org/drawingml/2006/main">
            <a:pathLst>
              <a:path w="428625" h="457200">
                <a:moveTo>
                  <a:pt x="0" y="45720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2" name="SE-046-path-35">
            <a:extLst xmlns:a="http://schemas.openxmlformats.org/drawingml/2006/main">
              <a:ext uri="{FF2B5EF4-FFF2-40B4-BE49-F238E27FC236}">
                <a16:creationId xmlns:a16="http://schemas.microsoft.com/office/drawing/2014/main" id="{D08B6E59-2646-4233-A469-63484AC8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141" y="1885950"/>
            <a:ext cx="98859" cy="100891"/>
          </a:xfrm>
          <a:custGeom xmlns:a="http://schemas.openxmlformats.org/drawingml/2006/main">
            <a:pathLst>
              <a:path w="98859" h="100891">
                <a:moveTo>
                  <a:pt x="70594" y="100891"/>
                </a:moveTo>
                <a:lnTo>
                  <a:pt x="98859" y="0"/>
                </a:lnTo>
                <a:lnTo>
                  <a:pt x="0" y="3470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3" name="SE-046-path-36">
            <a:extLst xmlns:a="http://schemas.openxmlformats.org/drawingml/2006/main">
              <a:ext uri="{FF2B5EF4-FFF2-40B4-BE49-F238E27FC236}">
                <a16:creationId xmlns:a16="http://schemas.microsoft.com/office/drawing/2014/main" id="{0FF27CEC-8E63-4DF1-9EBD-1FC71D70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33675"/>
            <a:ext cx="95" cy="142875"/>
          </a:xfrm>
          <a:custGeom xmlns:a="http://schemas.openxmlformats.org/drawingml/2006/main"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4" name="SE-046-path-37">
            <a:extLst xmlns:a="http://schemas.openxmlformats.org/drawingml/2006/main">
              <a:ext uri="{FF2B5EF4-FFF2-40B4-BE49-F238E27FC236}">
                <a16:creationId xmlns:a16="http://schemas.microsoft.com/office/drawing/2014/main" id="{EF57CBD5-FD3F-4938-9E60-65F6D535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16" y="2792064"/>
            <a:ext cx="87969" cy="84486"/>
          </a:xfrm>
          <a:custGeom xmlns:a="http://schemas.openxmlformats.org/drawingml/2006/main">
            <a:pathLst>
              <a:path w="87969" h="84486">
                <a:moveTo>
                  <a:pt x="0" y="0"/>
                </a:moveTo>
                <a:lnTo>
                  <a:pt x="43984" y="84486"/>
                </a:lnTo>
                <a:lnTo>
                  <a:pt x="879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5" name="SE-046-path-38">
            <a:extLst xmlns:a="http://schemas.openxmlformats.org/drawingml/2006/main">
              <a:ext uri="{FF2B5EF4-FFF2-40B4-BE49-F238E27FC236}">
                <a16:creationId xmlns:a16="http://schemas.microsoft.com/office/drawing/2014/main" id="{FC2B87D6-A978-4142-B0BA-60CBC048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86100"/>
            <a:ext cx="742950" cy="171450"/>
          </a:xfrm>
          <a:custGeom xmlns:a="http://schemas.openxmlformats.org/drawingml/2006/main">
            <a:pathLst>
              <a:path w="742950" h="171450">
                <a:moveTo>
                  <a:pt x="0" y="171450"/>
                </a:moveTo>
                <a:lnTo>
                  <a:pt x="742950" y="171450"/>
                </a:lnTo>
                <a:lnTo>
                  <a:pt x="742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6" name="SE-046-path-39">
            <a:extLst xmlns:a="http://schemas.openxmlformats.org/drawingml/2006/main">
              <a:ext uri="{FF2B5EF4-FFF2-40B4-BE49-F238E27FC236}">
                <a16:creationId xmlns:a16="http://schemas.microsoft.com/office/drawing/2014/main" id="{F7F074D0-F1C5-4647-9402-1274A98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76575"/>
            <a:ext cx="95" cy="161925"/>
          </a:xfrm>
          <a:custGeom xmlns:a="http://schemas.openxmlformats.org/drawingml/2006/main">
            <a:pathLst>
              <a:path w="9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47" name="SE-046-path-40">
            <a:extLst xmlns:a="http://schemas.openxmlformats.org/drawingml/2006/main">
              <a:ext uri="{FF2B5EF4-FFF2-40B4-BE49-F238E27FC236}">
                <a16:creationId xmlns:a16="http://schemas.microsoft.com/office/drawing/2014/main" id="{CE335C92-6C75-494B-996A-6FBA0FE9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766" y="3076575"/>
            <a:ext cx="87969" cy="84486"/>
          </a:xfrm>
          <a:custGeom xmlns:a="http://schemas.openxmlformats.org/drawingml/2006/main">
            <a:pathLst>
              <a:path w="87969" h="84486">
                <a:moveTo>
                  <a:pt x="87969" y="84486"/>
                </a:moveTo>
                <a:lnTo>
                  <a:pt x="43984" y="0"/>
                </a:lnTo>
                <a:lnTo>
                  <a:pt x="0" y="84486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</p:spTree>
    <p:extLst>
      <p:ext uri="{BB962C8B-B14F-4D97-AF65-F5344CB8AC3E}">
        <p14:creationId xmlns:p14="http://schemas.microsoft.com/office/powerpoint/2010/main" val="1083151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2026-09-05T14:50:31.8910000Z</dcterms:created>
  <dcterms:modified xsi:type="dcterms:W3CDTF">2026-09-05T14:50:31.8910000Z</dcterms:modified>
</coreProperties>
</file>